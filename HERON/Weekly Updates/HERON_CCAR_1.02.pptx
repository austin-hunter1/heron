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71" r:id="rId4"/>
    <p:sldId id="269" r:id="rId5"/>
    <p:sldId id="258" r:id="rId6"/>
    <p:sldId id="273" r:id="rId7"/>
    <p:sldId id="275" r:id="rId8"/>
    <p:sldId id="274" r:id="rId9"/>
    <p:sldId id="276" r:id="rId10"/>
    <p:sldId id="263" r:id="rId11"/>
    <p:sldId id="266" r:id="rId12"/>
    <p:sldId id="262" r:id="rId13"/>
    <p:sldId id="265" r:id="rId14"/>
    <p:sldId id="259" r:id="rId15"/>
    <p:sldId id="272" r:id="rId16"/>
    <p:sldId id="264" r:id="rId17"/>
    <p:sldId id="270" r:id="rId18"/>
    <p:sldId id="260" r:id="rId19"/>
    <p:sldId id="261"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1D9C43C-809B-4EDD-8CCD-3895A616A9BF}">
          <p14:sldIdLst>
            <p14:sldId id="256"/>
            <p14:sldId id="257"/>
            <p14:sldId id="271"/>
            <p14:sldId id="269"/>
          </p14:sldIdLst>
        </p14:section>
        <p14:section name="UAV Updates" id="{86EE55AA-32AB-4665-908D-EC206AA5799F}">
          <p14:sldIdLst>
            <p14:sldId id="258"/>
          </p14:sldIdLst>
        </p14:section>
        <p14:section name="SDR Updates" id="{32896F1F-F141-466D-9037-30AD3038B902}">
          <p14:sldIdLst>
            <p14:sldId id="273"/>
            <p14:sldId id="275"/>
            <p14:sldId id="274"/>
            <p14:sldId id="276"/>
            <p14:sldId id="263"/>
          </p14:sldIdLst>
        </p14:section>
        <p14:section name="Backup Slides" id="{A5D95A38-9E55-412C-A5B4-6FF0ECB99009}">
          <p14:sldIdLst>
            <p14:sldId id="266"/>
            <p14:sldId id="262"/>
            <p14:sldId id="265"/>
            <p14:sldId id="259"/>
          </p14:sldIdLst>
        </p14:section>
        <p14:section name="Slide retrieval" id="{0855A03C-716D-4E7A-9EC0-EC8BBC12E7A0}">
          <p14:sldIdLst>
            <p14:sldId id="272"/>
            <p14:sldId id="264"/>
            <p14:sldId id="270"/>
            <p14:sldId id="260"/>
            <p14:sldId id="26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D6B2D"/>
    <a:srgbClr val="1A7A9A"/>
    <a:srgbClr val="B09040"/>
    <a:srgbClr val="1B3A6B"/>
    <a:srgbClr val="D8E4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987" dt="2026-09-09T02:20:21.282"/>
    <p1510:client id="{2068015D-4A85-4C5F-F3E2-8B0B9AD0DD4C}" v="13" dt="2026-09-08T21:57:29.737"/>
    <p1510:client id="{656D7C2A-1E2F-46D4-B6C6-E6145AD9F4DF}" v="1632" dt="2026-09-09T14:33:04.624"/>
    <p1510:client id="{DEAEC754-4398-FC44-D8B2-B088BF02437F}" v="97" dt="2026-09-09T00:21:09.851"/>
    <p1510:client id="{E90BEA51-0045-B77E-3498-B4CA8CFBD96E}" v="1119" dt="2026-09-09T02:02:32.142"/>
    <p1510:client id="{EE494FD1-5257-8A5D-1536-704EF29E87F8}" v="399" dt="2026-09-09T14:16:04.2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ces Bailey" userId="185eacd7-b53b-4df7-be20-ef56b7d6070b" providerId="ADAL" clId="{1BD63D26-8221-44D2-8C5A-5632EDE0D928}"/>
    <pc:docChg chg="undo custSel modSld">
      <pc:chgData name="Frances Bailey" userId="185eacd7-b53b-4df7-be20-ef56b7d6070b" providerId="ADAL" clId="{1BD63D26-8221-44D2-8C5A-5632EDE0D928}" dt="2026-08-31T16:21:07.628" v="1384" actId="208"/>
      <pc:docMkLst>
        <pc:docMk/>
      </pc:docMkLst>
      <pc:sldChg chg="modSp mod">
        <pc:chgData name="Frances Bailey" userId="185eacd7-b53b-4df7-be20-ef56b7d6070b" providerId="ADAL" clId="{1BD63D26-8221-44D2-8C5A-5632EDE0D928}" dt="2026-08-31T16:11:48.744" v="885" actId="1036"/>
        <pc:sldMkLst>
          <pc:docMk/>
          <pc:sldMk cId="0" sldId="256"/>
        </pc:sldMkLst>
        <pc:picChg chg="mod">
          <ac:chgData name="Frances Bailey" userId="185eacd7-b53b-4df7-be20-ef56b7d6070b" providerId="ADAL" clId="{1BD63D26-8221-44D2-8C5A-5632EDE0D928}" dt="2026-08-31T16:11:48.744" v="885" actId="1036"/>
          <ac:picMkLst>
            <pc:docMk/>
            <pc:sldMk cId="0" sldId="256"/>
            <ac:picMk id="26" creationId="{BD2D0769-D324-1AC0-9227-38A360A08690}"/>
          </ac:picMkLst>
        </pc:picChg>
      </pc:sldChg>
      <pc:sldChg chg="addSp delSp modSp mod">
        <pc:chgData name="Frances Bailey" userId="185eacd7-b53b-4df7-be20-ef56b7d6070b" providerId="ADAL" clId="{1BD63D26-8221-44D2-8C5A-5632EDE0D928}" dt="2026-08-31T16:11:16.126" v="867" actId="20577"/>
        <pc:sldMkLst>
          <pc:docMk/>
          <pc:sldMk cId="0" sldId="262"/>
        </pc:sldMkLst>
        <pc:spChg chg="mod">
          <ac:chgData name="Frances Bailey" userId="185eacd7-b53b-4df7-be20-ef56b7d6070b" providerId="ADAL" clId="{1BD63D26-8221-44D2-8C5A-5632EDE0D928}" dt="2026-08-31T15:57:14.598" v="313" actId="20577"/>
          <ac:spMkLst>
            <pc:docMk/>
            <pc:sldMk cId="0" sldId="262"/>
            <ac:spMk id="4" creationId="{00000000-0000-0000-0000-000000000000}"/>
          </ac:spMkLst>
        </pc:spChg>
        <pc:spChg chg="mod">
          <ac:chgData name="Frances Bailey" userId="185eacd7-b53b-4df7-be20-ef56b7d6070b" providerId="ADAL" clId="{1BD63D26-8221-44D2-8C5A-5632EDE0D928}" dt="2026-08-31T15:57:03.506" v="292" actId="1036"/>
          <ac:spMkLst>
            <pc:docMk/>
            <pc:sldMk cId="0" sldId="262"/>
            <ac:spMk id="26" creationId="{00000000-0000-0000-0000-000000000000}"/>
          </ac:spMkLst>
        </pc:spChg>
        <pc:spChg chg="mod">
          <ac:chgData name="Frances Bailey" userId="185eacd7-b53b-4df7-be20-ef56b7d6070b" providerId="ADAL" clId="{1BD63D26-8221-44D2-8C5A-5632EDE0D928}" dt="2026-08-31T15:57:03.506" v="292" actId="1036"/>
          <ac:spMkLst>
            <pc:docMk/>
            <pc:sldMk cId="0" sldId="262"/>
            <ac:spMk id="27" creationId="{00000000-0000-0000-0000-000000000000}"/>
          </ac:spMkLst>
        </pc:spChg>
        <pc:spChg chg="mod">
          <ac:chgData name="Frances Bailey" userId="185eacd7-b53b-4df7-be20-ef56b7d6070b" providerId="ADAL" clId="{1BD63D26-8221-44D2-8C5A-5632EDE0D928}" dt="2026-08-31T15:57:03.506" v="292" actId="1036"/>
          <ac:spMkLst>
            <pc:docMk/>
            <pc:sldMk cId="0" sldId="262"/>
            <ac:spMk id="28" creationId="{00000000-0000-0000-0000-000000000000}"/>
          </ac:spMkLst>
        </pc:spChg>
        <pc:spChg chg="mod">
          <ac:chgData name="Frances Bailey" userId="185eacd7-b53b-4df7-be20-ef56b7d6070b" providerId="ADAL" clId="{1BD63D26-8221-44D2-8C5A-5632EDE0D928}" dt="2026-08-31T15:57:03.506" v="292" actId="1036"/>
          <ac:spMkLst>
            <pc:docMk/>
            <pc:sldMk cId="0" sldId="262"/>
            <ac:spMk id="29" creationId="{00000000-0000-0000-0000-000000000000}"/>
          </ac:spMkLst>
        </pc:spChg>
        <pc:spChg chg="mod">
          <ac:chgData name="Frances Bailey" userId="185eacd7-b53b-4df7-be20-ef56b7d6070b" providerId="ADAL" clId="{1BD63D26-8221-44D2-8C5A-5632EDE0D928}" dt="2026-08-31T15:57:03.506" v="292" actId="1036"/>
          <ac:spMkLst>
            <pc:docMk/>
            <pc:sldMk cId="0" sldId="262"/>
            <ac:spMk id="30" creationId="{00000000-0000-0000-0000-000000000000}"/>
          </ac:spMkLst>
        </pc:spChg>
        <pc:spChg chg="mod">
          <ac:chgData name="Frances Bailey" userId="185eacd7-b53b-4df7-be20-ef56b7d6070b" providerId="ADAL" clId="{1BD63D26-8221-44D2-8C5A-5632EDE0D928}" dt="2026-08-31T15:57:03.506" v="292" actId="1036"/>
          <ac:spMkLst>
            <pc:docMk/>
            <pc:sldMk cId="0" sldId="262"/>
            <ac:spMk id="31" creationId="{00000000-0000-0000-0000-000000000000}"/>
          </ac:spMkLst>
        </pc:spChg>
        <pc:graphicFrameChg chg="add mod modGraphic">
          <ac:chgData name="Frances Bailey" userId="185eacd7-b53b-4df7-be20-ef56b7d6070b" providerId="ADAL" clId="{1BD63D26-8221-44D2-8C5A-5632EDE0D928}" dt="2026-08-31T16:11:16.126" v="867" actId="20577"/>
          <ac:graphicFrameMkLst>
            <pc:docMk/>
            <pc:sldMk cId="0" sldId="262"/>
            <ac:graphicFrameMk id="65" creationId="{9418EC05-2B3C-57E5-4D2D-629F3FBDEFEA}"/>
          </ac:graphicFrameMkLst>
        </pc:graphicFrameChg>
      </pc:sldChg>
      <pc:sldChg chg="addSp delSp modSp mod">
        <pc:chgData name="Frances Bailey" userId="185eacd7-b53b-4df7-be20-ef56b7d6070b" providerId="ADAL" clId="{1BD63D26-8221-44D2-8C5A-5632EDE0D928}" dt="2026-08-31T16:21:07.628" v="1384" actId="208"/>
        <pc:sldMkLst>
          <pc:docMk/>
          <pc:sldMk cId="2714522481" sldId="266"/>
        </pc:sldMkLst>
        <pc:spChg chg="mod">
          <ac:chgData name="Frances Bailey" userId="185eacd7-b53b-4df7-be20-ef56b7d6070b" providerId="ADAL" clId="{1BD63D26-8221-44D2-8C5A-5632EDE0D928}" dt="2026-08-31T16:20:09.524" v="1252" actId="1076"/>
          <ac:spMkLst>
            <pc:docMk/>
            <pc:sldMk cId="2714522481" sldId="266"/>
            <ac:spMk id="2" creationId="{9173218C-BB6B-62D9-0ED2-1C3B156856C9}"/>
          </ac:spMkLst>
        </pc:spChg>
        <pc:spChg chg="mod">
          <ac:chgData name="Frances Bailey" userId="185eacd7-b53b-4df7-be20-ef56b7d6070b" providerId="ADAL" clId="{1BD63D26-8221-44D2-8C5A-5632EDE0D928}" dt="2026-08-31T16:19:03.629" v="1240" actId="14100"/>
          <ac:spMkLst>
            <pc:docMk/>
            <pc:sldMk cId="2714522481" sldId="266"/>
            <ac:spMk id="5" creationId="{57BCBF06-8AB7-1C55-07D7-072170FA1A5A}"/>
          </ac:spMkLst>
        </pc:spChg>
        <pc:spChg chg="mod">
          <ac:chgData name="Frances Bailey" userId="185eacd7-b53b-4df7-be20-ef56b7d6070b" providerId="ADAL" clId="{1BD63D26-8221-44D2-8C5A-5632EDE0D928}" dt="2026-08-31T16:18:06.793" v="1232" actId="14100"/>
          <ac:spMkLst>
            <pc:docMk/>
            <pc:sldMk cId="2714522481" sldId="266"/>
            <ac:spMk id="6" creationId="{3BE0EF19-B811-5F2A-2333-69C6F96C119B}"/>
          </ac:spMkLst>
        </pc:spChg>
        <pc:spChg chg="mod">
          <ac:chgData name="Frances Bailey" userId="185eacd7-b53b-4df7-be20-ef56b7d6070b" providerId="ADAL" clId="{1BD63D26-8221-44D2-8C5A-5632EDE0D928}" dt="2026-08-31T16:18:22.526" v="1236" actId="122"/>
          <ac:spMkLst>
            <pc:docMk/>
            <pc:sldMk cId="2714522481" sldId="266"/>
            <ac:spMk id="7" creationId="{2D223B32-D5BA-A312-BF3F-131467558874}"/>
          </ac:spMkLst>
        </pc:spChg>
        <pc:spChg chg="mod">
          <ac:chgData name="Frances Bailey" userId="185eacd7-b53b-4df7-be20-ef56b7d6070b" providerId="ADAL" clId="{1BD63D26-8221-44D2-8C5A-5632EDE0D928}" dt="2026-08-31T16:19:06.955" v="1241" actId="14100"/>
          <ac:spMkLst>
            <pc:docMk/>
            <pc:sldMk cId="2714522481" sldId="266"/>
            <ac:spMk id="8" creationId="{ED2068CF-4E01-CA53-5409-997F48B7D6F6}"/>
          </ac:spMkLst>
        </pc:spChg>
        <pc:spChg chg="mod">
          <ac:chgData name="Frances Bailey" userId="185eacd7-b53b-4df7-be20-ef56b7d6070b" providerId="ADAL" clId="{1BD63D26-8221-44D2-8C5A-5632EDE0D928}" dt="2026-08-31T16:19:19.704" v="1243" actId="14100"/>
          <ac:spMkLst>
            <pc:docMk/>
            <pc:sldMk cId="2714522481" sldId="266"/>
            <ac:spMk id="13" creationId="{C221CA19-1B33-5899-2C79-828F775228FD}"/>
          </ac:spMkLst>
        </pc:spChg>
        <pc:spChg chg="mod">
          <ac:chgData name="Frances Bailey" userId="185eacd7-b53b-4df7-be20-ef56b7d6070b" providerId="ADAL" clId="{1BD63D26-8221-44D2-8C5A-5632EDE0D928}" dt="2026-08-31T16:18:14.592" v="1233" actId="14100"/>
          <ac:spMkLst>
            <pc:docMk/>
            <pc:sldMk cId="2714522481" sldId="266"/>
            <ac:spMk id="14" creationId="{6365B8EE-5DD2-B32D-EFE8-E3BCD2E62112}"/>
          </ac:spMkLst>
        </pc:spChg>
        <pc:spChg chg="mod">
          <ac:chgData name="Frances Bailey" userId="185eacd7-b53b-4df7-be20-ef56b7d6070b" providerId="ADAL" clId="{1BD63D26-8221-44D2-8C5A-5632EDE0D928}" dt="2026-08-31T16:18:22.526" v="1236" actId="122"/>
          <ac:spMkLst>
            <pc:docMk/>
            <pc:sldMk cId="2714522481" sldId="266"/>
            <ac:spMk id="15" creationId="{945DD3F7-E6A7-045E-F5AB-CFC921E4C293}"/>
          </ac:spMkLst>
        </pc:spChg>
        <pc:spChg chg="mod">
          <ac:chgData name="Frances Bailey" userId="185eacd7-b53b-4df7-be20-ef56b7d6070b" providerId="ADAL" clId="{1BD63D26-8221-44D2-8C5A-5632EDE0D928}" dt="2026-08-31T16:19:12.691" v="1242" actId="14100"/>
          <ac:spMkLst>
            <pc:docMk/>
            <pc:sldMk cId="2714522481" sldId="266"/>
            <ac:spMk id="16" creationId="{9976D0E2-7F91-D625-BFF8-409BA1E0CD53}"/>
          </ac:spMkLst>
        </pc:spChg>
        <pc:spChg chg="mod">
          <ac:chgData name="Frances Bailey" userId="185eacd7-b53b-4df7-be20-ef56b7d6070b" providerId="ADAL" clId="{1BD63D26-8221-44D2-8C5A-5632EDE0D928}" dt="2026-08-31T16:19:41.348" v="1246" actId="14100"/>
          <ac:spMkLst>
            <pc:docMk/>
            <pc:sldMk cId="2714522481" sldId="266"/>
            <ac:spMk id="21" creationId="{BAACD06D-10D5-0BDF-26E6-67C8BB88EDD5}"/>
          </ac:spMkLst>
        </pc:spChg>
        <pc:spChg chg="mod">
          <ac:chgData name="Frances Bailey" userId="185eacd7-b53b-4df7-be20-ef56b7d6070b" providerId="ADAL" clId="{1BD63D26-8221-44D2-8C5A-5632EDE0D928}" dt="2026-08-31T16:19:28.277" v="1244" actId="1076"/>
          <ac:spMkLst>
            <pc:docMk/>
            <pc:sldMk cId="2714522481" sldId="266"/>
            <ac:spMk id="22" creationId="{4EFC22D4-2636-16DC-E501-455227C2D452}"/>
          </ac:spMkLst>
        </pc:spChg>
        <pc:spChg chg="add mod">
          <ac:chgData name="Frances Bailey" userId="185eacd7-b53b-4df7-be20-ef56b7d6070b" providerId="ADAL" clId="{1BD63D26-8221-44D2-8C5A-5632EDE0D928}" dt="2026-08-31T16:20:33.883" v="1367" actId="14100"/>
          <ac:spMkLst>
            <pc:docMk/>
            <pc:sldMk cId="2714522481" sldId="266"/>
            <ac:spMk id="39" creationId="{98496649-7E41-F7A1-5C09-C5018C706D82}"/>
          </ac:spMkLst>
        </pc:spChg>
      </pc:sldChg>
    </pc:docChg>
  </pc:docChgLst>
  <pc:docChgLst>
    <pc:chgData name="Andras Szalay" userId="S::ansz3338@colorado.edu::9261596c-8b79-43ca-a3ce-9d667bbdc069" providerId="AD" clId="Web-{FA2B54D7-5146-8F7E-0581-CB680EE38DB3}"/>
    <pc:docChg chg="modSld">
      <pc:chgData name="Andras Szalay" userId="S::ansz3338@colorado.edu::9261596c-8b79-43ca-a3ce-9d667bbdc069" providerId="AD" clId="Web-{FA2B54D7-5146-8F7E-0581-CB680EE38DB3}" dt="2026-09-01T22:06:28.606" v="4" actId="20577"/>
      <pc:docMkLst>
        <pc:docMk/>
      </pc:docMkLst>
      <pc:sldChg chg="modSp">
        <pc:chgData name="Andras Szalay" userId="S::ansz3338@colorado.edu::9261596c-8b79-43ca-a3ce-9d667bbdc069" providerId="AD" clId="Web-{FA2B54D7-5146-8F7E-0581-CB680EE38DB3}" dt="2026-09-01T22:04:32.747" v="0" actId="20577"/>
        <pc:sldMkLst>
          <pc:docMk/>
          <pc:sldMk cId="0" sldId="256"/>
        </pc:sldMkLst>
        <pc:spChg chg="mod">
          <ac:chgData name="Andras Szalay" userId="S::ansz3338@colorado.edu::9261596c-8b79-43ca-a3ce-9d667bbdc069" providerId="AD" clId="Web-{FA2B54D7-5146-8F7E-0581-CB680EE38DB3}" dt="2026-09-01T22:04:32.747" v="0" actId="20577"/>
          <ac:spMkLst>
            <pc:docMk/>
            <pc:sldMk cId="0" sldId="256"/>
            <ac:spMk id="12" creationId="{00000000-0000-0000-0000-000000000000}"/>
          </ac:spMkLst>
        </pc:spChg>
      </pc:sldChg>
      <pc:sldChg chg="modSp">
        <pc:chgData name="Andras Szalay" userId="S::ansz3338@colorado.edu::9261596c-8b79-43ca-a3ce-9d667bbdc069" providerId="AD" clId="Web-{FA2B54D7-5146-8F7E-0581-CB680EE38DB3}" dt="2026-09-01T22:04:42.637" v="1" actId="20577"/>
        <pc:sldMkLst>
          <pc:docMk/>
          <pc:sldMk cId="0" sldId="258"/>
        </pc:sldMkLst>
      </pc:sldChg>
      <pc:sldChg chg="modSp">
        <pc:chgData name="Andras Szalay" userId="S::ansz3338@colorado.edu::9261596c-8b79-43ca-a3ce-9d667bbdc069" providerId="AD" clId="Web-{FA2B54D7-5146-8F7E-0581-CB680EE38DB3}" dt="2026-09-01T22:06:28.606" v="4" actId="20577"/>
        <pc:sldMkLst>
          <pc:docMk/>
          <pc:sldMk cId="4177603836" sldId="269"/>
        </pc:sldMkLst>
      </pc:sldChg>
    </pc:docChg>
  </pc:docChgLst>
  <pc:docChgLst>
    <pc:chgData name="Jack Abrams" userId="S::jaab7730@colorado.edu::19f0ce8b-7177-4474-b0db-a09cc846e8fe" providerId="AD" clId="Web-{DEAEC754-4398-FC44-D8B2-B088BF02437F}"/>
    <pc:docChg chg="modSld">
      <pc:chgData name="Jack Abrams" userId="S::jaab7730@colorado.edu::19f0ce8b-7177-4474-b0db-a09cc846e8fe" providerId="AD" clId="Web-{DEAEC754-4398-FC44-D8B2-B088BF02437F}" dt="2026-09-09T00:21:09.257" v="43" actId="20577"/>
      <pc:docMkLst>
        <pc:docMk/>
      </pc:docMkLst>
      <pc:sldChg chg="addSp modSp">
        <pc:chgData name="Jack Abrams" userId="S::jaab7730@colorado.edu::19f0ce8b-7177-4474-b0db-a09cc846e8fe" providerId="AD" clId="Web-{DEAEC754-4398-FC44-D8B2-B088BF02437F}" dt="2026-09-09T00:21:09.257" v="43" actId="20577"/>
        <pc:sldMkLst>
          <pc:docMk/>
          <pc:sldMk cId="4177603836" sldId="269"/>
        </pc:sldMkLst>
        <pc:spChg chg="add mod">
          <ac:chgData name="Jack Abrams" userId="S::jaab7730@colorado.edu::19f0ce8b-7177-4474-b0db-a09cc846e8fe" providerId="AD" clId="Web-{DEAEC754-4398-FC44-D8B2-B088BF02437F}" dt="2026-09-09T00:21:09.257" v="43" actId="20577"/>
          <ac:spMkLst>
            <pc:docMk/>
            <pc:sldMk cId="4177603836" sldId="269"/>
            <ac:spMk id="7" creationId="{2ED646B7-3463-2A96-D854-E54EADC0A719}"/>
          </ac:spMkLst>
        </pc:spChg>
        <pc:spChg chg="mod">
          <ac:chgData name="Jack Abrams" userId="S::jaab7730@colorado.edu::19f0ce8b-7177-4474-b0db-a09cc846e8fe" providerId="AD" clId="Web-{DEAEC754-4398-FC44-D8B2-B088BF02437F}" dt="2026-09-09T00:20:47.320" v="28" actId="14100"/>
          <ac:spMkLst>
            <pc:docMk/>
            <pc:sldMk cId="4177603836" sldId="269"/>
            <ac:spMk id="23" creationId="{69605FC2-C2E8-C0B2-BA92-CAD9FD319387}"/>
          </ac:spMkLst>
        </pc:spChg>
        <pc:spChg chg="mod">
          <ac:chgData name="Jack Abrams" userId="S::jaab7730@colorado.edu::19f0ce8b-7177-4474-b0db-a09cc846e8fe" providerId="AD" clId="Web-{DEAEC754-4398-FC44-D8B2-B088BF02437F}" dt="2026-09-09T00:20:28.163" v="10" actId="20577"/>
          <ac:spMkLst>
            <pc:docMk/>
            <pc:sldMk cId="4177603836" sldId="269"/>
            <ac:spMk id="26" creationId="{5EA490F5-193F-7722-64CC-FA09600A0F82}"/>
          </ac:spMkLst>
        </pc:spChg>
      </pc:sldChg>
    </pc:docChg>
  </pc:docChgLst>
  <pc:docChgLst>
    <pc:chgData name="Austin Hunter" userId="S::auhu3530@colorado.edu::00d7ded5-34be-4721-abaf-399e53169e95" providerId="AD" clId="Web-{2068015D-4A85-4C5F-F3E2-8B0B9AD0DD4C}"/>
    <pc:docChg chg="modSld">
      <pc:chgData name="Austin Hunter" userId="S::auhu3530@colorado.edu::00d7ded5-34be-4721-abaf-399e53169e95" providerId="AD" clId="Web-{2068015D-4A85-4C5F-F3E2-8B0B9AD0DD4C}" dt="2026-09-08T21:57:27.799" v="7" actId="20577"/>
      <pc:docMkLst>
        <pc:docMk/>
      </pc:docMkLst>
      <pc:sldChg chg="delSp modSp">
        <pc:chgData name="Austin Hunter" userId="S::auhu3530@colorado.edu::00d7ded5-34be-4721-abaf-399e53169e95" providerId="AD" clId="Web-{2068015D-4A85-4C5F-F3E2-8B0B9AD0DD4C}" dt="2026-09-08T21:57:27.799" v="7" actId="20577"/>
        <pc:sldMkLst>
          <pc:docMk/>
          <pc:sldMk cId="0" sldId="256"/>
        </pc:sldMkLst>
        <pc:spChg chg="mod">
          <ac:chgData name="Austin Hunter" userId="S::auhu3530@colorado.edu::00d7ded5-34be-4721-abaf-399e53169e95" providerId="AD" clId="Web-{2068015D-4A85-4C5F-F3E2-8B0B9AD0DD4C}" dt="2026-09-08T21:57:21.831" v="5" actId="20577"/>
          <ac:spMkLst>
            <pc:docMk/>
            <pc:sldMk cId="0" sldId="256"/>
            <ac:spMk id="10" creationId="{00000000-0000-0000-0000-000000000000}"/>
          </ac:spMkLst>
        </pc:spChg>
        <pc:spChg chg="del mod">
          <ac:chgData name="Austin Hunter" userId="S::auhu3530@colorado.edu::00d7ded5-34be-4721-abaf-399e53169e95" providerId="AD" clId="Web-{2068015D-4A85-4C5F-F3E2-8B0B9AD0DD4C}" dt="2026-09-08T21:56:57.331" v="2"/>
          <ac:spMkLst>
            <pc:docMk/>
            <pc:sldMk cId="0" sldId="256"/>
            <ac:spMk id="13" creationId="{00000000-0000-0000-0000-000000000000}"/>
          </ac:spMkLst>
        </pc:spChg>
        <pc:spChg chg="mod">
          <ac:chgData name="Austin Hunter" userId="S::auhu3530@colorado.edu::00d7ded5-34be-4721-abaf-399e53169e95" providerId="AD" clId="Web-{2068015D-4A85-4C5F-F3E2-8B0B9AD0DD4C}" dt="2026-09-08T21:57:27.799" v="7" actId="20577"/>
          <ac:spMkLst>
            <pc:docMk/>
            <pc:sldMk cId="0" sldId="256"/>
            <ac:spMk id="15" creationId="{00000000-0000-0000-0000-000000000000}"/>
          </ac:spMkLst>
        </pc:spChg>
      </pc:sldChg>
      <pc:sldChg chg="modSp">
        <pc:chgData name="Austin Hunter" userId="S::auhu3530@colorado.edu::00d7ded5-34be-4721-abaf-399e53169e95" providerId="AD" clId="Web-{2068015D-4A85-4C5F-F3E2-8B0B9AD0DD4C}" dt="2026-09-08T21:56:43.221" v="0" actId="20577"/>
        <pc:sldMkLst>
          <pc:docMk/>
          <pc:sldMk cId="0" sldId="257"/>
        </pc:sldMkLst>
        <pc:spChg chg="mod">
          <ac:chgData name="Austin Hunter" userId="S::auhu3530@colorado.edu::00d7ded5-34be-4721-abaf-399e53169e95" providerId="AD" clId="Web-{2068015D-4A85-4C5F-F3E2-8B0B9AD0DD4C}" dt="2026-09-08T21:56:43.221" v="0" actId="20577"/>
          <ac:spMkLst>
            <pc:docMk/>
            <pc:sldMk cId="0" sldId="257"/>
            <ac:spMk id="6" creationId="{00000000-0000-0000-0000-000000000000}"/>
          </ac:spMkLst>
        </pc:spChg>
      </pc:sldChg>
    </pc:docChg>
  </pc:docChgLst>
  <pc:docChgLst>
    <pc:chgData name="Austin Hunter" userId="S::auhu3530@colorado.edu::00d7ded5-34be-4721-abaf-399e53169e95" providerId="AD" clId="Web-{E510544E-6730-C332-F1D4-1328C249D9BB}"/>
    <pc:docChg chg="modSld">
      <pc:chgData name="Austin Hunter" userId="S::auhu3530@colorado.edu::00d7ded5-34be-4721-abaf-399e53169e95" providerId="AD" clId="Web-{E510544E-6730-C332-F1D4-1328C249D9BB}" dt="2026-09-01T17:36:23.037" v="3"/>
      <pc:docMkLst>
        <pc:docMk/>
      </pc:docMkLst>
      <pc:sldChg chg="addSp delSp modSp">
        <pc:chgData name="Austin Hunter" userId="S::auhu3530@colorado.edu::00d7ded5-34be-4721-abaf-399e53169e95" providerId="AD" clId="Web-{E510544E-6730-C332-F1D4-1328C249D9BB}" dt="2026-09-01T17:36:23.037" v="3"/>
        <pc:sldMkLst>
          <pc:docMk/>
          <pc:sldMk cId="0" sldId="258"/>
        </pc:sldMkLst>
      </pc:sldChg>
    </pc:docChg>
  </pc:docChgLst>
  <pc:docChgLst>
    <pc:chgData name="Jack Abrams" userId="S::jaab7730@colorado.edu::19f0ce8b-7177-4474-b0db-a09cc846e8fe" providerId="AD" clId="Web-{EB89CEFF-715B-297B-9C5C-CA78A86A7524}"/>
    <pc:docChg chg="modSld">
      <pc:chgData name="Jack Abrams" userId="S::jaab7730@colorado.edu::19f0ce8b-7177-4474-b0db-a09cc846e8fe" providerId="AD" clId="Web-{EB89CEFF-715B-297B-9C5C-CA78A86A7524}" dt="2026-09-01T15:35:05.552" v="139" actId="20577"/>
      <pc:docMkLst>
        <pc:docMk/>
      </pc:docMkLst>
      <pc:sldChg chg="modSp">
        <pc:chgData name="Jack Abrams" userId="S::jaab7730@colorado.edu::19f0ce8b-7177-4474-b0db-a09cc846e8fe" providerId="AD" clId="Web-{EB89CEFF-715B-297B-9C5C-CA78A86A7524}" dt="2026-09-01T04:21:09.459" v="106"/>
        <pc:sldMkLst>
          <pc:docMk/>
          <pc:sldMk cId="0" sldId="258"/>
        </pc:sldMkLst>
      </pc:sldChg>
      <pc:sldChg chg="addSp delSp modSp">
        <pc:chgData name="Jack Abrams" userId="S::jaab7730@colorado.edu::19f0ce8b-7177-4474-b0db-a09cc846e8fe" providerId="AD" clId="Web-{EB89CEFF-715B-297B-9C5C-CA78A86A7524}" dt="2026-09-01T15:35:05.552" v="139" actId="20577"/>
        <pc:sldMkLst>
          <pc:docMk/>
          <pc:sldMk cId="2714522481" sldId="266"/>
        </pc:sldMkLst>
        <pc:spChg chg="mod">
          <ac:chgData name="Jack Abrams" userId="S::jaab7730@colorado.edu::19f0ce8b-7177-4474-b0db-a09cc846e8fe" providerId="AD" clId="Web-{EB89CEFF-715B-297B-9C5C-CA78A86A7524}" dt="2026-09-01T04:21:04.677" v="101" actId="1076"/>
          <ac:spMkLst>
            <pc:docMk/>
            <pc:sldMk cId="2714522481" sldId="266"/>
            <ac:spMk id="5" creationId="{57BCBF06-8AB7-1C55-07D7-072170FA1A5A}"/>
          </ac:spMkLst>
        </pc:spChg>
        <pc:spChg chg="add del mod">
          <ac:chgData name="Jack Abrams" userId="S::jaab7730@colorado.edu::19f0ce8b-7177-4474-b0db-a09cc846e8fe" providerId="AD" clId="Web-{EB89CEFF-715B-297B-9C5C-CA78A86A7524}" dt="2026-09-01T15:35:05.552" v="139" actId="20577"/>
          <ac:spMkLst>
            <pc:docMk/>
            <pc:sldMk cId="2714522481" sldId="266"/>
            <ac:spMk id="8" creationId="{ED2068CF-4E01-CA53-5409-997F48B7D6F6}"/>
          </ac:spMkLst>
        </pc:spChg>
      </pc:sldChg>
    </pc:docChg>
  </pc:docChgLst>
  <pc:docChgLst>
    <pc:chgData name="Grace Halbleib" userId="S::grha1479@colorado.edu::20adbe66-092a-4971-a085-d61a06310afe" providerId="AD" clId="Web-{E90BEA51-0045-B77E-3498-B4CA8CFBD96E}"/>
    <pc:docChg chg="modSld">
      <pc:chgData name="Grace Halbleib" userId="S::grha1479@colorado.edu::20adbe66-092a-4971-a085-d61a06310afe" providerId="AD" clId="Web-{E90BEA51-0045-B77E-3498-B4CA8CFBD96E}" dt="2026-09-09T02:02:29.923" v="648" actId="20577"/>
      <pc:docMkLst>
        <pc:docMk/>
      </pc:docMkLst>
      <pc:sldChg chg="addSp delSp modSp">
        <pc:chgData name="Grace Halbleib" userId="S::grha1479@colorado.edu::20adbe66-092a-4971-a085-d61a06310afe" providerId="AD" clId="Web-{E90BEA51-0045-B77E-3498-B4CA8CFBD96E}" dt="2026-09-09T01:57:47.292" v="468" actId="20577"/>
        <pc:sldMkLst>
          <pc:docMk/>
          <pc:sldMk cId="0" sldId="258"/>
        </pc:sldMkLst>
        <pc:spChg chg="mod">
          <ac:chgData name="Grace Halbleib" userId="S::grha1479@colorado.edu::20adbe66-092a-4971-a085-d61a06310afe" providerId="AD" clId="Web-{E90BEA51-0045-B77E-3498-B4CA8CFBD96E}" dt="2026-09-09T01:57:47.292" v="468" actId="20577"/>
          <ac:spMkLst>
            <pc:docMk/>
            <pc:sldMk cId="0" sldId="258"/>
            <ac:spMk id="9" creationId="{5F2CEEC1-E6EB-AC19-E805-05F8C6509FD7}"/>
          </ac:spMkLst>
        </pc:spChg>
        <pc:spChg chg="add del">
          <ac:chgData name="Grace Halbleib" userId="S::grha1479@colorado.edu::20adbe66-092a-4971-a085-d61a06310afe" providerId="AD" clId="Web-{E90BEA51-0045-B77E-3498-B4CA8CFBD96E}" dt="2026-09-09T01:47:08.601" v="124"/>
          <ac:spMkLst>
            <pc:docMk/>
            <pc:sldMk cId="0" sldId="258"/>
            <ac:spMk id="10" creationId="{89DC1082-0D66-38CC-5004-1C390ACE0657}"/>
          </ac:spMkLst>
        </pc:spChg>
        <pc:spChg chg="add del">
          <ac:chgData name="Grace Halbleib" userId="S::grha1479@colorado.edu::20adbe66-092a-4971-a085-d61a06310afe" providerId="AD" clId="Web-{E90BEA51-0045-B77E-3498-B4CA8CFBD96E}" dt="2026-09-09T01:47:14.820" v="126"/>
          <ac:spMkLst>
            <pc:docMk/>
            <pc:sldMk cId="0" sldId="258"/>
            <ac:spMk id="11" creationId="{402DE342-BFFE-AF3B-0888-FEA6CCE20DF0}"/>
          </ac:spMkLst>
        </pc:spChg>
        <pc:spChg chg="add del">
          <ac:chgData name="Grace Halbleib" userId="S::grha1479@colorado.edu::20adbe66-092a-4971-a085-d61a06310afe" providerId="AD" clId="Web-{E90BEA51-0045-B77E-3498-B4CA8CFBD96E}" dt="2026-09-09T01:47:26.148" v="128"/>
          <ac:spMkLst>
            <pc:docMk/>
            <pc:sldMk cId="0" sldId="258"/>
            <ac:spMk id="12" creationId="{AB62811F-BB75-4EF7-01E7-DC52854C5813}"/>
          </ac:spMkLst>
        </pc:spChg>
      </pc:sldChg>
      <pc:sldChg chg="modSp">
        <pc:chgData name="Grace Halbleib" userId="S::grha1479@colorado.edu::20adbe66-092a-4971-a085-d61a06310afe" providerId="AD" clId="Web-{E90BEA51-0045-B77E-3498-B4CA8CFBD96E}" dt="2026-09-09T02:01:30.767" v="603" actId="20577"/>
        <pc:sldMkLst>
          <pc:docMk/>
          <pc:sldMk cId="2714522481" sldId="266"/>
        </pc:sldMkLst>
        <pc:spChg chg="mod">
          <ac:chgData name="Grace Halbleib" userId="S::grha1479@colorado.edu::20adbe66-092a-4971-a085-d61a06310afe" providerId="AD" clId="Web-{E90BEA51-0045-B77E-3498-B4CA8CFBD96E}" dt="2026-09-09T02:01:30.767" v="603" actId="20577"/>
          <ac:spMkLst>
            <pc:docMk/>
            <pc:sldMk cId="2714522481" sldId="266"/>
            <ac:spMk id="18" creationId="{F5C21FE6-C298-C527-34FF-17A24C070D63}"/>
          </ac:spMkLst>
        </pc:spChg>
      </pc:sldChg>
      <pc:sldChg chg="modSp">
        <pc:chgData name="Grace Halbleib" userId="S::grha1479@colorado.edu::20adbe66-092a-4971-a085-d61a06310afe" providerId="AD" clId="Web-{E90BEA51-0045-B77E-3498-B4CA8CFBD96E}" dt="2026-09-09T02:02:29.923" v="648" actId="20577"/>
        <pc:sldMkLst>
          <pc:docMk/>
          <pc:sldMk cId="4177603836" sldId="269"/>
        </pc:sldMkLst>
        <pc:spChg chg="mod">
          <ac:chgData name="Grace Halbleib" userId="S::grha1479@colorado.edu::20adbe66-092a-4971-a085-d61a06310afe" providerId="AD" clId="Web-{E90BEA51-0045-B77E-3498-B4CA8CFBD96E}" dt="2026-09-09T02:02:29.923" v="648" actId="20577"/>
          <ac:spMkLst>
            <pc:docMk/>
            <pc:sldMk cId="4177603836" sldId="269"/>
            <ac:spMk id="26" creationId="{5EA490F5-193F-7722-64CC-FA09600A0F82}"/>
          </ac:spMkLst>
        </pc:spChg>
      </pc:sldChg>
      <pc:sldChg chg="modSp">
        <pc:chgData name="Grace Halbleib" userId="S::grha1479@colorado.edu::20adbe66-092a-4971-a085-d61a06310afe" providerId="AD" clId="Web-{E90BEA51-0045-B77E-3498-B4CA8CFBD96E}" dt="2026-09-09T01:34:35.474" v="54" actId="20577"/>
        <pc:sldMkLst>
          <pc:docMk/>
          <pc:sldMk cId="2949148893" sldId="271"/>
        </pc:sldMkLst>
        <pc:spChg chg="mod">
          <ac:chgData name="Grace Halbleib" userId="S::grha1479@colorado.edu::20adbe66-092a-4971-a085-d61a06310afe" providerId="AD" clId="Web-{E90BEA51-0045-B77E-3498-B4CA8CFBD96E}" dt="2026-09-09T01:34:35.474" v="54" actId="20577"/>
          <ac:spMkLst>
            <pc:docMk/>
            <pc:sldMk cId="2949148893" sldId="271"/>
            <ac:spMk id="36" creationId="{1A0197A8-E0AE-5847-ACE2-2CB372E93F96}"/>
          </ac:spMkLst>
        </pc:spChg>
        <pc:spChg chg="mod">
          <ac:chgData name="Grace Halbleib" userId="S::grha1479@colorado.edu::20adbe66-092a-4971-a085-d61a06310afe" providerId="AD" clId="Web-{E90BEA51-0045-B77E-3498-B4CA8CFBD96E}" dt="2026-09-09T01:34:32.974" v="51" actId="20577"/>
          <ac:spMkLst>
            <pc:docMk/>
            <pc:sldMk cId="2949148893" sldId="271"/>
            <ac:spMk id="44" creationId="{7BA7AE71-9AEC-6A81-81DE-ED8C33F57C10}"/>
          </ac:spMkLst>
        </pc:spChg>
      </pc:sldChg>
      <pc:sldChg chg="addSp modSp">
        <pc:chgData name="Grace Halbleib" userId="S::grha1479@colorado.edu::20adbe66-092a-4971-a085-d61a06310afe" providerId="AD" clId="Web-{E90BEA51-0045-B77E-3498-B4CA8CFBD96E}" dt="2026-09-09T01:59:46.136" v="511" actId="20577"/>
        <pc:sldMkLst>
          <pc:docMk/>
          <pc:sldMk cId="2776663808" sldId="276"/>
        </pc:sldMkLst>
        <pc:spChg chg="mod">
          <ac:chgData name="Grace Halbleib" userId="S::grha1479@colorado.edu::20adbe66-092a-4971-a085-d61a06310afe" providerId="AD" clId="Web-{E90BEA51-0045-B77E-3498-B4CA8CFBD96E}" dt="2026-09-09T01:45:49.289" v="122" actId="20577"/>
          <ac:spMkLst>
            <pc:docMk/>
            <pc:sldMk cId="2776663808" sldId="276"/>
            <ac:spMk id="8" creationId="{655F8E93-B26C-AEA9-CEF2-E367F9553895}"/>
          </ac:spMkLst>
        </pc:spChg>
        <pc:spChg chg="add mod">
          <ac:chgData name="Grace Halbleib" userId="S::grha1479@colorado.edu::20adbe66-092a-4971-a085-d61a06310afe" providerId="AD" clId="Web-{E90BEA51-0045-B77E-3498-B4CA8CFBD96E}" dt="2026-09-09T01:45:05.632" v="115" actId="1076"/>
          <ac:spMkLst>
            <pc:docMk/>
            <pc:sldMk cId="2776663808" sldId="276"/>
            <ac:spMk id="11" creationId="{E35EBA04-1F3F-6D54-D538-0385715CA842}"/>
          </ac:spMkLst>
        </pc:spChg>
        <pc:spChg chg="mod">
          <ac:chgData name="Grace Halbleib" userId="S::grha1479@colorado.edu::20adbe66-092a-4971-a085-d61a06310afe" providerId="AD" clId="Web-{E90BEA51-0045-B77E-3498-B4CA8CFBD96E}" dt="2026-09-09T01:59:46.136" v="511" actId="20577"/>
          <ac:spMkLst>
            <pc:docMk/>
            <pc:sldMk cId="2776663808" sldId="276"/>
            <ac:spMk id="18" creationId="{5C6B8214-E33A-F120-423E-F70E96749071}"/>
          </ac:spMkLst>
        </pc:spChg>
        <pc:spChg chg="add mod">
          <ac:chgData name="Grace Halbleib" userId="S::grha1479@colorado.edu::20adbe66-092a-4971-a085-d61a06310afe" providerId="AD" clId="Web-{E90BEA51-0045-B77E-3498-B4CA8CFBD96E}" dt="2026-09-09T01:45:23.085" v="117" actId="1076"/>
          <ac:spMkLst>
            <pc:docMk/>
            <pc:sldMk cId="2776663808" sldId="276"/>
            <ac:spMk id="19" creationId="{E99C03D9-5B48-DA32-DEF7-BDE2373E6E00}"/>
          </ac:spMkLst>
        </pc:spChg>
      </pc:sldChg>
    </pc:docChg>
  </pc:docChgLst>
  <pc:docChgLst>
    <pc:chgData name="Jack Abrams" userId="S::jaab7730@colorado.edu::19f0ce8b-7177-4474-b0db-a09cc846e8fe" providerId="AD" clId="Web-{E6CC241F-75FC-1758-EEFB-1D218AE64A26}"/>
    <pc:docChg chg="modSld sldOrd">
      <pc:chgData name="Jack Abrams" userId="S::jaab7730@colorado.edu::19f0ce8b-7177-4474-b0db-a09cc846e8fe" providerId="AD" clId="Web-{E6CC241F-75FC-1758-EEFB-1D218AE64A26}" dt="2026-08-31T16:12:39.990" v="94" actId="20577"/>
      <pc:docMkLst>
        <pc:docMk/>
      </pc:docMkLst>
      <pc:sldChg chg="addSp delSp modSp">
        <pc:chgData name="Jack Abrams" userId="S::jaab7730@colorado.edu::19f0ce8b-7177-4474-b0db-a09cc846e8fe" providerId="AD" clId="Web-{E6CC241F-75FC-1758-EEFB-1D218AE64A26}" dt="2026-08-31T16:06:27.239" v="50" actId="1076"/>
        <pc:sldMkLst>
          <pc:docMk/>
          <pc:sldMk cId="0" sldId="256"/>
        </pc:sldMkLst>
        <pc:picChg chg="add mod">
          <ac:chgData name="Jack Abrams" userId="S::jaab7730@colorado.edu::19f0ce8b-7177-4474-b0db-a09cc846e8fe" providerId="AD" clId="Web-{E6CC241F-75FC-1758-EEFB-1D218AE64A26}" dt="2026-08-31T16:06:27.239" v="50" actId="1076"/>
          <ac:picMkLst>
            <pc:docMk/>
            <pc:sldMk cId="0" sldId="256"/>
            <ac:picMk id="26" creationId="{BD2D0769-D324-1AC0-9227-38A360A08690}"/>
          </ac:picMkLst>
        </pc:picChg>
      </pc:sldChg>
      <pc:sldChg chg="modSp">
        <pc:chgData name="Jack Abrams" userId="S::jaab7730@colorado.edu::19f0ce8b-7177-4474-b0db-a09cc846e8fe" providerId="AD" clId="Web-{E6CC241F-75FC-1758-EEFB-1D218AE64A26}" dt="2026-08-31T16:12:39.990" v="94" actId="20577"/>
        <pc:sldMkLst>
          <pc:docMk/>
          <pc:sldMk cId="0" sldId="257"/>
        </pc:sldMkLst>
        <pc:spChg chg="mod">
          <ac:chgData name="Jack Abrams" userId="S::jaab7730@colorado.edu::19f0ce8b-7177-4474-b0db-a09cc846e8fe" providerId="AD" clId="Web-{E6CC241F-75FC-1758-EEFB-1D218AE64A26}" dt="2026-08-31T16:12:14.397" v="66" actId="20577"/>
          <ac:spMkLst>
            <pc:docMk/>
            <pc:sldMk cId="0" sldId="257"/>
            <ac:spMk id="12" creationId="{00000000-0000-0000-0000-000000000000}"/>
          </ac:spMkLst>
        </pc:spChg>
        <pc:spChg chg="mod">
          <ac:chgData name="Jack Abrams" userId="S::jaab7730@colorado.edu::19f0ce8b-7177-4474-b0db-a09cc846e8fe" providerId="AD" clId="Web-{E6CC241F-75FC-1758-EEFB-1D218AE64A26}" dt="2026-08-31T16:12:24.334" v="84" actId="20577"/>
          <ac:spMkLst>
            <pc:docMk/>
            <pc:sldMk cId="0" sldId="257"/>
            <ac:spMk id="16" creationId="{00000000-0000-0000-0000-000000000000}"/>
          </ac:spMkLst>
        </pc:spChg>
        <pc:spChg chg="mod">
          <ac:chgData name="Jack Abrams" userId="S::jaab7730@colorado.edu::19f0ce8b-7177-4474-b0db-a09cc846e8fe" providerId="AD" clId="Web-{E6CC241F-75FC-1758-EEFB-1D218AE64A26}" dt="2026-08-31T16:12:30.678" v="92" actId="20577"/>
          <ac:spMkLst>
            <pc:docMk/>
            <pc:sldMk cId="0" sldId="257"/>
            <ac:spMk id="18" creationId="{00000000-0000-0000-0000-000000000000}"/>
          </ac:spMkLst>
        </pc:spChg>
        <pc:spChg chg="mod">
          <ac:chgData name="Jack Abrams" userId="S::jaab7730@colorado.edu::19f0ce8b-7177-4474-b0db-a09cc846e8fe" providerId="AD" clId="Web-{E6CC241F-75FC-1758-EEFB-1D218AE64A26}" dt="2026-08-31T16:12:39.990" v="94" actId="20577"/>
          <ac:spMkLst>
            <pc:docMk/>
            <pc:sldMk cId="0" sldId="257"/>
            <ac:spMk id="23" creationId="{1FEA1C6D-EF07-6948-FB68-0694B00FD74A}"/>
          </ac:spMkLst>
        </pc:spChg>
      </pc:sldChg>
      <pc:sldChg chg="ord">
        <pc:chgData name="Jack Abrams" userId="S::jaab7730@colorado.edu::19f0ce8b-7177-4474-b0db-a09cc846e8fe" providerId="AD" clId="Web-{E6CC241F-75FC-1758-EEFB-1D218AE64A26}" dt="2026-08-31T16:01:24.192" v="37"/>
        <pc:sldMkLst>
          <pc:docMk/>
          <pc:sldMk cId="0" sldId="258"/>
        </pc:sldMkLst>
      </pc:sldChg>
      <pc:sldChg chg="ord">
        <pc:chgData name="Jack Abrams" userId="S::jaab7730@colorado.edu::19f0ce8b-7177-4474-b0db-a09cc846e8fe" providerId="AD" clId="Web-{E6CC241F-75FC-1758-EEFB-1D218AE64A26}" dt="2026-08-31T16:01:04.254" v="36"/>
        <pc:sldMkLst>
          <pc:docMk/>
          <pc:sldMk cId="0" sldId="260"/>
        </pc:sldMkLst>
      </pc:sldChg>
      <pc:sldChg chg="modSp">
        <pc:chgData name="Jack Abrams" userId="S::jaab7730@colorado.edu::19f0ce8b-7177-4474-b0db-a09cc846e8fe" providerId="AD" clId="Web-{E6CC241F-75FC-1758-EEFB-1D218AE64A26}" dt="2026-08-31T16:05:55.817" v="43" actId="1076"/>
        <pc:sldMkLst>
          <pc:docMk/>
          <pc:sldMk cId="3310848042" sldId="264"/>
        </pc:sldMkLst>
        <pc:picChg chg="mod">
          <ac:chgData name="Jack Abrams" userId="S::jaab7730@colorado.edu::19f0ce8b-7177-4474-b0db-a09cc846e8fe" providerId="AD" clId="Web-{E6CC241F-75FC-1758-EEFB-1D218AE64A26}" dt="2026-08-31T16:05:55.817" v="43" actId="1076"/>
          <ac:picMkLst>
            <pc:docMk/>
            <pc:sldMk cId="3310848042" sldId="264"/>
            <ac:picMk id="9" creationId="{9CEBFC26-6E19-9759-7919-F4D32DDE3E6D}"/>
          </ac:picMkLst>
        </pc:picChg>
      </pc:sldChg>
      <pc:sldChg chg="modSp">
        <pc:chgData name="Jack Abrams" userId="S::jaab7730@colorado.edu::19f0ce8b-7177-4474-b0db-a09cc846e8fe" providerId="AD" clId="Web-{E6CC241F-75FC-1758-EEFB-1D218AE64A26}" dt="2026-08-31T16:07:14.005" v="51" actId="20577"/>
        <pc:sldMkLst>
          <pc:docMk/>
          <pc:sldMk cId="1516102815" sldId="265"/>
        </pc:sldMkLst>
        <pc:spChg chg="mod">
          <ac:chgData name="Jack Abrams" userId="S::jaab7730@colorado.edu::19f0ce8b-7177-4474-b0db-a09cc846e8fe" providerId="AD" clId="Web-{E6CC241F-75FC-1758-EEFB-1D218AE64A26}" dt="2026-08-31T16:07:14.005" v="51" actId="20577"/>
          <ac:spMkLst>
            <pc:docMk/>
            <pc:sldMk cId="1516102815" sldId="265"/>
            <ac:spMk id="5" creationId="{C5F9A53C-DC26-5FC3-1285-7725CF7365B3}"/>
          </ac:spMkLst>
        </pc:spChg>
      </pc:sldChg>
    </pc:docChg>
  </pc:docChgLst>
  <pc:docChgLst>
    <pc:chgData name="Grace Halbleib" userId="S::grha1479@colorado.edu::20adbe66-092a-4971-a085-d61a06310afe" providerId="AD" clId="Web-{00000000-0000-0000-0000-000000000000}"/>
    <pc:docChg chg="modSld">
      <pc:chgData name="Grace Halbleib" userId="S::grha1479@colorado.edu::20adbe66-092a-4971-a085-d61a06310afe" providerId="AD" clId="Web-{00000000-0000-0000-0000-000000000000}" dt="2026-09-01T22:21:08.183" v="583" actId="20577"/>
      <pc:docMkLst>
        <pc:docMk/>
      </pc:docMkLst>
      <pc:sldChg chg="modSp">
        <pc:chgData name="Grace Halbleib" userId="S::grha1479@colorado.edu::20adbe66-092a-4971-a085-d61a06310afe" providerId="AD" clId="Web-{00000000-0000-0000-0000-000000000000}" dt="2026-08-31T15:55:59.333" v="216" actId="20577"/>
        <pc:sldMkLst>
          <pc:docMk/>
          <pc:sldMk cId="0" sldId="256"/>
        </pc:sldMkLst>
        <pc:spChg chg="mod">
          <ac:chgData name="Grace Halbleib" userId="S::grha1479@colorado.edu::20adbe66-092a-4971-a085-d61a06310afe" providerId="AD" clId="Web-{00000000-0000-0000-0000-000000000000}" dt="2026-08-31T15:48:50.161" v="3" actId="20577"/>
          <ac:spMkLst>
            <pc:docMk/>
            <pc:sldMk cId="0" sldId="256"/>
            <ac:spMk id="9" creationId="{00000000-0000-0000-0000-000000000000}"/>
          </ac:spMkLst>
        </pc:spChg>
        <pc:spChg chg="mod">
          <ac:chgData name="Grace Halbleib" userId="S::grha1479@colorado.edu::20adbe66-092a-4971-a085-d61a06310afe" providerId="AD" clId="Web-{00000000-0000-0000-0000-000000000000}" dt="2026-08-31T15:55:17.895" v="196" actId="20577"/>
          <ac:spMkLst>
            <pc:docMk/>
            <pc:sldMk cId="0" sldId="256"/>
            <ac:spMk id="10" creationId="{00000000-0000-0000-0000-000000000000}"/>
          </ac:spMkLst>
        </pc:spChg>
        <pc:spChg chg="mod">
          <ac:chgData name="Grace Halbleib" userId="S::grha1479@colorado.edu::20adbe66-092a-4971-a085-d61a06310afe" providerId="AD" clId="Web-{00000000-0000-0000-0000-000000000000}" dt="2026-08-31T15:52:50.614" v="100" actId="1076"/>
          <ac:spMkLst>
            <pc:docMk/>
            <pc:sldMk cId="0" sldId="256"/>
            <ac:spMk id="12" creationId="{00000000-0000-0000-0000-000000000000}"/>
          </ac:spMkLst>
        </pc:spChg>
        <pc:spChg chg="mod">
          <ac:chgData name="Grace Halbleib" userId="S::grha1479@colorado.edu::20adbe66-092a-4971-a085-d61a06310afe" providerId="AD" clId="Web-{00000000-0000-0000-0000-000000000000}" dt="2026-08-31T15:53:02.442" v="103" actId="1076"/>
          <ac:spMkLst>
            <pc:docMk/>
            <pc:sldMk cId="0" sldId="256"/>
            <ac:spMk id="14" creationId="{00000000-0000-0000-0000-000000000000}"/>
          </ac:spMkLst>
        </pc:spChg>
        <pc:spChg chg="mod">
          <ac:chgData name="Grace Halbleib" userId="S::grha1479@colorado.edu::20adbe66-092a-4971-a085-d61a06310afe" providerId="AD" clId="Web-{00000000-0000-0000-0000-000000000000}" dt="2026-08-31T15:55:59.333" v="216" actId="20577"/>
          <ac:spMkLst>
            <pc:docMk/>
            <pc:sldMk cId="0" sldId="256"/>
            <ac:spMk id="15" creationId="{00000000-0000-0000-0000-000000000000}"/>
          </ac:spMkLst>
        </pc:spChg>
      </pc:sldChg>
      <pc:sldChg chg="addSp delSp modSp">
        <pc:chgData name="Grace Halbleib" userId="S::grha1479@colorado.edu::20adbe66-092a-4971-a085-d61a06310afe" providerId="AD" clId="Web-{00000000-0000-0000-0000-000000000000}" dt="2026-08-31T16:19:38.143" v="516"/>
        <pc:sldMkLst>
          <pc:docMk/>
          <pc:sldMk cId="0" sldId="257"/>
        </pc:sldMkLst>
        <pc:spChg chg="mod">
          <ac:chgData name="Grace Halbleib" userId="S::grha1479@colorado.edu::20adbe66-092a-4971-a085-d61a06310afe" providerId="AD" clId="Web-{00000000-0000-0000-0000-000000000000}" dt="2026-08-31T15:56:46.848" v="247" actId="20577"/>
          <ac:spMkLst>
            <pc:docMk/>
            <pc:sldMk cId="0" sldId="257"/>
            <ac:spMk id="10" creationId="{00000000-0000-0000-0000-000000000000}"/>
          </ac:spMkLst>
        </pc:spChg>
        <pc:spChg chg="mod">
          <ac:chgData name="Grace Halbleib" userId="S::grha1479@colorado.edu::20adbe66-092a-4971-a085-d61a06310afe" providerId="AD" clId="Web-{00000000-0000-0000-0000-000000000000}" dt="2026-08-31T15:57:05.551" v="266" actId="20577"/>
          <ac:spMkLst>
            <pc:docMk/>
            <pc:sldMk cId="0" sldId="257"/>
            <ac:spMk id="12" creationId="{00000000-0000-0000-0000-000000000000}"/>
          </ac:spMkLst>
        </pc:spChg>
        <pc:spChg chg="add mod">
          <ac:chgData name="Grace Halbleib" userId="S::grha1479@colorado.edu::20adbe66-092a-4971-a085-d61a06310afe" providerId="AD" clId="Web-{00000000-0000-0000-0000-000000000000}" dt="2026-08-31T15:57:58.926" v="273" actId="1076"/>
          <ac:spMkLst>
            <pc:docMk/>
            <pc:sldMk cId="0" sldId="257"/>
            <ac:spMk id="22" creationId="{8D1ADE45-0C1A-721D-09FC-2AD5D1F7A195}"/>
          </ac:spMkLst>
        </pc:spChg>
        <pc:spChg chg="add mod">
          <ac:chgData name="Grace Halbleib" userId="S::grha1479@colorado.edu::20adbe66-092a-4971-a085-d61a06310afe" providerId="AD" clId="Web-{00000000-0000-0000-0000-000000000000}" dt="2026-08-31T16:05:46.660" v="291" actId="20577"/>
          <ac:spMkLst>
            <pc:docMk/>
            <pc:sldMk cId="0" sldId="257"/>
            <ac:spMk id="23" creationId="{1FEA1C6D-EF07-6948-FB68-0694B00FD74A}"/>
          </ac:spMkLst>
        </pc:spChg>
      </pc:sldChg>
      <pc:sldChg chg="modSp">
        <pc:chgData name="Grace Halbleib" userId="S::grha1479@colorado.edu::20adbe66-092a-4971-a085-d61a06310afe" providerId="AD" clId="Web-{00000000-0000-0000-0000-000000000000}" dt="2026-08-31T16:21:26.503" v="566" actId="20577"/>
        <pc:sldMkLst>
          <pc:docMk/>
          <pc:sldMk cId="0" sldId="258"/>
        </pc:sldMkLst>
      </pc:sldChg>
      <pc:sldChg chg="modSp">
        <pc:chgData name="Grace Halbleib" userId="S::grha1479@colorado.edu::20adbe66-092a-4971-a085-d61a06310afe" providerId="AD" clId="Web-{00000000-0000-0000-0000-000000000000}" dt="2026-09-01T22:21:08.183" v="583" actId="20577"/>
        <pc:sldMkLst>
          <pc:docMk/>
          <pc:sldMk cId="0" sldId="259"/>
        </pc:sldMkLst>
        <pc:spChg chg="mod">
          <ac:chgData name="Grace Halbleib" userId="S::grha1479@colorado.edu::20adbe66-092a-4971-a085-d61a06310afe" providerId="AD" clId="Web-{00000000-0000-0000-0000-000000000000}" dt="2026-09-01T22:21:08.183" v="583" actId="20577"/>
          <ac:spMkLst>
            <pc:docMk/>
            <pc:sldMk cId="0" sldId="259"/>
            <ac:spMk id="4" creationId="{00000000-0000-0000-0000-000000000000}"/>
          </ac:spMkLst>
        </pc:spChg>
      </pc:sldChg>
      <pc:sldChg chg="addSp delSp modSp">
        <pc:chgData name="Grace Halbleib" userId="S::grha1479@colorado.edu::20adbe66-092a-4971-a085-d61a06310afe" providerId="AD" clId="Web-{00000000-0000-0000-0000-000000000000}" dt="2026-08-31T16:14:02.144" v="515" actId="20577"/>
        <pc:sldMkLst>
          <pc:docMk/>
          <pc:sldMk cId="1516102815" sldId="265"/>
        </pc:sldMkLst>
        <pc:spChg chg="mod">
          <ac:chgData name="Grace Halbleib" userId="S::grha1479@colorado.edu::20adbe66-092a-4971-a085-d61a06310afe" providerId="AD" clId="Web-{00000000-0000-0000-0000-000000000000}" dt="2026-08-31T16:06:37.613" v="316" actId="20577"/>
          <ac:spMkLst>
            <pc:docMk/>
            <pc:sldMk cId="1516102815" sldId="265"/>
            <ac:spMk id="5" creationId="{C5F9A53C-DC26-5FC3-1285-7725CF7365B3}"/>
          </ac:spMkLst>
        </pc:spChg>
        <pc:spChg chg="mod">
          <ac:chgData name="Grace Halbleib" userId="S::grha1479@colorado.edu::20adbe66-092a-4971-a085-d61a06310afe" providerId="AD" clId="Web-{00000000-0000-0000-0000-000000000000}" dt="2026-08-31T16:09:06.566" v="328" actId="20577"/>
          <ac:spMkLst>
            <pc:docMk/>
            <pc:sldMk cId="1516102815" sldId="265"/>
            <ac:spMk id="7" creationId="{16F2790C-0742-C8A4-F5E9-352BEC990D80}"/>
          </ac:spMkLst>
        </pc:spChg>
        <pc:spChg chg="mod">
          <ac:chgData name="Grace Halbleib" userId="S::grha1479@colorado.edu::20adbe66-092a-4971-a085-d61a06310afe" providerId="AD" clId="Web-{00000000-0000-0000-0000-000000000000}" dt="2026-08-31T16:10:52.628" v="356" actId="20577"/>
          <ac:spMkLst>
            <pc:docMk/>
            <pc:sldMk cId="1516102815" sldId="265"/>
            <ac:spMk id="8" creationId="{D23D05A3-3FAE-C025-AF74-AA5008C15BB1}"/>
          </ac:spMkLst>
        </pc:spChg>
        <pc:spChg chg="mod">
          <ac:chgData name="Grace Halbleib" userId="S::grha1479@colorado.edu::20adbe66-092a-4971-a085-d61a06310afe" providerId="AD" clId="Web-{00000000-0000-0000-0000-000000000000}" dt="2026-08-31T16:11:31.316" v="406" actId="20577"/>
          <ac:spMkLst>
            <pc:docMk/>
            <pc:sldMk cId="1516102815" sldId="265"/>
            <ac:spMk id="10" creationId="{288CE44D-6AFC-2A42-DDE5-A024B3A217C4}"/>
          </ac:spMkLst>
        </pc:spChg>
        <pc:spChg chg="mod">
          <ac:chgData name="Grace Halbleib" userId="S::grha1479@colorado.edu::20adbe66-092a-4971-a085-d61a06310afe" providerId="AD" clId="Web-{00000000-0000-0000-0000-000000000000}" dt="2026-08-31T16:11:44.956" v="439" actId="20577"/>
          <ac:spMkLst>
            <pc:docMk/>
            <pc:sldMk cId="1516102815" sldId="265"/>
            <ac:spMk id="11" creationId="{4E55E782-1AED-A50B-35B5-8C932ED57170}"/>
          </ac:spMkLst>
        </pc:spChg>
        <pc:spChg chg="mod">
          <ac:chgData name="Grace Halbleib" userId="S::grha1479@colorado.edu::20adbe66-092a-4971-a085-d61a06310afe" providerId="AD" clId="Web-{00000000-0000-0000-0000-000000000000}" dt="2026-08-31T16:11:55.285" v="461" actId="20577"/>
          <ac:spMkLst>
            <pc:docMk/>
            <pc:sldMk cId="1516102815" sldId="265"/>
            <ac:spMk id="13" creationId="{5EFE915E-6144-8E44-D96A-05D1EE908CD0}"/>
          </ac:spMkLst>
        </pc:spChg>
        <pc:spChg chg="mod">
          <ac:chgData name="Grace Halbleib" userId="S::grha1479@colorado.edu::20adbe66-092a-4971-a085-d61a06310afe" providerId="AD" clId="Web-{00000000-0000-0000-0000-000000000000}" dt="2026-08-31T16:14:02.144" v="515" actId="20577"/>
          <ac:spMkLst>
            <pc:docMk/>
            <pc:sldMk cId="1516102815" sldId="265"/>
            <ac:spMk id="14" creationId="{8C76E042-EC38-C41A-294E-24930FD5ED17}"/>
          </ac:spMkLst>
        </pc:spChg>
        <pc:picChg chg="add mod">
          <ac:chgData name="Grace Halbleib" userId="S::grha1479@colorado.edu::20adbe66-092a-4971-a085-d61a06310afe" providerId="AD" clId="Web-{00000000-0000-0000-0000-000000000000}" dt="2026-08-31T16:08:41.425" v="324" actId="1076"/>
          <ac:picMkLst>
            <pc:docMk/>
            <pc:sldMk cId="1516102815" sldId="265"/>
            <ac:picMk id="21" creationId="{72A1B245-4B20-0FD9-1579-577DE1D1E811}"/>
          </ac:picMkLst>
        </pc:picChg>
      </pc:sldChg>
    </pc:docChg>
  </pc:docChgLst>
  <pc:docChgLst>
    <pc:chgData name="Grace Halbleib" userId="S::grha1479@colorado.edu::20adbe66-092a-4971-a085-d61a06310afe" providerId="AD" clId="Web-{A034F238-0C8C-E538-916C-84D486F93092}"/>
    <pc:docChg chg="modSld">
      <pc:chgData name="Grace Halbleib" userId="S::grha1479@colorado.edu::20adbe66-092a-4971-a085-d61a06310afe" providerId="AD" clId="Web-{A034F238-0C8C-E538-916C-84D486F93092}" dt="2026-08-31T17:21:11.436" v="1" actId="1076"/>
      <pc:docMkLst>
        <pc:docMk/>
      </pc:docMkLst>
      <pc:sldChg chg="modSp">
        <pc:chgData name="Grace Halbleib" userId="S::grha1479@colorado.edu::20adbe66-092a-4971-a085-d61a06310afe" providerId="AD" clId="Web-{A034F238-0C8C-E538-916C-84D486F93092}" dt="2026-08-31T17:21:11.436" v="1" actId="1076"/>
        <pc:sldMkLst>
          <pc:docMk/>
          <pc:sldMk cId="2714522481" sldId="266"/>
        </pc:sldMkLst>
      </pc:sldChg>
    </pc:docChg>
  </pc:docChgLst>
  <pc:docChgLst>
    <pc:chgData name="Austin Hunter" userId="00d7ded5-34be-4721-abaf-399e53169e95" providerId="ADAL" clId="{64AE9F46-DCFB-4F0A-89B3-DFA18F9E6BA7}"/>
    <pc:docChg chg="undo custSel addSld delSld modSld sldOrd addSection modSection">
      <pc:chgData name="Austin Hunter" userId="00d7ded5-34be-4721-abaf-399e53169e95" providerId="ADAL" clId="{64AE9F46-DCFB-4F0A-89B3-DFA18F9E6BA7}" dt="2026-09-09T14:33:04.624" v="5275" actId="14100"/>
      <pc:docMkLst>
        <pc:docMk/>
      </pc:docMkLst>
      <pc:sldChg chg="modSp mod">
        <pc:chgData name="Austin Hunter" userId="00d7ded5-34be-4721-abaf-399e53169e95" providerId="ADAL" clId="{64AE9F46-DCFB-4F0A-89B3-DFA18F9E6BA7}" dt="2026-08-31T16:08:10.435" v="101" actId="20577"/>
        <pc:sldMkLst>
          <pc:docMk/>
          <pc:sldMk cId="0" sldId="256"/>
        </pc:sldMkLst>
        <pc:spChg chg="mod">
          <ac:chgData name="Austin Hunter" userId="00d7ded5-34be-4721-abaf-399e53169e95" providerId="ADAL" clId="{64AE9F46-DCFB-4F0A-89B3-DFA18F9E6BA7}" dt="2026-08-31T16:08:10.435" v="101" actId="20577"/>
          <ac:spMkLst>
            <pc:docMk/>
            <pc:sldMk cId="0" sldId="256"/>
            <ac:spMk id="9" creationId="{00000000-0000-0000-0000-000000000000}"/>
          </ac:spMkLst>
        </pc:spChg>
      </pc:sldChg>
      <pc:sldChg chg="modSp mod">
        <pc:chgData name="Austin Hunter" userId="00d7ded5-34be-4721-abaf-399e53169e95" providerId="ADAL" clId="{64AE9F46-DCFB-4F0A-89B3-DFA18F9E6BA7}" dt="2026-09-08T22:30:40.328" v="2357" actId="20577"/>
        <pc:sldMkLst>
          <pc:docMk/>
          <pc:sldMk cId="0" sldId="257"/>
        </pc:sldMkLst>
        <pc:spChg chg="mod">
          <ac:chgData name="Austin Hunter" userId="00d7ded5-34be-4721-abaf-399e53169e95" providerId="ADAL" clId="{64AE9F46-DCFB-4F0A-89B3-DFA18F9E6BA7}" dt="2026-08-31T16:09:05.903" v="111" actId="14100"/>
          <ac:spMkLst>
            <pc:docMk/>
            <pc:sldMk cId="0" sldId="257"/>
            <ac:spMk id="6" creationId="{00000000-0000-0000-0000-000000000000}"/>
          </ac:spMkLst>
        </pc:spChg>
        <pc:spChg chg="mod">
          <ac:chgData name="Austin Hunter" userId="00d7ded5-34be-4721-abaf-399e53169e95" providerId="ADAL" clId="{64AE9F46-DCFB-4F0A-89B3-DFA18F9E6BA7}" dt="2026-08-31T16:09:11.049" v="125" actId="20577"/>
          <ac:spMkLst>
            <pc:docMk/>
            <pc:sldMk cId="0" sldId="257"/>
            <ac:spMk id="7" creationId="{00000000-0000-0000-0000-000000000000}"/>
          </ac:spMkLst>
        </pc:spChg>
        <pc:spChg chg="mod">
          <ac:chgData name="Austin Hunter" userId="00d7ded5-34be-4721-abaf-399e53169e95" providerId="ADAL" clId="{64AE9F46-DCFB-4F0A-89B3-DFA18F9E6BA7}" dt="2026-09-08T22:25:06.576" v="2328" actId="20577"/>
          <ac:spMkLst>
            <pc:docMk/>
            <pc:sldMk cId="0" sldId="257"/>
            <ac:spMk id="10" creationId="{00000000-0000-0000-0000-000000000000}"/>
          </ac:spMkLst>
        </pc:spChg>
        <pc:spChg chg="mod">
          <ac:chgData name="Austin Hunter" userId="00d7ded5-34be-4721-abaf-399e53169e95" providerId="ADAL" clId="{64AE9F46-DCFB-4F0A-89B3-DFA18F9E6BA7}" dt="2026-09-08T22:25:17.733" v="2346" actId="20577"/>
          <ac:spMkLst>
            <pc:docMk/>
            <pc:sldMk cId="0" sldId="257"/>
            <ac:spMk id="12" creationId="{00000000-0000-0000-0000-000000000000}"/>
          </ac:spMkLst>
        </pc:spChg>
        <pc:spChg chg="mod">
          <ac:chgData name="Austin Hunter" userId="00d7ded5-34be-4721-abaf-399e53169e95" providerId="ADAL" clId="{64AE9F46-DCFB-4F0A-89B3-DFA18F9E6BA7}" dt="2026-09-08T22:30:40.328" v="2357" actId="20577"/>
          <ac:spMkLst>
            <pc:docMk/>
            <pc:sldMk cId="0" sldId="257"/>
            <ac:spMk id="16" creationId="{00000000-0000-0000-0000-000000000000}"/>
          </ac:spMkLst>
        </pc:spChg>
        <pc:spChg chg="mod">
          <ac:chgData name="Austin Hunter" userId="00d7ded5-34be-4721-abaf-399e53169e95" providerId="ADAL" clId="{64AE9F46-DCFB-4F0A-89B3-DFA18F9E6BA7}" dt="2026-09-08T22:25:59.675" v="2352"/>
          <ac:spMkLst>
            <pc:docMk/>
            <pc:sldMk cId="0" sldId="257"/>
            <ac:spMk id="23" creationId="{1FEA1C6D-EF07-6948-FB68-0694B00FD74A}"/>
          </ac:spMkLst>
        </pc:spChg>
      </pc:sldChg>
      <pc:sldChg chg="addSp delSp modSp mod delAnim modAnim">
        <pc:chgData name="Austin Hunter" userId="00d7ded5-34be-4721-abaf-399e53169e95" providerId="ADAL" clId="{64AE9F46-DCFB-4F0A-89B3-DFA18F9E6BA7}" dt="2026-09-08T22:44:25.546" v="2615" actId="478"/>
        <pc:sldMkLst>
          <pc:docMk/>
          <pc:sldMk cId="0" sldId="258"/>
        </pc:sldMkLst>
        <pc:spChg chg="mod">
          <ac:chgData name="Austin Hunter" userId="00d7ded5-34be-4721-abaf-399e53169e95" providerId="ADAL" clId="{64AE9F46-DCFB-4F0A-89B3-DFA18F9E6BA7}" dt="2026-09-01T20:07:09.230" v="385" actId="1076"/>
          <ac:spMkLst>
            <pc:docMk/>
            <pc:sldMk cId="0" sldId="258"/>
            <ac:spMk id="2" creationId="{00000000-0000-0000-0000-000000000000}"/>
          </ac:spMkLst>
        </pc:spChg>
        <pc:spChg chg="mod">
          <ac:chgData name="Austin Hunter" userId="00d7ded5-34be-4721-abaf-399e53169e95" providerId="ADAL" clId="{64AE9F46-DCFB-4F0A-89B3-DFA18F9E6BA7}" dt="2026-09-08T21:59:25.855" v="1111" actId="207"/>
          <ac:spMkLst>
            <pc:docMk/>
            <pc:sldMk cId="0" sldId="258"/>
            <ac:spMk id="3" creationId="{00000000-0000-0000-0000-000000000000}"/>
          </ac:spMkLst>
        </pc:spChg>
        <pc:spChg chg="mod">
          <ac:chgData name="Austin Hunter" userId="00d7ded5-34be-4721-abaf-399e53169e95" providerId="ADAL" clId="{64AE9F46-DCFB-4F0A-89B3-DFA18F9E6BA7}" dt="2026-09-08T21:59:46.716" v="1141" actId="20577"/>
          <ac:spMkLst>
            <pc:docMk/>
            <pc:sldMk cId="0" sldId="258"/>
            <ac:spMk id="5" creationId="{00000000-0000-0000-0000-000000000000}"/>
          </ac:spMkLst>
        </pc:spChg>
        <pc:spChg chg="del mod">
          <ac:chgData name="Austin Hunter" userId="00d7ded5-34be-4721-abaf-399e53169e95" providerId="ADAL" clId="{64AE9F46-DCFB-4F0A-89B3-DFA18F9E6BA7}" dt="2026-09-08T22:44:25.546" v="2615" actId="478"/>
          <ac:spMkLst>
            <pc:docMk/>
            <pc:sldMk cId="0" sldId="258"/>
            <ac:spMk id="6" creationId="{00000000-0000-0000-0000-000000000000}"/>
          </ac:spMkLst>
        </pc:spChg>
        <pc:spChg chg="del mod">
          <ac:chgData name="Austin Hunter" userId="00d7ded5-34be-4721-abaf-399e53169e95" providerId="ADAL" clId="{64AE9F46-DCFB-4F0A-89B3-DFA18F9E6BA7}" dt="2026-09-08T22:00:03.398" v="1142" actId="478"/>
          <ac:spMkLst>
            <pc:docMk/>
            <pc:sldMk cId="0" sldId="258"/>
            <ac:spMk id="8" creationId="{00000000-0000-0000-0000-000000000000}"/>
          </ac:spMkLst>
        </pc:spChg>
        <pc:spChg chg="add del mod">
          <ac:chgData name="Austin Hunter" userId="00d7ded5-34be-4721-abaf-399e53169e95" providerId="ADAL" clId="{64AE9F46-DCFB-4F0A-89B3-DFA18F9E6BA7}" dt="2026-09-08T22:44:25.546" v="2615" actId="478"/>
          <ac:spMkLst>
            <pc:docMk/>
            <pc:sldMk cId="0" sldId="258"/>
            <ac:spMk id="16" creationId="{A89AE31E-8922-A084-C64F-224967472B0D}"/>
          </ac:spMkLst>
        </pc:spChg>
        <pc:spChg chg="add del mod">
          <ac:chgData name="Austin Hunter" userId="00d7ded5-34be-4721-abaf-399e53169e95" providerId="ADAL" clId="{64AE9F46-DCFB-4F0A-89B3-DFA18F9E6BA7}" dt="2026-09-08T22:00:07.620" v="1143" actId="478"/>
          <ac:spMkLst>
            <pc:docMk/>
            <pc:sldMk cId="0" sldId="258"/>
            <ac:spMk id="22" creationId="{102EA2A5-0C14-BDBC-0BC0-8210CC4A1122}"/>
          </ac:spMkLst>
        </pc:spChg>
        <pc:spChg chg="add del mod">
          <ac:chgData name="Austin Hunter" userId="00d7ded5-34be-4721-abaf-399e53169e95" providerId="ADAL" clId="{64AE9F46-DCFB-4F0A-89B3-DFA18F9E6BA7}" dt="2026-09-08T22:00:03.398" v="1142" actId="478"/>
          <ac:spMkLst>
            <pc:docMk/>
            <pc:sldMk cId="0" sldId="258"/>
            <ac:spMk id="24" creationId="{7D26FA30-761F-A04B-9297-59EE31A14EDB}"/>
          </ac:spMkLst>
        </pc:spChg>
        <pc:spChg chg="add del mod">
          <ac:chgData name="Austin Hunter" userId="00d7ded5-34be-4721-abaf-399e53169e95" providerId="ADAL" clId="{64AE9F46-DCFB-4F0A-89B3-DFA18F9E6BA7}" dt="2026-09-08T22:00:03.398" v="1142" actId="478"/>
          <ac:spMkLst>
            <pc:docMk/>
            <pc:sldMk cId="0" sldId="258"/>
            <ac:spMk id="25" creationId="{FCEC840D-D047-571D-7F7C-7C07FCBF44C0}"/>
          </ac:spMkLst>
        </pc:spChg>
        <pc:spChg chg="add del mod">
          <ac:chgData name="Austin Hunter" userId="00d7ded5-34be-4721-abaf-399e53169e95" providerId="ADAL" clId="{64AE9F46-DCFB-4F0A-89B3-DFA18F9E6BA7}" dt="2026-09-08T22:00:03.398" v="1142" actId="478"/>
          <ac:spMkLst>
            <pc:docMk/>
            <pc:sldMk cId="0" sldId="258"/>
            <ac:spMk id="26" creationId="{5D5F5F46-1968-2A6E-3755-8A8E7AFAE3CC}"/>
          </ac:spMkLst>
        </pc:spChg>
        <pc:spChg chg="add del mod">
          <ac:chgData name="Austin Hunter" userId="00d7ded5-34be-4721-abaf-399e53169e95" providerId="ADAL" clId="{64AE9F46-DCFB-4F0A-89B3-DFA18F9E6BA7}" dt="2026-09-08T22:00:07.620" v="1143" actId="478"/>
          <ac:spMkLst>
            <pc:docMk/>
            <pc:sldMk cId="0" sldId="258"/>
            <ac:spMk id="28" creationId="{4995A3C1-E658-5079-3A5B-73EF7A24D6E3}"/>
          </ac:spMkLst>
        </pc:spChg>
        <pc:spChg chg="add del mod">
          <ac:chgData name="Austin Hunter" userId="00d7ded5-34be-4721-abaf-399e53169e95" providerId="ADAL" clId="{64AE9F46-DCFB-4F0A-89B3-DFA18F9E6BA7}" dt="2026-09-08T22:00:03.398" v="1142" actId="478"/>
          <ac:spMkLst>
            <pc:docMk/>
            <pc:sldMk cId="0" sldId="258"/>
            <ac:spMk id="30" creationId="{215C2B0E-72BF-4AE3-1D9A-1A111A2695F2}"/>
          </ac:spMkLst>
        </pc:spChg>
        <pc:spChg chg="add del mod">
          <ac:chgData name="Austin Hunter" userId="00d7ded5-34be-4721-abaf-399e53169e95" providerId="ADAL" clId="{64AE9F46-DCFB-4F0A-89B3-DFA18F9E6BA7}" dt="2026-09-08T22:00:03.398" v="1142" actId="478"/>
          <ac:spMkLst>
            <pc:docMk/>
            <pc:sldMk cId="0" sldId="258"/>
            <ac:spMk id="32" creationId="{A2CDCE5C-408A-DFF0-5673-74375EEA3AEB}"/>
          </ac:spMkLst>
        </pc:spChg>
        <pc:spChg chg="add del mod">
          <ac:chgData name="Austin Hunter" userId="00d7ded5-34be-4721-abaf-399e53169e95" providerId="ADAL" clId="{64AE9F46-DCFB-4F0A-89B3-DFA18F9E6BA7}" dt="2026-09-08T22:44:25.546" v="2615" actId="478"/>
          <ac:spMkLst>
            <pc:docMk/>
            <pc:sldMk cId="0" sldId="258"/>
            <ac:spMk id="34" creationId="{9C83876D-AF3F-BB29-2116-EFEE6D18AC1E}"/>
          </ac:spMkLst>
        </pc:spChg>
        <pc:spChg chg="add del mod">
          <ac:chgData name="Austin Hunter" userId="00d7ded5-34be-4721-abaf-399e53169e95" providerId="ADAL" clId="{64AE9F46-DCFB-4F0A-89B3-DFA18F9E6BA7}" dt="2026-09-08T22:00:03.398" v="1142" actId="478"/>
          <ac:spMkLst>
            <pc:docMk/>
            <pc:sldMk cId="0" sldId="258"/>
            <ac:spMk id="36" creationId="{65765FEA-8AD7-0953-45DC-7F9542320D9E}"/>
          </ac:spMkLst>
        </pc:spChg>
        <pc:spChg chg="add del mod">
          <ac:chgData name="Austin Hunter" userId="00d7ded5-34be-4721-abaf-399e53169e95" providerId="ADAL" clId="{64AE9F46-DCFB-4F0A-89B3-DFA18F9E6BA7}" dt="2026-09-08T22:00:03.398" v="1142" actId="478"/>
          <ac:spMkLst>
            <pc:docMk/>
            <pc:sldMk cId="0" sldId="258"/>
            <ac:spMk id="38" creationId="{6F0E09E3-4E24-452D-C09D-7A4830CC3675}"/>
          </ac:spMkLst>
        </pc:spChg>
        <pc:spChg chg="add del mod">
          <ac:chgData name="Austin Hunter" userId="00d7ded5-34be-4721-abaf-399e53169e95" providerId="ADAL" clId="{64AE9F46-DCFB-4F0A-89B3-DFA18F9E6BA7}" dt="2026-09-08T22:00:07.620" v="1143" actId="478"/>
          <ac:spMkLst>
            <pc:docMk/>
            <pc:sldMk cId="0" sldId="258"/>
            <ac:spMk id="40" creationId="{C853E7FA-038F-D2D1-10F3-4E372412F6D8}"/>
          </ac:spMkLst>
        </pc:spChg>
        <pc:spChg chg="add del mod">
          <ac:chgData name="Austin Hunter" userId="00d7ded5-34be-4721-abaf-399e53169e95" providerId="ADAL" clId="{64AE9F46-DCFB-4F0A-89B3-DFA18F9E6BA7}" dt="2026-09-08T22:00:03.398" v="1142" actId="478"/>
          <ac:spMkLst>
            <pc:docMk/>
            <pc:sldMk cId="0" sldId="258"/>
            <ac:spMk id="42" creationId="{FC0E76BF-7857-9B12-E25D-40FACB2A4344}"/>
          </ac:spMkLst>
        </pc:spChg>
        <pc:spChg chg="add del mod">
          <ac:chgData name="Austin Hunter" userId="00d7ded5-34be-4721-abaf-399e53169e95" providerId="ADAL" clId="{64AE9F46-DCFB-4F0A-89B3-DFA18F9E6BA7}" dt="2026-09-08T22:00:03.398" v="1142" actId="478"/>
          <ac:spMkLst>
            <pc:docMk/>
            <pc:sldMk cId="0" sldId="258"/>
            <ac:spMk id="44" creationId="{EF4434B0-7BB2-5D83-A330-A7295E005E7D}"/>
          </ac:spMkLst>
        </pc:spChg>
      </pc:sldChg>
      <pc:sldChg chg="delSp modSp mod ord">
        <pc:chgData name="Austin Hunter" userId="00d7ded5-34be-4721-abaf-399e53169e95" providerId="ADAL" clId="{64AE9F46-DCFB-4F0A-89B3-DFA18F9E6BA7}" dt="2026-09-01T20:48:33.470" v="1109" actId="242"/>
        <pc:sldMkLst>
          <pc:docMk/>
          <pc:sldMk cId="0" sldId="259"/>
        </pc:sldMkLst>
        <pc:spChg chg="mod">
          <ac:chgData name="Austin Hunter" userId="00d7ded5-34be-4721-abaf-399e53169e95" providerId="ADAL" clId="{64AE9F46-DCFB-4F0A-89B3-DFA18F9E6BA7}" dt="2026-09-01T20:47:50.407" v="1054" actId="20577"/>
          <ac:spMkLst>
            <pc:docMk/>
            <pc:sldMk cId="0" sldId="259"/>
            <ac:spMk id="4" creationId="{00000000-0000-0000-0000-000000000000}"/>
          </ac:spMkLst>
        </pc:spChg>
        <pc:spChg chg="mod">
          <ac:chgData name="Austin Hunter" userId="00d7ded5-34be-4721-abaf-399e53169e95" providerId="ADAL" clId="{64AE9F46-DCFB-4F0A-89B3-DFA18F9E6BA7}" dt="2026-09-01T20:47:58.586" v="1063" actId="20577"/>
          <ac:spMkLst>
            <pc:docMk/>
            <pc:sldMk cId="0" sldId="259"/>
            <ac:spMk id="7" creationId="{00000000-0000-0000-0000-000000000000}"/>
          </ac:spMkLst>
        </pc:spChg>
        <pc:spChg chg="mod">
          <ac:chgData name="Austin Hunter" userId="00d7ded5-34be-4721-abaf-399e53169e95" providerId="ADAL" clId="{64AE9F46-DCFB-4F0A-89B3-DFA18F9E6BA7}" dt="2026-09-01T20:48:31.174" v="1108" actId="242"/>
          <ac:spMkLst>
            <pc:docMk/>
            <pc:sldMk cId="0" sldId="259"/>
            <ac:spMk id="8" creationId="{00000000-0000-0000-0000-000000000000}"/>
          </ac:spMkLst>
        </pc:spChg>
        <pc:spChg chg="mod">
          <ac:chgData name="Austin Hunter" userId="00d7ded5-34be-4721-abaf-399e53169e95" providerId="ADAL" clId="{64AE9F46-DCFB-4F0A-89B3-DFA18F9E6BA7}" dt="2026-09-01T20:48:09.571" v="1102" actId="20577"/>
          <ac:spMkLst>
            <pc:docMk/>
            <pc:sldMk cId="0" sldId="259"/>
            <ac:spMk id="15" creationId="{00000000-0000-0000-0000-000000000000}"/>
          </ac:spMkLst>
        </pc:spChg>
        <pc:spChg chg="mod">
          <ac:chgData name="Austin Hunter" userId="00d7ded5-34be-4721-abaf-399e53169e95" providerId="ADAL" clId="{64AE9F46-DCFB-4F0A-89B3-DFA18F9E6BA7}" dt="2026-09-01T20:48:33.470" v="1109" actId="242"/>
          <ac:spMkLst>
            <pc:docMk/>
            <pc:sldMk cId="0" sldId="259"/>
            <ac:spMk id="16" creationId="{00000000-0000-0000-0000-000000000000}"/>
          </ac:spMkLst>
        </pc:spChg>
        <pc:spChg chg="mod">
          <ac:chgData name="Austin Hunter" userId="00d7ded5-34be-4721-abaf-399e53169e95" providerId="ADAL" clId="{64AE9F46-DCFB-4F0A-89B3-DFA18F9E6BA7}" dt="2026-09-01T20:48:27.589" v="1107" actId="20577"/>
          <ac:spMkLst>
            <pc:docMk/>
            <pc:sldMk cId="0" sldId="259"/>
            <ac:spMk id="22" creationId="{00000000-0000-0000-0000-000000000000}"/>
          </ac:spMkLst>
        </pc:spChg>
      </pc:sldChg>
      <pc:sldChg chg="ord">
        <pc:chgData name="Austin Hunter" userId="00d7ded5-34be-4721-abaf-399e53169e95" providerId="ADAL" clId="{64AE9F46-DCFB-4F0A-89B3-DFA18F9E6BA7}" dt="2026-08-31T16:11:07.323" v="127"/>
        <pc:sldMkLst>
          <pc:docMk/>
          <pc:sldMk cId="0" sldId="261"/>
        </pc:sldMkLst>
      </pc:sldChg>
      <pc:sldChg chg="modSp mod ord">
        <pc:chgData name="Austin Hunter" userId="00d7ded5-34be-4721-abaf-399e53169e95" providerId="ADAL" clId="{64AE9F46-DCFB-4F0A-89B3-DFA18F9E6BA7}" dt="2026-09-09T00:36:55.198" v="3152"/>
        <pc:sldMkLst>
          <pc:docMk/>
          <pc:sldMk cId="0" sldId="262"/>
        </pc:sldMkLst>
        <pc:graphicFrameChg chg="mod modGraphic">
          <ac:chgData name="Austin Hunter" userId="00d7ded5-34be-4721-abaf-399e53169e95" providerId="ADAL" clId="{64AE9F46-DCFB-4F0A-89B3-DFA18F9E6BA7}" dt="2026-09-01T20:34:14.429" v="914" actId="20577"/>
          <ac:graphicFrameMkLst>
            <pc:docMk/>
            <pc:sldMk cId="0" sldId="262"/>
            <ac:graphicFrameMk id="65" creationId="{9418EC05-2B3C-57E5-4D2D-629F3FBDEFEA}"/>
          </ac:graphicFrameMkLst>
        </pc:graphicFrameChg>
      </pc:sldChg>
      <pc:sldChg chg="addSp delSp modSp mod ord">
        <pc:chgData name="Austin Hunter" userId="00d7ded5-34be-4721-abaf-399e53169e95" providerId="ADAL" clId="{64AE9F46-DCFB-4F0A-89B3-DFA18F9E6BA7}" dt="2026-09-09T07:03:42.767" v="5056"/>
        <pc:sldMkLst>
          <pc:docMk/>
          <pc:sldMk cId="0" sldId="263"/>
        </pc:sldMkLst>
        <pc:spChg chg="mod">
          <ac:chgData name="Austin Hunter" userId="00d7ded5-34be-4721-abaf-399e53169e95" providerId="ADAL" clId="{64AE9F46-DCFB-4F0A-89B3-DFA18F9E6BA7}" dt="2026-09-09T00:37:19.875" v="3165" actId="20577"/>
          <ac:spMkLst>
            <pc:docMk/>
            <pc:sldMk cId="0" sldId="263"/>
            <ac:spMk id="7" creationId="{00000000-0000-0000-0000-000000000000}"/>
          </ac:spMkLst>
        </pc:spChg>
        <pc:spChg chg="del">
          <ac:chgData name="Austin Hunter" userId="00d7ded5-34be-4721-abaf-399e53169e95" providerId="ADAL" clId="{64AE9F46-DCFB-4F0A-89B3-DFA18F9E6BA7}" dt="2026-09-09T00:37:25.130" v="3166" actId="478"/>
          <ac:spMkLst>
            <pc:docMk/>
            <pc:sldMk cId="0" sldId="263"/>
            <ac:spMk id="10" creationId="{00000000-0000-0000-0000-000000000000}"/>
          </ac:spMkLst>
        </pc:spChg>
        <pc:spChg chg="del">
          <ac:chgData name="Austin Hunter" userId="00d7ded5-34be-4721-abaf-399e53169e95" providerId="ADAL" clId="{64AE9F46-DCFB-4F0A-89B3-DFA18F9E6BA7}" dt="2026-09-09T00:37:25.130" v="3166" actId="478"/>
          <ac:spMkLst>
            <pc:docMk/>
            <pc:sldMk cId="0" sldId="263"/>
            <ac:spMk id="11" creationId="{00000000-0000-0000-0000-000000000000}"/>
          </ac:spMkLst>
        </pc:spChg>
        <pc:spChg chg="del">
          <ac:chgData name="Austin Hunter" userId="00d7ded5-34be-4721-abaf-399e53169e95" providerId="ADAL" clId="{64AE9F46-DCFB-4F0A-89B3-DFA18F9E6BA7}" dt="2026-09-09T00:37:25.130" v="3166" actId="478"/>
          <ac:spMkLst>
            <pc:docMk/>
            <pc:sldMk cId="0" sldId="263"/>
            <ac:spMk id="12" creationId="{00000000-0000-0000-0000-000000000000}"/>
          </ac:spMkLst>
        </pc:spChg>
        <pc:spChg chg="del">
          <ac:chgData name="Austin Hunter" userId="00d7ded5-34be-4721-abaf-399e53169e95" providerId="ADAL" clId="{64AE9F46-DCFB-4F0A-89B3-DFA18F9E6BA7}" dt="2026-09-09T00:37:27.068" v="3167" actId="478"/>
          <ac:spMkLst>
            <pc:docMk/>
            <pc:sldMk cId="0" sldId="263"/>
            <ac:spMk id="13" creationId="{00000000-0000-0000-0000-000000000000}"/>
          </ac:spMkLst>
        </pc:spChg>
        <pc:spChg chg="del">
          <ac:chgData name="Austin Hunter" userId="00d7ded5-34be-4721-abaf-399e53169e95" providerId="ADAL" clId="{64AE9F46-DCFB-4F0A-89B3-DFA18F9E6BA7}" dt="2026-09-09T00:37:25.130" v="3166" actId="478"/>
          <ac:spMkLst>
            <pc:docMk/>
            <pc:sldMk cId="0" sldId="263"/>
            <ac:spMk id="14" creationId="{00000000-0000-0000-0000-000000000000}"/>
          </ac:spMkLst>
        </pc:spChg>
        <pc:picChg chg="add mod">
          <ac:chgData name="Austin Hunter" userId="00d7ded5-34be-4721-abaf-399e53169e95" providerId="ADAL" clId="{64AE9F46-DCFB-4F0A-89B3-DFA18F9E6BA7}" dt="2026-09-09T00:37:45.143" v="3183" actId="1037"/>
          <ac:picMkLst>
            <pc:docMk/>
            <pc:sldMk cId="0" sldId="263"/>
            <ac:picMk id="17" creationId="{754E1EBA-0DFA-F651-96BE-2269BA52487B}"/>
          </ac:picMkLst>
        </pc:picChg>
      </pc:sldChg>
      <pc:sldChg chg="addSp modSp new mod ord setBg">
        <pc:chgData name="Austin Hunter" userId="00d7ded5-34be-4721-abaf-399e53169e95" providerId="ADAL" clId="{64AE9F46-DCFB-4F0A-89B3-DFA18F9E6BA7}" dt="2026-08-31T16:11:18.110" v="129"/>
        <pc:sldMkLst>
          <pc:docMk/>
          <pc:sldMk cId="3310848042" sldId="264"/>
        </pc:sldMkLst>
        <pc:spChg chg="add">
          <ac:chgData name="Austin Hunter" userId="00d7ded5-34be-4721-abaf-399e53169e95" providerId="ADAL" clId="{64AE9F46-DCFB-4F0A-89B3-DFA18F9E6BA7}" dt="2026-08-31T15:57:39.851" v="2" actId="26606"/>
          <ac:spMkLst>
            <pc:docMk/>
            <pc:sldMk cId="3310848042" sldId="264"/>
            <ac:spMk id="14" creationId="{E8DC6FCD-811B-436E-9FEE-FC957486CD7E}"/>
          </ac:spMkLst>
        </pc:spChg>
        <pc:picChg chg="add mod ord modCrop">
          <ac:chgData name="Austin Hunter" userId="00d7ded5-34be-4721-abaf-399e53169e95" providerId="ADAL" clId="{64AE9F46-DCFB-4F0A-89B3-DFA18F9E6BA7}" dt="2026-08-31T15:57:57.053" v="5" actId="732"/>
          <ac:picMkLst>
            <pc:docMk/>
            <pc:sldMk cId="3310848042" sldId="264"/>
            <ac:picMk id="3" creationId="{55613FC5-6D7B-6CD8-28E6-DB8AF1EDFFA2}"/>
          </ac:picMkLst>
        </pc:picChg>
        <pc:picChg chg="add mod ord modCrop">
          <ac:chgData name="Austin Hunter" userId="00d7ded5-34be-4721-abaf-399e53169e95" providerId="ADAL" clId="{64AE9F46-DCFB-4F0A-89B3-DFA18F9E6BA7}" dt="2026-08-31T15:58:02.343" v="6" actId="732"/>
          <ac:picMkLst>
            <pc:docMk/>
            <pc:sldMk cId="3310848042" sldId="264"/>
            <ac:picMk id="5" creationId="{56F3FDAD-89FF-3E2D-EADE-CFCD14EFCF76}"/>
          </ac:picMkLst>
        </pc:picChg>
        <pc:picChg chg="add mod ord modCrop">
          <ac:chgData name="Austin Hunter" userId="00d7ded5-34be-4721-abaf-399e53169e95" providerId="ADAL" clId="{64AE9F46-DCFB-4F0A-89B3-DFA18F9E6BA7}" dt="2026-08-31T15:58:34.487" v="8" actId="1076"/>
          <ac:picMkLst>
            <pc:docMk/>
            <pc:sldMk cId="3310848042" sldId="264"/>
            <ac:picMk id="7" creationId="{7C5E8A4F-606D-44D0-E6C2-B6866DFB3DA0}"/>
          </ac:picMkLst>
        </pc:picChg>
        <pc:picChg chg="add mod modCrop">
          <ac:chgData name="Austin Hunter" userId="00d7ded5-34be-4721-abaf-399e53169e95" providerId="ADAL" clId="{64AE9F46-DCFB-4F0A-89B3-DFA18F9E6BA7}" dt="2026-08-31T15:58:55.462" v="10" actId="732"/>
          <ac:picMkLst>
            <pc:docMk/>
            <pc:sldMk cId="3310848042" sldId="264"/>
            <ac:picMk id="9" creationId="{9CEBFC26-6E19-9759-7919-F4D32DDE3E6D}"/>
          </ac:picMkLst>
        </pc:picChg>
      </pc:sldChg>
      <pc:sldChg chg="modSp add mod">
        <pc:chgData name="Austin Hunter" userId="00d7ded5-34be-4721-abaf-399e53169e95" providerId="ADAL" clId="{64AE9F46-DCFB-4F0A-89B3-DFA18F9E6BA7}" dt="2026-08-31T16:14:25.662" v="150" actId="20577"/>
        <pc:sldMkLst>
          <pc:docMk/>
          <pc:sldMk cId="1516102815" sldId="265"/>
        </pc:sldMkLst>
        <pc:spChg chg="mod">
          <ac:chgData name="Austin Hunter" userId="00d7ded5-34be-4721-abaf-399e53169e95" providerId="ADAL" clId="{64AE9F46-DCFB-4F0A-89B3-DFA18F9E6BA7}" dt="2026-08-31T16:14:25.662" v="150" actId="20577"/>
          <ac:spMkLst>
            <pc:docMk/>
            <pc:sldMk cId="1516102815" sldId="265"/>
            <ac:spMk id="11" creationId="{4E55E782-1AED-A50B-35B5-8C932ED57170}"/>
          </ac:spMkLst>
        </pc:spChg>
        <pc:spChg chg="mod">
          <ac:chgData name="Austin Hunter" userId="00d7ded5-34be-4721-abaf-399e53169e95" providerId="ADAL" clId="{64AE9F46-DCFB-4F0A-89B3-DFA18F9E6BA7}" dt="2026-08-31T16:14:15.962" v="148" actId="20577"/>
          <ac:spMkLst>
            <pc:docMk/>
            <pc:sldMk cId="1516102815" sldId="265"/>
            <ac:spMk id="14" creationId="{8C76E042-EC38-C41A-294E-24930FD5ED17}"/>
          </ac:spMkLst>
        </pc:spChg>
      </pc:sldChg>
      <pc:sldChg chg="addSp delSp modSp add mod ord">
        <pc:chgData name="Austin Hunter" userId="00d7ded5-34be-4721-abaf-399e53169e95" providerId="ADAL" clId="{64AE9F46-DCFB-4F0A-89B3-DFA18F9E6BA7}" dt="2026-09-09T00:36:44.267" v="3148"/>
        <pc:sldMkLst>
          <pc:docMk/>
          <pc:sldMk cId="2714522481" sldId="266"/>
        </pc:sldMkLst>
        <pc:spChg chg="mod">
          <ac:chgData name="Austin Hunter" userId="00d7ded5-34be-4721-abaf-399e53169e95" providerId="ADAL" clId="{64AE9F46-DCFB-4F0A-89B3-DFA18F9E6BA7}" dt="2026-08-31T16:18:15.676" v="152" actId="1076"/>
          <ac:spMkLst>
            <pc:docMk/>
            <pc:sldMk cId="2714522481" sldId="266"/>
            <ac:spMk id="2" creationId="{9173218C-BB6B-62D9-0ED2-1C3B156856C9}"/>
          </ac:spMkLst>
        </pc:spChg>
        <pc:spChg chg="mod">
          <ac:chgData name="Austin Hunter" userId="00d7ded5-34be-4721-abaf-399e53169e95" providerId="ADAL" clId="{64AE9F46-DCFB-4F0A-89B3-DFA18F9E6BA7}" dt="2026-08-31T16:12:01.724" v="147" actId="20577"/>
          <ac:spMkLst>
            <pc:docMk/>
            <pc:sldMk cId="2714522481" sldId="266"/>
            <ac:spMk id="4" creationId="{05336204-B9AF-DC89-47C3-A0CF64711C19}"/>
          </ac:spMkLst>
        </pc:spChg>
        <pc:spChg chg="mod">
          <ac:chgData name="Austin Hunter" userId="00d7ded5-34be-4721-abaf-399e53169e95" providerId="ADAL" clId="{64AE9F46-DCFB-4F0A-89B3-DFA18F9E6BA7}" dt="2026-09-01T20:13:29.662" v="408"/>
          <ac:spMkLst>
            <pc:docMk/>
            <pc:sldMk cId="2714522481" sldId="266"/>
            <ac:spMk id="8" creationId="{ED2068CF-4E01-CA53-5409-997F48B7D6F6}"/>
          </ac:spMkLst>
        </pc:spChg>
        <pc:spChg chg="add mod ord">
          <ac:chgData name="Austin Hunter" userId="00d7ded5-34be-4721-abaf-399e53169e95" providerId="ADAL" clId="{64AE9F46-DCFB-4F0A-89B3-DFA18F9E6BA7}" dt="2026-09-01T20:43:32.173" v="952" actId="166"/>
          <ac:spMkLst>
            <pc:docMk/>
            <pc:sldMk cId="2714522481" sldId="266"/>
            <ac:spMk id="10" creationId="{F0B90933-E05E-A569-3AF8-3699482C9B99}"/>
          </ac:spMkLst>
        </pc:spChg>
        <pc:spChg chg="add mod ord">
          <ac:chgData name="Austin Hunter" userId="00d7ded5-34be-4721-abaf-399e53169e95" providerId="ADAL" clId="{64AE9F46-DCFB-4F0A-89B3-DFA18F9E6BA7}" dt="2026-09-01T20:44:16.227" v="960" actId="208"/>
          <ac:spMkLst>
            <pc:docMk/>
            <pc:sldMk cId="2714522481" sldId="266"/>
            <ac:spMk id="12" creationId="{8FB7169B-CC05-3DE6-E6BE-02E88C616973}"/>
          </ac:spMkLst>
        </pc:spChg>
        <pc:spChg chg="mod">
          <ac:chgData name="Austin Hunter" userId="00d7ded5-34be-4721-abaf-399e53169e95" providerId="ADAL" clId="{64AE9F46-DCFB-4F0A-89B3-DFA18F9E6BA7}" dt="2026-09-01T20:24:15.204" v="565" actId="207"/>
          <ac:spMkLst>
            <pc:docMk/>
            <pc:sldMk cId="2714522481" sldId="266"/>
            <ac:spMk id="14" creationId="{6365B8EE-5DD2-B32D-EFE8-E3BCD2E62112}"/>
          </ac:spMkLst>
        </pc:spChg>
        <pc:spChg chg="mod">
          <ac:chgData name="Austin Hunter" userId="00d7ded5-34be-4721-abaf-399e53169e95" providerId="ADAL" clId="{64AE9F46-DCFB-4F0A-89B3-DFA18F9E6BA7}" dt="2026-09-01T20:46:15.171" v="1044" actId="313"/>
          <ac:spMkLst>
            <pc:docMk/>
            <pc:sldMk cId="2714522481" sldId="266"/>
            <ac:spMk id="16" creationId="{9976D0E2-7F91-D625-BFF8-409BA1E0CD53}"/>
          </ac:spMkLst>
        </pc:spChg>
        <pc:spChg chg="add mod">
          <ac:chgData name="Austin Hunter" userId="00d7ded5-34be-4721-abaf-399e53169e95" providerId="ADAL" clId="{64AE9F46-DCFB-4F0A-89B3-DFA18F9E6BA7}" dt="2026-09-01T20:44:56.173" v="969" actId="1076"/>
          <ac:spMkLst>
            <pc:docMk/>
            <pc:sldMk cId="2714522481" sldId="266"/>
            <ac:spMk id="18" creationId="{F5C21FE6-C298-C527-34FF-17A24C070D63}"/>
          </ac:spMkLst>
        </pc:spChg>
        <pc:spChg chg="mod">
          <ac:chgData name="Austin Hunter" userId="00d7ded5-34be-4721-abaf-399e53169e95" providerId="ADAL" clId="{64AE9F46-DCFB-4F0A-89B3-DFA18F9E6BA7}" dt="2026-08-31T16:18:12.446" v="151" actId="14100"/>
          <ac:spMkLst>
            <pc:docMk/>
            <pc:sldMk cId="2714522481" sldId="266"/>
            <ac:spMk id="21" creationId="{BAACD06D-10D5-0BDF-26E6-67C8BB88EDD5}"/>
          </ac:spMkLst>
        </pc:spChg>
        <pc:spChg chg="mod">
          <ac:chgData name="Austin Hunter" userId="00d7ded5-34be-4721-abaf-399e53169e95" providerId="ADAL" clId="{64AE9F46-DCFB-4F0A-89B3-DFA18F9E6BA7}" dt="2026-08-31T16:18:22.292" v="153" actId="1076"/>
          <ac:spMkLst>
            <pc:docMk/>
            <pc:sldMk cId="2714522481" sldId="266"/>
            <ac:spMk id="22" creationId="{4EFC22D4-2636-16DC-E501-455227C2D452}"/>
          </ac:spMkLst>
        </pc:spChg>
        <pc:spChg chg="mod ord">
          <ac:chgData name="Austin Hunter" userId="00d7ded5-34be-4721-abaf-399e53169e95" providerId="ADAL" clId="{64AE9F46-DCFB-4F0A-89B3-DFA18F9E6BA7}" dt="2026-09-01T20:44:08.662" v="959" actId="208"/>
          <ac:spMkLst>
            <pc:docMk/>
            <pc:sldMk cId="2714522481" sldId="266"/>
            <ac:spMk id="39" creationId="{98496649-7E41-F7A1-5C09-C5018C706D82}"/>
          </ac:spMkLst>
        </pc:spChg>
      </pc:sldChg>
      <pc:sldChg chg="modSp add del mod modTransition modAnim">
        <pc:chgData name="Austin Hunter" userId="00d7ded5-34be-4721-abaf-399e53169e95" providerId="ADAL" clId="{64AE9F46-DCFB-4F0A-89B3-DFA18F9E6BA7}" dt="2026-09-09T00:36:51.244" v="3150" actId="47"/>
        <pc:sldMkLst>
          <pc:docMk/>
          <pc:sldMk cId="4049331613" sldId="268"/>
        </pc:sldMkLst>
        <pc:spChg chg="mod">
          <ac:chgData name="Austin Hunter" userId="00d7ded5-34be-4721-abaf-399e53169e95" providerId="ADAL" clId="{64AE9F46-DCFB-4F0A-89B3-DFA18F9E6BA7}" dt="2026-09-09T00:36:49.756" v="3149" actId="20577"/>
          <ac:spMkLst>
            <pc:docMk/>
            <pc:sldMk cId="4049331613" sldId="268"/>
            <ac:spMk id="5" creationId="{B068F055-A42E-66CF-6006-D1369E5D6DD1}"/>
          </ac:spMkLst>
        </pc:spChg>
      </pc:sldChg>
      <pc:sldChg chg="addSp delSp modSp add mod ord delAnim">
        <pc:chgData name="Austin Hunter" userId="00d7ded5-34be-4721-abaf-399e53169e95" providerId="ADAL" clId="{64AE9F46-DCFB-4F0A-89B3-DFA18F9E6BA7}" dt="2026-09-09T06:54:23.645" v="4652" actId="1076"/>
        <pc:sldMkLst>
          <pc:docMk/>
          <pc:sldMk cId="4177603836" sldId="269"/>
        </pc:sldMkLst>
        <pc:spChg chg="mod">
          <ac:chgData name="Austin Hunter" userId="00d7ded5-34be-4721-abaf-399e53169e95" providerId="ADAL" clId="{64AE9F46-DCFB-4F0A-89B3-DFA18F9E6BA7}" dt="2026-09-01T20:22:31.806" v="555" actId="1076"/>
          <ac:spMkLst>
            <pc:docMk/>
            <pc:sldMk cId="4177603836" sldId="269"/>
            <ac:spMk id="2" creationId="{6B78641A-CEDA-C4D1-29A8-E1CE52079A60}"/>
          </ac:spMkLst>
        </pc:spChg>
        <pc:spChg chg="add mod">
          <ac:chgData name="Austin Hunter" userId="00d7ded5-34be-4721-abaf-399e53169e95" providerId="ADAL" clId="{64AE9F46-DCFB-4F0A-89B3-DFA18F9E6BA7}" dt="2026-09-08T22:40:06.347" v="2436" actId="20577"/>
          <ac:spMkLst>
            <pc:docMk/>
            <pc:sldMk cId="4177603836" sldId="269"/>
            <ac:spMk id="5" creationId="{62505EE7-E291-8956-FDBD-089945145F6A}"/>
          </ac:spMkLst>
        </pc:spChg>
        <pc:spChg chg="del">
          <ac:chgData name="Austin Hunter" userId="00d7ded5-34be-4721-abaf-399e53169e95" providerId="ADAL" clId="{64AE9F46-DCFB-4F0A-89B3-DFA18F9E6BA7}" dt="2026-09-08T22:01:25.901" v="1146" actId="478"/>
          <ac:spMkLst>
            <pc:docMk/>
            <pc:sldMk cId="4177603836" sldId="269"/>
            <ac:spMk id="7" creationId="{6D04C903-894E-18A5-CA02-7AB0BFD9F0EA}"/>
          </ac:spMkLst>
        </pc:spChg>
        <pc:spChg chg="add mod">
          <ac:chgData name="Austin Hunter" userId="00d7ded5-34be-4721-abaf-399e53169e95" providerId="ADAL" clId="{64AE9F46-DCFB-4F0A-89B3-DFA18F9E6BA7}" dt="2026-09-09T06:54:23.645" v="4652" actId="1076"/>
          <ac:spMkLst>
            <pc:docMk/>
            <pc:sldMk cId="4177603836" sldId="269"/>
            <ac:spMk id="9" creationId="{4F2D853D-A264-216E-184F-9FC32F6F33DC}"/>
          </ac:spMkLst>
        </pc:spChg>
        <pc:spChg chg="add mod">
          <ac:chgData name="Austin Hunter" userId="00d7ded5-34be-4721-abaf-399e53169e95" providerId="ADAL" clId="{64AE9F46-DCFB-4F0A-89B3-DFA18F9E6BA7}" dt="2026-09-01T20:27:07.082" v="575" actId="1076"/>
          <ac:spMkLst>
            <pc:docMk/>
            <pc:sldMk cId="4177603836" sldId="269"/>
            <ac:spMk id="10" creationId="{544D25B6-F576-527F-062E-E53A06537F19}"/>
          </ac:spMkLst>
        </pc:spChg>
        <pc:spChg chg="add mod">
          <ac:chgData name="Austin Hunter" userId="00d7ded5-34be-4721-abaf-399e53169e95" providerId="ADAL" clId="{64AE9F46-DCFB-4F0A-89B3-DFA18F9E6BA7}" dt="2026-09-01T20:27:07.082" v="575" actId="1076"/>
          <ac:spMkLst>
            <pc:docMk/>
            <pc:sldMk cId="4177603836" sldId="269"/>
            <ac:spMk id="12" creationId="{0042EB55-2AA0-1EE5-EB5B-F79BE31E365B}"/>
          </ac:spMkLst>
        </pc:spChg>
        <pc:spChg chg="add mod">
          <ac:chgData name="Austin Hunter" userId="00d7ded5-34be-4721-abaf-399e53169e95" providerId="ADAL" clId="{64AE9F46-DCFB-4F0A-89B3-DFA18F9E6BA7}" dt="2026-09-09T06:54:16.995" v="4651" actId="1076"/>
          <ac:spMkLst>
            <pc:docMk/>
            <pc:sldMk cId="4177603836" sldId="269"/>
            <ac:spMk id="13" creationId="{C2AFACD8-23A5-BA1C-0DC1-183BF38D4696}"/>
          </ac:spMkLst>
        </pc:spChg>
        <pc:spChg chg="add mod">
          <ac:chgData name="Austin Hunter" userId="00d7ded5-34be-4721-abaf-399e53169e95" providerId="ADAL" clId="{64AE9F46-DCFB-4F0A-89B3-DFA18F9E6BA7}" dt="2026-09-01T20:26:55.890" v="574" actId="1076"/>
          <ac:spMkLst>
            <pc:docMk/>
            <pc:sldMk cId="4177603836" sldId="269"/>
            <ac:spMk id="14" creationId="{B04F1236-36C4-456D-FAF6-70AB139279E5}"/>
          </ac:spMkLst>
        </pc:spChg>
        <pc:spChg chg="mod">
          <ac:chgData name="Austin Hunter" userId="00d7ded5-34be-4721-abaf-399e53169e95" providerId="ADAL" clId="{64AE9F46-DCFB-4F0A-89B3-DFA18F9E6BA7}" dt="2026-09-08T22:43:42.812" v="2597" actId="554"/>
          <ac:spMkLst>
            <pc:docMk/>
            <pc:sldMk cId="4177603836" sldId="269"/>
            <ac:spMk id="16" creationId="{F747E426-D3B3-1E9E-E19F-2D6CCCA37CC5}"/>
          </ac:spMkLst>
        </pc:spChg>
        <pc:spChg chg="add mod">
          <ac:chgData name="Austin Hunter" userId="00d7ded5-34be-4721-abaf-399e53169e95" providerId="ADAL" clId="{64AE9F46-DCFB-4F0A-89B3-DFA18F9E6BA7}" dt="2026-09-01T20:26:55.890" v="574" actId="1076"/>
          <ac:spMkLst>
            <pc:docMk/>
            <pc:sldMk cId="4177603836" sldId="269"/>
            <ac:spMk id="17" creationId="{D8968B9A-1935-688E-B1F4-B6999AD0D9F5}"/>
          </ac:spMkLst>
        </pc:spChg>
        <pc:spChg chg="del mod">
          <ac:chgData name="Austin Hunter" userId="00d7ded5-34be-4721-abaf-399e53169e95" providerId="ADAL" clId="{64AE9F46-DCFB-4F0A-89B3-DFA18F9E6BA7}" dt="2026-09-08T22:01:25.901" v="1146" actId="478"/>
          <ac:spMkLst>
            <pc:docMk/>
            <pc:sldMk cId="4177603836" sldId="269"/>
            <ac:spMk id="21" creationId="{02932047-15AD-7E71-7B66-B9233811718C}"/>
          </ac:spMkLst>
        </pc:spChg>
        <pc:spChg chg="mod">
          <ac:chgData name="Austin Hunter" userId="00d7ded5-34be-4721-abaf-399e53169e95" providerId="ADAL" clId="{64AE9F46-DCFB-4F0A-89B3-DFA18F9E6BA7}" dt="2026-09-01T20:24:38.080" v="567" actId="208"/>
          <ac:spMkLst>
            <pc:docMk/>
            <pc:sldMk cId="4177603836" sldId="269"/>
            <ac:spMk id="22" creationId="{C51EF966-DC00-5988-98BF-48D0B94F3AD2}"/>
          </ac:spMkLst>
        </pc:spChg>
        <pc:spChg chg="add mod">
          <ac:chgData name="Austin Hunter" userId="00d7ded5-34be-4721-abaf-399e53169e95" providerId="ADAL" clId="{64AE9F46-DCFB-4F0A-89B3-DFA18F9E6BA7}" dt="2026-09-08T22:43:21.349" v="2578" actId="552"/>
          <ac:spMkLst>
            <pc:docMk/>
            <pc:sldMk cId="4177603836" sldId="269"/>
            <ac:spMk id="23" creationId="{69605FC2-C2E8-C0B2-BA92-CAD9FD319387}"/>
          </ac:spMkLst>
        </pc:spChg>
        <pc:spChg chg="del">
          <ac:chgData name="Austin Hunter" userId="00d7ded5-34be-4721-abaf-399e53169e95" providerId="ADAL" clId="{64AE9F46-DCFB-4F0A-89B3-DFA18F9E6BA7}" dt="2026-09-08T22:01:29.707" v="1147" actId="478"/>
          <ac:spMkLst>
            <pc:docMk/>
            <pc:sldMk cId="4177603836" sldId="269"/>
            <ac:spMk id="24" creationId="{835B8708-34E6-602C-ACBC-2A4FB3A9C4B6}"/>
          </ac:spMkLst>
        </pc:spChg>
        <pc:spChg chg="add mod">
          <ac:chgData name="Austin Hunter" userId="00d7ded5-34be-4721-abaf-399e53169e95" providerId="ADAL" clId="{64AE9F46-DCFB-4F0A-89B3-DFA18F9E6BA7}" dt="2026-09-08T22:44:07.138" v="2614" actId="20577"/>
          <ac:spMkLst>
            <pc:docMk/>
            <pc:sldMk cId="4177603836" sldId="269"/>
            <ac:spMk id="26" creationId="{5EA490F5-193F-7722-64CC-FA09600A0F82}"/>
          </ac:spMkLst>
        </pc:spChg>
        <pc:spChg chg="mod">
          <ac:chgData name="Austin Hunter" userId="00d7ded5-34be-4721-abaf-399e53169e95" providerId="ADAL" clId="{64AE9F46-DCFB-4F0A-89B3-DFA18F9E6BA7}" dt="2026-09-01T20:22:41.694" v="559" actId="1035"/>
          <ac:spMkLst>
            <pc:docMk/>
            <pc:sldMk cId="4177603836" sldId="269"/>
            <ac:spMk id="28" creationId="{CCEFC459-9354-AB17-DA9D-0EFA658200D0}"/>
          </ac:spMkLst>
        </pc:spChg>
        <pc:spChg chg="del mod">
          <ac:chgData name="Austin Hunter" userId="00d7ded5-34be-4721-abaf-399e53169e95" providerId="ADAL" clId="{64AE9F46-DCFB-4F0A-89B3-DFA18F9E6BA7}" dt="2026-09-08T22:01:25.901" v="1146" actId="478"/>
          <ac:spMkLst>
            <pc:docMk/>
            <pc:sldMk cId="4177603836" sldId="269"/>
            <ac:spMk id="30" creationId="{7C045EF5-8B32-8D21-0C50-CDB4E5A71053}"/>
          </ac:spMkLst>
        </pc:spChg>
        <pc:spChg chg="mod">
          <ac:chgData name="Austin Hunter" userId="00d7ded5-34be-4721-abaf-399e53169e95" providerId="ADAL" clId="{64AE9F46-DCFB-4F0A-89B3-DFA18F9E6BA7}" dt="2026-09-01T20:24:38.080" v="567" actId="208"/>
          <ac:spMkLst>
            <pc:docMk/>
            <pc:sldMk cId="4177603836" sldId="269"/>
            <ac:spMk id="34" creationId="{F77CEDAD-847B-C4D0-E4B9-E571E23E08F0}"/>
          </ac:spMkLst>
        </pc:spChg>
        <pc:spChg chg="del mod">
          <ac:chgData name="Austin Hunter" userId="00d7ded5-34be-4721-abaf-399e53169e95" providerId="ADAL" clId="{64AE9F46-DCFB-4F0A-89B3-DFA18F9E6BA7}" dt="2026-09-08T22:01:29.707" v="1147" actId="478"/>
          <ac:spMkLst>
            <pc:docMk/>
            <pc:sldMk cId="4177603836" sldId="269"/>
            <ac:spMk id="36" creationId="{813B91CF-88FF-A743-38D6-74B59AECF5BC}"/>
          </ac:spMkLst>
        </pc:spChg>
        <pc:spChg chg="mod">
          <ac:chgData name="Austin Hunter" userId="00d7ded5-34be-4721-abaf-399e53169e95" providerId="ADAL" clId="{64AE9F46-DCFB-4F0A-89B3-DFA18F9E6BA7}" dt="2026-09-01T20:24:38.080" v="567" actId="208"/>
          <ac:spMkLst>
            <pc:docMk/>
            <pc:sldMk cId="4177603836" sldId="269"/>
            <ac:spMk id="40" creationId="{368E56D5-B602-6856-677F-427017C0E104}"/>
          </ac:spMkLst>
        </pc:spChg>
        <pc:spChg chg="del mod">
          <ac:chgData name="Austin Hunter" userId="00d7ded5-34be-4721-abaf-399e53169e95" providerId="ADAL" clId="{64AE9F46-DCFB-4F0A-89B3-DFA18F9E6BA7}" dt="2026-09-08T22:01:29.707" v="1147" actId="478"/>
          <ac:spMkLst>
            <pc:docMk/>
            <pc:sldMk cId="4177603836" sldId="269"/>
            <ac:spMk id="42" creationId="{4E77A52D-71C0-600A-410F-7E43E81B0B40}"/>
          </ac:spMkLst>
        </pc:spChg>
      </pc:sldChg>
      <pc:sldChg chg="add">
        <pc:chgData name="Austin Hunter" userId="00d7ded5-34be-4721-abaf-399e53169e95" providerId="ADAL" clId="{64AE9F46-DCFB-4F0A-89B3-DFA18F9E6BA7}" dt="2026-09-01T20:47:45.669" v="1049"/>
        <pc:sldMkLst>
          <pc:docMk/>
          <pc:sldMk cId="338098642" sldId="270"/>
        </pc:sldMkLst>
      </pc:sldChg>
      <pc:sldChg chg="addSp delSp modSp add mod">
        <pc:chgData name="Austin Hunter" userId="00d7ded5-34be-4721-abaf-399e53169e95" providerId="ADAL" clId="{64AE9F46-DCFB-4F0A-89B3-DFA18F9E6BA7}" dt="2026-09-09T14:31:44.763" v="5260" actId="1076"/>
        <pc:sldMkLst>
          <pc:docMk/>
          <pc:sldMk cId="2949148893" sldId="271"/>
        </pc:sldMkLst>
        <pc:spChg chg="mod">
          <ac:chgData name="Austin Hunter" userId="00d7ded5-34be-4721-abaf-399e53169e95" providerId="ADAL" clId="{64AE9F46-DCFB-4F0A-89B3-DFA18F9E6BA7}" dt="2026-09-08T22:04:19.655" v="1151" actId="1076"/>
          <ac:spMkLst>
            <pc:docMk/>
            <pc:sldMk cId="2949148893" sldId="271"/>
            <ac:spMk id="2" creationId="{55A1ABF5-2120-E01E-EA55-7E895FDB1140}"/>
          </ac:spMkLst>
        </pc:spChg>
        <pc:spChg chg="mod">
          <ac:chgData name="Austin Hunter" userId="00d7ded5-34be-4721-abaf-399e53169e95" providerId="ADAL" clId="{64AE9F46-DCFB-4F0A-89B3-DFA18F9E6BA7}" dt="2026-09-08T22:14:30.208" v="1817" actId="14100"/>
          <ac:spMkLst>
            <pc:docMk/>
            <pc:sldMk cId="2949148893" sldId="271"/>
            <ac:spMk id="4" creationId="{B001F23F-9FD1-9440-158B-2ED18C5D0B48}"/>
          </ac:spMkLst>
        </pc:spChg>
        <pc:spChg chg="mod">
          <ac:chgData name="Austin Hunter" userId="00d7ded5-34be-4721-abaf-399e53169e95" providerId="ADAL" clId="{64AE9F46-DCFB-4F0A-89B3-DFA18F9E6BA7}" dt="2026-09-08T22:08:49.676" v="1768" actId="208"/>
          <ac:spMkLst>
            <pc:docMk/>
            <pc:sldMk cId="2949148893" sldId="271"/>
            <ac:spMk id="5" creationId="{64D03C81-388B-4BBD-CA78-4051FA9F29D7}"/>
          </ac:spMkLst>
        </pc:spChg>
        <pc:spChg chg="mod">
          <ac:chgData name="Austin Hunter" userId="00d7ded5-34be-4721-abaf-399e53169e95" providerId="ADAL" clId="{64AE9F46-DCFB-4F0A-89B3-DFA18F9E6BA7}" dt="2026-09-08T22:08:49.676" v="1768" actId="208"/>
          <ac:spMkLst>
            <pc:docMk/>
            <pc:sldMk cId="2949148893" sldId="271"/>
            <ac:spMk id="6" creationId="{06A6412E-C77E-6843-A24B-BF5C7C321BB7}"/>
          </ac:spMkLst>
        </pc:spChg>
        <pc:spChg chg="mod">
          <ac:chgData name="Austin Hunter" userId="00d7ded5-34be-4721-abaf-399e53169e95" providerId="ADAL" clId="{64AE9F46-DCFB-4F0A-89B3-DFA18F9E6BA7}" dt="2026-09-08T22:06:17.212" v="1714" actId="20577"/>
          <ac:spMkLst>
            <pc:docMk/>
            <pc:sldMk cId="2949148893" sldId="271"/>
            <ac:spMk id="7" creationId="{709A0758-15EB-D2B4-2D0A-6D222ACAE0EE}"/>
          </ac:spMkLst>
        </pc:spChg>
        <pc:spChg chg="del mod">
          <ac:chgData name="Austin Hunter" userId="00d7ded5-34be-4721-abaf-399e53169e95" providerId="ADAL" clId="{64AE9F46-DCFB-4F0A-89B3-DFA18F9E6BA7}" dt="2026-09-09T07:00:36.329" v="4886" actId="478"/>
          <ac:spMkLst>
            <pc:docMk/>
            <pc:sldMk cId="2949148893" sldId="271"/>
            <ac:spMk id="8" creationId="{5F965FD1-CAD3-49D0-A041-08D0BEBE145B}"/>
          </ac:spMkLst>
        </pc:spChg>
        <pc:spChg chg="mod">
          <ac:chgData name="Austin Hunter" userId="00d7ded5-34be-4721-abaf-399e53169e95" providerId="ADAL" clId="{64AE9F46-DCFB-4F0A-89B3-DFA18F9E6BA7}" dt="2026-09-08T22:11:51.388" v="1778" actId="208"/>
          <ac:spMkLst>
            <pc:docMk/>
            <pc:sldMk cId="2949148893" sldId="271"/>
            <ac:spMk id="9" creationId="{2733B32E-3639-8A68-0913-DA4031DC672A}"/>
          </ac:spMkLst>
        </pc:spChg>
        <pc:spChg chg="mod">
          <ac:chgData name="Austin Hunter" userId="00d7ded5-34be-4721-abaf-399e53169e95" providerId="ADAL" clId="{64AE9F46-DCFB-4F0A-89B3-DFA18F9E6BA7}" dt="2026-09-08T22:11:47.221" v="1777" actId="208"/>
          <ac:spMkLst>
            <pc:docMk/>
            <pc:sldMk cId="2949148893" sldId="271"/>
            <ac:spMk id="10" creationId="{D3EEEADE-DAB0-367B-8FF6-257E60165C7A}"/>
          </ac:spMkLst>
        </pc:spChg>
        <pc:spChg chg="mod">
          <ac:chgData name="Austin Hunter" userId="00d7ded5-34be-4721-abaf-399e53169e95" providerId="ADAL" clId="{64AE9F46-DCFB-4F0A-89B3-DFA18F9E6BA7}" dt="2026-09-08T22:06:26.263" v="1732" actId="20577"/>
          <ac:spMkLst>
            <pc:docMk/>
            <pc:sldMk cId="2949148893" sldId="271"/>
            <ac:spMk id="11" creationId="{78C62A3A-D09A-154E-93AA-E4A7C3492A6F}"/>
          </ac:spMkLst>
        </pc:spChg>
        <pc:spChg chg="del mod">
          <ac:chgData name="Austin Hunter" userId="00d7ded5-34be-4721-abaf-399e53169e95" providerId="ADAL" clId="{64AE9F46-DCFB-4F0A-89B3-DFA18F9E6BA7}" dt="2026-09-09T07:02:12.069" v="5012" actId="478"/>
          <ac:spMkLst>
            <pc:docMk/>
            <pc:sldMk cId="2949148893" sldId="271"/>
            <ac:spMk id="12" creationId="{18C95D1F-1960-E544-D0E1-7E71F267686C}"/>
          </ac:spMkLst>
        </pc:spChg>
        <pc:spChg chg="mod">
          <ac:chgData name="Austin Hunter" userId="00d7ded5-34be-4721-abaf-399e53169e95" providerId="ADAL" clId="{64AE9F46-DCFB-4F0A-89B3-DFA18F9E6BA7}" dt="2026-09-08T22:11:36.865" v="1775" actId="208"/>
          <ac:spMkLst>
            <pc:docMk/>
            <pc:sldMk cId="2949148893" sldId="271"/>
            <ac:spMk id="13" creationId="{9AF73EE4-8CAF-B57B-59FC-EB69510EED88}"/>
          </ac:spMkLst>
        </pc:spChg>
        <pc:spChg chg="mod">
          <ac:chgData name="Austin Hunter" userId="00d7ded5-34be-4721-abaf-399e53169e95" providerId="ADAL" clId="{64AE9F46-DCFB-4F0A-89B3-DFA18F9E6BA7}" dt="2026-09-08T22:16:07.369" v="1836" actId="12788"/>
          <ac:spMkLst>
            <pc:docMk/>
            <pc:sldMk cId="2949148893" sldId="271"/>
            <ac:spMk id="14" creationId="{A1FB4035-86FF-D4F0-B404-F40132A37D7D}"/>
          </ac:spMkLst>
        </pc:spChg>
        <pc:spChg chg="mod">
          <ac:chgData name="Austin Hunter" userId="00d7ded5-34be-4721-abaf-399e53169e95" providerId="ADAL" clId="{64AE9F46-DCFB-4F0A-89B3-DFA18F9E6BA7}" dt="2026-09-08T22:05:58.960" v="1672" actId="20577"/>
          <ac:spMkLst>
            <pc:docMk/>
            <pc:sldMk cId="2949148893" sldId="271"/>
            <ac:spMk id="15" creationId="{63AF96B3-C3F7-6717-5008-E9B80BA1DC94}"/>
          </ac:spMkLst>
        </pc:spChg>
        <pc:spChg chg="del mod">
          <ac:chgData name="Austin Hunter" userId="00d7ded5-34be-4721-abaf-399e53169e95" providerId="ADAL" clId="{64AE9F46-DCFB-4F0A-89B3-DFA18F9E6BA7}" dt="2026-09-08T22:15:10.312" v="1827" actId="478"/>
          <ac:spMkLst>
            <pc:docMk/>
            <pc:sldMk cId="2949148893" sldId="271"/>
            <ac:spMk id="16" creationId="{8EDC57FE-5294-94C8-1AC3-231E801204B4}"/>
          </ac:spMkLst>
        </pc:spChg>
        <pc:spChg chg="mod">
          <ac:chgData name="Austin Hunter" userId="00d7ded5-34be-4721-abaf-399e53169e95" providerId="ADAL" clId="{64AE9F46-DCFB-4F0A-89B3-DFA18F9E6BA7}" dt="2026-09-08T22:09:10.441" v="1769" actId="208"/>
          <ac:spMkLst>
            <pc:docMk/>
            <pc:sldMk cId="2949148893" sldId="271"/>
            <ac:spMk id="17" creationId="{DFBCB692-A242-8C75-E4B0-F65944E76808}"/>
          </ac:spMkLst>
        </pc:spChg>
        <pc:spChg chg="mod">
          <ac:chgData name="Austin Hunter" userId="00d7ded5-34be-4721-abaf-399e53169e95" providerId="ADAL" clId="{64AE9F46-DCFB-4F0A-89B3-DFA18F9E6BA7}" dt="2026-09-08T22:09:16.298" v="1770" actId="207"/>
          <ac:spMkLst>
            <pc:docMk/>
            <pc:sldMk cId="2949148893" sldId="271"/>
            <ac:spMk id="18" creationId="{6114883A-29FE-F0BC-A6FE-BE83EB0B7E46}"/>
          </ac:spMkLst>
        </pc:spChg>
        <pc:spChg chg="mod">
          <ac:chgData name="Austin Hunter" userId="00d7ded5-34be-4721-abaf-399e53169e95" providerId="ADAL" clId="{64AE9F46-DCFB-4F0A-89B3-DFA18F9E6BA7}" dt="2026-09-08T22:14:55.725" v="1822" actId="20577"/>
          <ac:spMkLst>
            <pc:docMk/>
            <pc:sldMk cId="2949148893" sldId="271"/>
            <ac:spMk id="19" creationId="{2F95B543-3E50-1D54-DF5A-DF051A8D357C}"/>
          </ac:spMkLst>
        </pc:spChg>
        <pc:spChg chg="del mod">
          <ac:chgData name="Austin Hunter" userId="00d7ded5-34be-4721-abaf-399e53169e95" providerId="ADAL" clId="{64AE9F46-DCFB-4F0A-89B3-DFA18F9E6BA7}" dt="2026-09-08T22:20:23.547" v="2007" actId="478"/>
          <ac:spMkLst>
            <pc:docMk/>
            <pc:sldMk cId="2949148893" sldId="271"/>
            <ac:spMk id="20" creationId="{26245419-528F-8586-F2FF-A8967BCD684A}"/>
          </ac:spMkLst>
        </pc:spChg>
        <pc:spChg chg="add mod">
          <ac:chgData name="Austin Hunter" userId="00d7ded5-34be-4721-abaf-399e53169e95" providerId="ADAL" clId="{64AE9F46-DCFB-4F0A-89B3-DFA18F9E6BA7}" dt="2026-09-09T07:00:43.724" v="4888" actId="1076"/>
          <ac:spMkLst>
            <pc:docMk/>
            <pc:sldMk cId="2949148893" sldId="271"/>
            <ac:spMk id="20" creationId="{F5EC442C-C31B-6154-32B4-404A69E35E02}"/>
          </ac:spMkLst>
        </pc:spChg>
        <pc:spChg chg="add mod">
          <ac:chgData name="Austin Hunter" userId="00d7ded5-34be-4721-abaf-399e53169e95" providerId="ADAL" clId="{64AE9F46-DCFB-4F0A-89B3-DFA18F9E6BA7}" dt="2026-09-08T22:05:20.405" v="1530" actId="1038"/>
          <ac:spMkLst>
            <pc:docMk/>
            <pc:sldMk cId="2949148893" sldId="271"/>
            <ac:spMk id="24" creationId="{2266C912-6B2D-F3BE-EDE6-62E9E931E06E}"/>
          </ac:spMkLst>
        </pc:spChg>
        <pc:spChg chg="add mod">
          <ac:chgData name="Austin Hunter" userId="00d7ded5-34be-4721-abaf-399e53169e95" providerId="ADAL" clId="{64AE9F46-DCFB-4F0A-89B3-DFA18F9E6BA7}" dt="2026-09-08T22:13:27.822" v="1789" actId="1076"/>
          <ac:spMkLst>
            <pc:docMk/>
            <pc:sldMk cId="2949148893" sldId="271"/>
            <ac:spMk id="26" creationId="{EE239202-0B77-73B7-684C-F69EAF493B12}"/>
          </ac:spMkLst>
        </pc:spChg>
        <pc:spChg chg="add mod">
          <ac:chgData name="Austin Hunter" userId="00d7ded5-34be-4721-abaf-399e53169e95" providerId="ADAL" clId="{64AE9F46-DCFB-4F0A-89B3-DFA18F9E6BA7}" dt="2026-09-09T07:01:59.140" v="5009" actId="14100"/>
          <ac:spMkLst>
            <pc:docMk/>
            <pc:sldMk cId="2949148893" sldId="271"/>
            <ac:spMk id="27" creationId="{7167D56A-9D89-0752-BD65-12464DD01DB2}"/>
          </ac:spMkLst>
        </pc:spChg>
        <pc:spChg chg="add mod">
          <ac:chgData name="Austin Hunter" userId="00d7ded5-34be-4721-abaf-399e53169e95" providerId="ADAL" clId="{64AE9F46-DCFB-4F0A-89B3-DFA18F9E6BA7}" dt="2026-09-08T22:13:12.594" v="1785" actId="1076"/>
          <ac:spMkLst>
            <pc:docMk/>
            <pc:sldMk cId="2949148893" sldId="271"/>
            <ac:spMk id="28" creationId="{10492296-FE01-F774-795A-5B09D167ED4B}"/>
          </ac:spMkLst>
        </pc:spChg>
        <pc:spChg chg="add mod">
          <ac:chgData name="Austin Hunter" userId="00d7ded5-34be-4721-abaf-399e53169e95" providerId="ADAL" clId="{64AE9F46-DCFB-4F0A-89B3-DFA18F9E6BA7}" dt="2026-09-08T22:14:40.871" v="1819" actId="207"/>
          <ac:spMkLst>
            <pc:docMk/>
            <pc:sldMk cId="2949148893" sldId="271"/>
            <ac:spMk id="30" creationId="{0476030C-9AC2-5DB8-8982-3308A7821B09}"/>
          </ac:spMkLst>
        </pc:spChg>
        <pc:spChg chg="add mod">
          <ac:chgData name="Austin Hunter" userId="00d7ded5-34be-4721-abaf-399e53169e95" providerId="ADAL" clId="{64AE9F46-DCFB-4F0A-89B3-DFA18F9E6BA7}" dt="2026-09-09T07:02:09.394" v="5011" actId="1076"/>
          <ac:spMkLst>
            <pc:docMk/>
            <pc:sldMk cId="2949148893" sldId="271"/>
            <ac:spMk id="31" creationId="{ED4E4246-A08E-2841-7DE7-39B0A3F49ACD}"/>
          </ac:spMkLst>
        </pc:spChg>
        <pc:spChg chg="add mod">
          <ac:chgData name="Austin Hunter" userId="00d7ded5-34be-4721-abaf-399e53169e95" providerId="ADAL" clId="{64AE9F46-DCFB-4F0A-89B3-DFA18F9E6BA7}" dt="2026-09-08T22:14:24.459" v="1816" actId="20577"/>
          <ac:spMkLst>
            <pc:docMk/>
            <pc:sldMk cId="2949148893" sldId="271"/>
            <ac:spMk id="32" creationId="{4C1D959E-9E37-2AB4-82A3-4A561EA766ED}"/>
          </ac:spMkLst>
        </pc:spChg>
        <pc:spChg chg="add mod">
          <ac:chgData name="Austin Hunter" userId="00d7ded5-34be-4721-abaf-399e53169e95" providerId="ADAL" clId="{64AE9F46-DCFB-4F0A-89B3-DFA18F9E6BA7}" dt="2026-09-08T22:18:38.644" v="1853" actId="242"/>
          <ac:spMkLst>
            <pc:docMk/>
            <pc:sldMk cId="2949148893" sldId="271"/>
            <ac:spMk id="33" creationId="{3293CADA-850F-13B5-8033-E556646F1133}"/>
          </ac:spMkLst>
        </pc:spChg>
        <pc:spChg chg="add mod">
          <ac:chgData name="Austin Hunter" userId="00d7ded5-34be-4721-abaf-399e53169e95" providerId="ADAL" clId="{64AE9F46-DCFB-4F0A-89B3-DFA18F9E6BA7}" dt="2026-09-08T22:17:20.396" v="1848" actId="1582"/>
          <ac:spMkLst>
            <pc:docMk/>
            <pc:sldMk cId="2949148893" sldId="271"/>
            <ac:spMk id="35" creationId="{D5434C08-A5CC-7767-5A3A-A7438910AFAF}"/>
          </ac:spMkLst>
        </pc:spChg>
        <pc:spChg chg="add mod">
          <ac:chgData name="Austin Hunter" userId="00d7ded5-34be-4721-abaf-399e53169e95" providerId="ADAL" clId="{64AE9F46-DCFB-4F0A-89B3-DFA18F9E6BA7}" dt="2026-09-08T22:19:40.599" v="2001" actId="20577"/>
          <ac:spMkLst>
            <pc:docMk/>
            <pc:sldMk cId="2949148893" sldId="271"/>
            <ac:spMk id="36" creationId="{1A0197A8-E0AE-5847-ACE2-2CB372E93F96}"/>
          </ac:spMkLst>
        </pc:spChg>
        <pc:spChg chg="add mod">
          <ac:chgData name="Austin Hunter" userId="00d7ded5-34be-4721-abaf-399e53169e95" providerId="ADAL" clId="{64AE9F46-DCFB-4F0A-89B3-DFA18F9E6BA7}" dt="2026-09-09T07:02:39.507" v="5054" actId="20577"/>
          <ac:spMkLst>
            <pc:docMk/>
            <pc:sldMk cId="2949148893" sldId="271"/>
            <ac:spMk id="37" creationId="{91091F3A-0AE6-0E4D-8EF2-0522BCB1E7D1}"/>
          </ac:spMkLst>
        </pc:spChg>
        <pc:spChg chg="add mod">
          <ac:chgData name="Austin Hunter" userId="00d7ded5-34be-4721-abaf-399e53169e95" providerId="ADAL" clId="{64AE9F46-DCFB-4F0A-89B3-DFA18F9E6BA7}" dt="2026-09-09T06:55:33.255" v="4796" actId="20577"/>
          <ac:spMkLst>
            <pc:docMk/>
            <pc:sldMk cId="2949148893" sldId="271"/>
            <ac:spMk id="38" creationId="{0D85B1D7-EF08-4E44-08E7-F14997EBB694}"/>
          </ac:spMkLst>
        </pc:spChg>
        <pc:spChg chg="add mod">
          <ac:chgData name="Austin Hunter" userId="00d7ded5-34be-4721-abaf-399e53169e95" providerId="ADAL" clId="{64AE9F46-DCFB-4F0A-89B3-DFA18F9E6BA7}" dt="2026-09-09T14:31:44.763" v="5260" actId="1076"/>
          <ac:spMkLst>
            <pc:docMk/>
            <pc:sldMk cId="2949148893" sldId="271"/>
            <ac:spMk id="39" creationId="{69112236-34F4-BCEF-DBFF-1AB3884BAA86}"/>
          </ac:spMkLst>
        </pc:spChg>
        <pc:spChg chg="add mod">
          <ac:chgData name="Austin Hunter" userId="00d7ded5-34be-4721-abaf-399e53169e95" providerId="ADAL" clId="{64AE9F46-DCFB-4F0A-89B3-DFA18F9E6BA7}" dt="2026-09-08T22:20:18.785" v="2006" actId="1076"/>
          <ac:spMkLst>
            <pc:docMk/>
            <pc:sldMk cId="2949148893" sldId="271"/>
            <ac:spMk id="40" creationId="{3A0EEAB5-51EB-59A9-68E6-79C7AC77DF0D}"/>
          </ac:spMkLst>
        </pc:spChg>
        <pc:spChg chg="add mod">
          <ac:chgData name="Austin Hunter" userId="00d7ded5-34be-4721-abaf-399e53169e95" providerId="ADAL" clId="{64AE9F46-DCFB-4F0A-89B3-DFA18F9E6BA7}" dt="2026-09-08T22:20:18.785" v="2006" actId="1076"/>
          <ac:spMkLst>
            <pc:docMk/>
            <pc:sldMk cId="2949148893" sldId="271"/>
            <ac:spMk id="42" creationId="{8E2EF33A-02EC-EF0D-97D3-BCF29E88E264}"/>
          </ac:spMkLst>
        </pc:spChg>
        <pc:spChg chg="add mod">
          <ac:chgData name="Austin Hunter" userId="00d7ded5-34be-4721-abaf-399e53169e95" providerId="ADAL" clId="{64AE9F46-DCFB-4F0A-89B3-DFA18F9E6BA7}" dt="2026-09-09T06:56:35.860" v="4828" actId="20577"/>
          <ac:spMkLst>
            <pc:docMk/>
            <pc:sldMk cId="2949148893" sldId="271"/>
            <ac:spMk id="44" creationId="{7BA7AE71-9AEC-6A81-81DE-ED8C33F57C10}"/>
          </ac:spMkLst>
        </pc:spChg>
        <pc:spChg chg="add mod">
          <ac:chgData name="Austin Hunter" userId="00d7ded5-34be-4721-abaf-399e53169e95" providerId="ADAL" clId="{64AE9F46-DCFB-4F0A-89B3-DFA18F9E6BA7}" dt="2026-09-09T07:00:28.363" v="4884" actId="20577"/>
          <ac:spMkLst>
            <pc:docMk/>
            <pc:sldMk cId="2949148893" sldId="271"/>
            <ac:spMk id="46" creationId="{5AD08145-C393-0133-AEE5-D4C4D276991C}"/>
          </ac:spMkLst>
        </pc:spChg>
      </pc:sldChg>
      <pc:sldChg chg="modSp add mod">
        <pc:chgData name="Austin Hunter" userId="00d7ded5-34be-4721-abaf-399e53169e95" providerId="ADAL" clId="{64AE9F46-DCFB-4F0A-89B3-DFA18F9E6BA7}" dt="2026-09-08T22:24:16.049" v="2309" actId="20577"/>
        <pc:sldMkLst>
          <pc:docMk/>
          <pc:sldMk cId="1764663794" sldId="272"/>
        </pc:sldMkLst>
        <pc:spChg chg="mod">
          <ac:chgData name="Austin Hunter" userId="00d7ded5-34be-4721-abaf-399e53169e95" providerId="ADAL" clId="{64AE9F46-DCFB-4F0A-89B3-DFA18F9E6BA7}" dt="2026-09-08T22:24:16.049" v="2309" actId="20577"/>
          <ac:spMkLst>
            <pc:docMk/>
            <pc:sldMk cId="1764663794" sldId="272"/>
            <ac:spMk id="4" creationId="{A42CAFCC-4C51-772A-7881-D9F56E2CD0C1}"/>
          </ac:spMkLst>
        </pc:spChg>
      </pc:sldChg>
      <pc:sldChg chg="addSp delSp modSp add mod modAnim">
        <pc:chgData name="Austin Hunter" userId="00d7ded5-34be-4721-abaf-399e53169e95" providerId="ADAL" clId="{64AE9F46-DCFB-4F0A-89B3-DFA18F9E6BA7}" dt="2026-09-09T14:33:04.624" v="5275" actId="14100"/>
        <pc:sldMkLst>
          <pc:docMk/>
          <pc:sldMk cId="1855096131" sldId="273"/>
        </pc:sldMkLst>
        <pc:spChg chg="mod">
          <ac:chgData name="Austin Hunter" userId="00d7ded5-34be-4721-abaf-399e53169e95" providerId="ADAL" clId="{64AE9F46-DCFB-4F0A-89B3-DFA18F9E6BA7}" dt="2026-09-09T06:51:39.158" v="4632" actId="1076"/>
          <ac:spMkLst>
            <pc:docMk/>
            <pc:sldMk cId="1855096131" sldId="273"/>
            <ac:spMk id="2" creationId="{854408F8-A7CA-A6C3-DCAD-3CC4C5F0B053}"/>
          </ac:spMkLst>
        </pc:spChg>
        <pc:spChg chg="mod">
          <ac:chgData name="Austin Hunter" userId="00d7ded5-34be-4721-abaf-399e53169e95" providerId="ADAL" clId="{64AE9F46-DCFB-4F0A-89B3-DFA18F9E6BA7}" dt="2026-09-08T22:44:39.982" v="2618" actId="207"/>
          <ac:spMkLst>
            <pc:docMk/>
            <pc:sldMk cId="1855096131" sldId="273"/>
            <ac:spMk id="3" creationId="{0E15E1CA-421F-1844-1A0C-2AEFC60D4BE0}"/>
          </ac:spMkLst>
        </pc:spChg>
        <pc:spChg chg="mod">
          <ac:chgData name="Austin Hunter" userId="00d7ded5-34be-4721-abaf-399e53169e95" providerId="ADAL" clId="{64AE9F46-DCFB-4F0A-89B3-DFA18F9E6BA7}" dt="2026-09-08T22:44:39.982" v="2618" actId="207"/>
          <ac:spMkLst>
            <pc:docMk/>
            <pc:sldMk cId="1855096131" sldId="273"/>
            <ac:spMk id="4" creationId="{D405FCEE-AB05-8EA8-F2BD-7A2E8EB63635}"/>
          </ac:spMkLst>
        </pc:spChg>
        <pc:spChg chg="mod">
          <ac:chgData name="Austin Hunter" userId="00d7ded5-34be-4721-abaf-399e53169e95" providerId="ADAL" clId="{64AE9F46-DCFB-4F0A-89B3-DFA18F9E6BA7}" dt="2026-09-08T23:10:52.287" v="2660" actId="20577"/>
          <ac:spMkLst>
            <pc:docMk/>
            <pc:sldMk cId="1855096131" sldId="273"/>
            <ac:spMk id="5" creationId="{D4186665-089C-AC7D-21FE-8C72CE14ADD6}"/>
          </ac:spMkLst>
        </pc:spChg>
        <pc:spChg chg="add del mod">
          <ac:chgData name="Austin Hunter" userId="00d7ded5-34be-4721-abaf-399e53169e95" providerId="ADAL" clId="{64AE9F46-DCFB-4F0A-89B3-DFA18F9E6BA7}" dt="2026-09-09T06:29:39.158" v="4234" actId="478"/>
          <ac:spMkLst>
            <pc:docMk/>
            <pc:sldMk cId="1855096131" sldId="273"/>
            <ac:spMk id="6" creationId="{5A78DCF2-A589-EBEA-1124-AAE4C56F9C3B}"/>
          </ac:spMkLst>
        </pc:spChg>
        <pc:spChg chg="add mod">
          <ac:chgData name="Austin Hunter" userId="00d7ded5-34be-4721-abaf-399e53169e95" providerId="ADAL" clId="{64AE9F46-DCFB-4F0A-89B3-DFA18F9E6BA7}" dt="2026-09-09T06:29:30.755" v="4233" actId="20577"/>
          <ac:spMkLst>
            <pc:docMk/>
            <pc:sldMk cId="1855096131" sldId="273"/>
            <ac:spMk id="7" creationId="{12F3C619-00FE-BF92-7DF6-08AABEEB8906}"/>
          </ac:spMkLst>
        </pc:spChg>
        <pc:spChg chg="add mod">
          <ac:chgData name="Austin Hunter" userId="00d7ded5-34be-4721-abaf-399e53169e95" providerId="ADAL" clId="{64AE9F46-DCFB-4F0A-89B3-DFA18F9E6BA7}" dt="2026-09-09T06:29:48.428" v="4235"/>
          <ac:spMkLst>
            <pc:docMk/>
            <pc:sldMk cId="1855096131" sldId="273"/>
            <ac:spMk id="8" creationId="{35723C55-112B-0F9D-1678-4C425BE9ED67}"/>
          </ac:spMkLst>
        </pc:spChg>
        <pc:spChg chg="add mod">
          <ac:chgData name="Austin Hunter" userId="00d7ded5-34be-4721-abaf-399e53169e95" providerId="ADAL" clId="{64AE9F46-DCFB-4F0A-89B3-DFA18F9E6BA7}" dt="2026-09-09T06:30:17.788" v="4240"/>
          <ac:spMkLst>
            <pc:docMk/>
            <pc:sldMk cId="1855096131" sldId="273"/>
            <ac:spMk id="9" creationId="{660D9E8E-26EB-828A-60DB-3FEA8D06BA81}"/>
          </ac:spMkLst>
        </pc:spChg>
        <pc:spChg chg="add mod">
          <ac:chgData name="Austin Hunter" userId="00d7ded5-34be-4721-abaf-399e53169e95" providerId="ADAL" clId="{64AE9F46-DCFB-4F0A-89B3-DFA18F9E6BA7}" dt="2026-09-09T06:30:17.788" v="4240"/>
          <ac:spMkLst>
            <pc:docMk/>
            <pc:sldMk cId="1855096131" sldId="273"/>
            <ac:spMk id="10" creationId="{36F2A67E-1C25-7AA9-23D2-46D8D4F0026E}"/>
          </ac:spMkLst>
        </pc:spChg>
        <pc:spChg chg="add mod">
          <ac:chgData name="Austin Hunter" userId="00d7ded5-34be-4721-abaf-399e53169e95" providerId="ADAL" clId="{64AE9F46-DCFB-4F0A-89B3-DFA18F9E6BA7}" dt="2026-09-09T06:30:17.343" v="4239" actId="14100"/>
          <ac:spMkLst>
            <pc:docMk/>
            <pc:sldMk cId="1855096131" sldId="273"/>
            <ac:spMk id="11" creationId="{9938A46A-CE3B-D5E1-3F42-64E8B2000CB8}"/>
          </ac:spMkLst>
        </pc:spChg>
        <pc:spChg chg="add mod">
          <ac:chgData name="Austin Hunter" userId="00d7ded5-34be-4721-abaf-399e53169e95" providerId="ADAL" clId="{64AE9F46-DCFB-4F0A-89B3-DFA18F9E6BA7}" dt="2026-09-09T06:30:17.343" v="4239" actId="14100"/>
          <ac:spMkLst>
            <pc:docMk/>
            <pc:sldMk cId="1855096131" sldId="273"/>
            <ac:spMk id="12" creationId="{140020D3-7578-757A-117C-3868827ECA7D}"/>
          </ac:spMkLst>
        </pc:spChg>
        <pc:spChg chg="add mod">
          <ac:chgData name="Austin Hunter" userId="00d7ded5-34be-4721-abaf-399e53169e95" providerId="ADAL" clId="{64AE9F46-DCFB-4F0A-89B3-DFA18F9E6BA7}" dt="2026-09-09T06:30:17.343" v="4239" actId="14100"/>
          <ac:spMkLst>
            <pc:docMk/>
            <pc:sldMk cId="1855096131" sldId="273"/>
            <ac:spMk id="14" creationId="{FB240324-A788-BC40-C4A6-27130EC92FC4}"/>
          </ac:spMkLst>
        </pc:spChg>
        <pc:spChg chg="add mod">
          <ac:chgData name="Austin Hunter" userId="00d7ded5-34be-4721-abaf-399e53169e95" providerId="ADAL" clId="{64AE9F46-DCFB-4F0A-89B3-DFA18F9E6BA7}" dt="2026-09-09T06:30:17.343" v="4239" actId="14100"/>
          <ac:spMkLst>
            <pc:docMk/>
            <pc:sldMk cId="1855096131" sldId="273"/>
            <ac:spMk id="21" creationId="{B14A5B98-C3FA-74AB-9C8E-F5B30DC25EA2}"/>
          </ac:spMkLst>
        </pc:spChg>
        <pc:spChg chg="add mod">
          <ac:chgData name="Austin Hunter" userId="00d7ded5-34be-4721-abaf-399e53169e95" providerId="ADAL" clId="{64AE9F46-DCFB-4F0A-89B3-DFA18F9E6BA7}" dt="2026-09-09T06:30:17.343" v="4239" actId="14100"/>
          <ac:spMkLst>
            <pc:docMk/>
            <pc:sldMk cId="1855096131" sldId="273"/>
            <ac:spMk id="22" creationId="{BCD77D64-81E5-ACAD-5B2B-CC93924EB33D}"/>
          </ac:spMkLst>
        </pc:spChg>
        <pc:spChg chg="add mod">
          <ac:chgData name="Austin Hunter" userId="00d7ded5-34be-4721-abaf-399e53169e95" providerId="ADAL" clId="{64AE9F46-DCFB-4F0A-89B3-DFA18F9E6BA7}" dt="2026-09-09T06:30:17.343" v="4239" actId="14100"/>
          <ac:spMkLst>
            <pc:docMk/>
            <pc:sldMk cId="1855096131" sldId="273"/>
            <ac:spMk id="26" creationId="{2BB04127-82BC-2EA1-66E8-F74577ED75A1}"/>
          </ac:spMkLst>
        </pc:spChg>
        <pc:spChg chg="add mod">
          <ac:chgData name="Austin Hunter" userId="00d7ded5-34be-4721-abaf-399e53169e95" providerId="ADAL" clId="{64AE9F46-DCFB-4F0A-89B3-DFA18F9E6BA7}" dt="2026-09-09T06:30:17.343" v="4239" actId="14100"/>
          <ac:spMkLst>
            <pc:docMk/>
            <pc:sldMk cId="1855096131" sldId="273"/>
            <ac:spMk id="27" creationId="{C6C6926F-2467-2F30-B86D-00A969588B5F}"/>
          </ac:spMkLst>
        </pc:spChg>
        <pc:spChg chg="add mod">
          <ac:chgData name="Austin Hunter" userId="00d7ded5-34be-4721-abaf-399e53169e95" providerId="ADAL" clId="{64AE9F46-DCFB-4F0A-89B3-DFA18F9E6BA7}" dt="2026-09-09T06:30:17.343" v="4239" actId="14100"/>
          <ac:spMkLst>
            <pc:docMk/>
            <pc:sldMk cId="1855096131" sldId="273"/>
            <ac:spMk id="28" creationId="{F289690C-10E3-C8A2-4ED8-4DEF4CBCE469}"/>
          </ac:spMkLst>
        </pc:spChg>
        <pc:spChg chg="add mod">
          <ac:chgData name="Austin Hunter" userId="00d7ded5-34be-4721-abaf-399e53169e95" providerId="ADAL" clId="{64AE9F46-DCFB-4F0A-89B3-DFA18F9E6BA7}" dt="2026-09-09T06:42:04.471" v="4393" actId="207"/>
          <ac:spMkLst>
            <pc:docMk/>
            <pc:sldMk cId="1855096131" sldId="273"/>
            <ac:spMk id="36" creationId="{303FA1EB-B6F4-3316-8DE5-2EDB01C5F885}"/>
          </ac:spMkLst>
        </pc:spChg>
        <pc:spChg chg="add mod">
          <ac:chgData name="Austin Hunter" userId="00d7ded5-34be-4721-abaf-399e53169e95" providerId="ADAL" clId="{64AE9F46-DCFB-4F0A-89B3-DFA18F9E6BA7}" dt="2026-09-09T06:38:33.879" v="4373" actId="1582"/>
          <ac:spMkLst>
            <pc:docMk/>
            <pc:sldMk cId="1855096131" sldId="273"/>
            <ac:spMk id="38" creationId="{29201D57-7440-E0E5-A133-111972E09204}"/>
          </ac:spMkLst>
        </pc:spChg>
        <pc:spChg chg="add mod">
          <ac:chgData name="Austin Hunter" userId="00d7ded5-34be-4721-abaf-399e53169e95" providerId="ADAL" clId="{64AE9F46-DCFB-4F0A-89B3-DFA18F9E6BA7}" dt="2026-09-09T06:41:56.680" v="4392" actId="207"/>
          <ac:spMkLst>
            <pc:docMk/>
            <pc:sldMk cId="1855096131" sldId="273"/>
            <ac:spMk id="40" creationId="{21593C3E-0A42-B396-6164-DA59957145BA}"/>
          </ac:spMkLst>
        </pc:spChg>
        <pc:spChg chg="add mod">
          <ac:chgData name="Austin Hunter" userId="00d7ded5-34be-4721-abaf-399e53169e95" providerId="ADAL" clId="{64AE9F46-DCFB-4F0A-89B3-DFA18F9E6BA7}" dt="2026-09-09T06:38:33.879" v="4373" actId="1582"/>
          <ac:spMkLst>
            <pc:docMk/>
            <pc:sldMk cId="1855096131" sldId="273"/>
            <ac:spMk id="42" creationId="{4A59726C-60D8-C33D-DE25-2F194DDCD534}"/>
          </ac:spMkLst>
        </pc:spChg>
        <pc:spChg chg="add mod">
          <ac:chgData name="Austin Hunter" userId="00d7ded5-34be-4721-abaf-399e53169e95" providerId="ADAL" clId="{64AE9F46-DCFB-4F0A-89B3-DFA18F9E6BA7}" dt="2026-09-09T06:33:06.997" v="4273" actId="207"/>
          <ac:spMkLst>
            <pc:docMk/>
            <pc:sldMk cId="1855096131" sldId="273"/>
            <ac:spMk id="43" creationId="{59E38295-E039-5D28-D0A5-4EC965CDAE97}"/>
          </ac:spMkLst>
        </pc:spChg>
        <pc:spChg chg="add mod">
          <ac:chgData name="Austin Hunter" userId="00d7ded5-34be-4721-abaf-399e53169e95" providerId="ADAL" clId="{64AE9F46-DCFB-4F0A-89B3-DFA18F9E6BA7}" dt="2026-09-09T06:34:24.086" v="4287" actId="255"/>
          <ac:spMkLst>
            <pc:docMk/>
            <pc:sldMk cId="1855096131" sldId="273"/>
            <ac:spMk id="44" creationId="{4B72ACD5-7CB0-0652-7001-5D21B901B9D6}"/>
          </ac:spMkLst>
        </pc:spChg>
        <pc:spChg chg="add mod">
          <ac:chgData name="Austin Hunter" userId="00d7ded5-34be-4721-abaf-399e53169e95" providerId="ADAL" clId="{64AE9F46-DCFB-4F0A-89B3-DFA18F9E6BA7}" dt="2026-09-09T14:32:27.302" v="5268" actId="14100"/>
          <ac:spMkLst>
            <pc:docMk/>
            <pc:sldMk cId="1855096131" sldId="273"/>
            <ac:spMk id="45" creationId="{6ADB1224-602C-2B6A-04D7-168D699896E6}"/>
          </ac:spMkLst>
        </pc:spChg>
        <pc:spChg chg="add mod">
          <ac:chgData name="Austin Hunter" userId="00d7ded5-34be-4721-abaf-399e53169e95" providerId="ADAL" clId="{64AE9F46-DCFB-4F0A-89B3-DFA18F9E6BA7}" dt="2026-09-09T06:36:22.145" v="4320" actId="1582"/>
          <ac:spMkLst>
            <pc:docMk/>
            <pc:sldMk cId="1855096131" sldId="273"/>
            <ac:spMk id="46" creationId="{27E85EBB-EEA6-1868-F3BA-E71D8964DFE5}"/>
          </ac:spMkLst>
        </pc:spChg>
        <pc:spChg chg="add mod">
          <ac:chgData name="Austin Hunter" userId="00d7ded5-34be-4721-abaf-399e53169e95" providerId="ADAL" clId="{64AE9F46-DCFB-4F0A-89B3-DFA18F9E6BA7}" dt="2026-09-09T06:37:53.840" v="4368" actId="1076"/>
          <ac:spMkLst>
            <pc:docMk/>
            <pc:sldMk cId="1855096131" sldId="273"/>
            <ac:spMk id="48" creationId="{AFD2AFFB-1EEE-7F22-2048-DCDC4753A3D1}"/>
          </ac:spMkLst>
        </pc:spChg>
        <pc:spChg chg="add mod">
          <ac:chgData name="Austin Hunter" userId="00d7ded5-34be-4721-abaf-399e53169e95" providerId="ADAL" clId="{64AE9F46-DCFB-4F0A-89B3-DFA18F9E6BA7}" dt="2026-09-09T06:36:51.101" v="4344" actId="14100"/>
          <ac:spMkLst>
            <pc:docMk/>
            <pc:sldMk cId="1855096131" sldId="273"/>
            <ac:spMk id="49" creationId="{B12903CB-2A36-2887-DA83-5F233BBFFCFB}"/>
          </ac:spMkLst>
        </pc:spChg>
        <pc:spChg chg="add mod">
          <ac:chgData name="Austin Hunter" userId="00d7ded5-34be-4721-abaf-399e53169e95" providerId="ADAL" clId="{64AE9F46-DCFB-4F0A-89B3-DFA18F9E6BA7}" dt="2026-09-09T06:38:17.997" v="4371" actId="1076"/>
          <ac:spMkLst>
            <pc:docMk/>
            <pc:sldMk cId="1855096131" sldId="273"/>
            <ac:spMk id="51" creationId="{ACA475B8-83F1-CEB6-7E42-2CE9E585F87C}"/>
          </ac:spMkLst>
        </pc:spChg>
        <pc:spChg chg="add del">
          <ac:chgData name="Austin Hunter" userId="00d7ded5-34be-4721-abaf-399e53169e95" providerId="ADAL" clId="{64AE9F46-DCFB-4F0A-89B3-DFA18F9E6BA7}" dt="2026-09-09T06:37:32.195" v="4357" actId="22"/>
          <ac:spMkLst>
            <pc:docMk/>
            <pc:sldMk cId="1855096131" sldId="273"/>
            <ac:spMk id="53" creationId="{06CFED21-AE63-2787-300E-C816DC441EFD}"/>
          </ac:spMkLst>
        </pc:spChg>
        <pc:spChg chg="add mod">
          <ac:chgData name="Austin Hunter" userId="00d7ded5-34be-4721-abaf-399e53169e95" providerId="ADAL" clId="{64AE9F46-DCFB-4F0A-89B3-DFA18F9E6BA7}" dt="2026-09-09T06:40:11.335" v="4387" actId="1076"/>
          <ac:spMkLst>
            <pc:docMk/>
            <pc:sldMk cId="1855096131" sldId="273"/>
            <ac:spMk id="55" creationId="{E7C14875-D4A9-27E9-F8A8-4AB050DB7B43}"/>
          </ac:spMkLst>
        </pc:spChg>
        <pc:spChg chg="add mod ord">
          <ac:chgData name="Austin Hunter" userId="00d7ded5-34be-4721-abaf-399e53169e95" providerId="ADAL" clId="{64AE9F46-DCFB-4F0A-89B3-DFA18F9E6BA7}" dt="2026-09-09T06:51:55.689" v="4649" actId="14100"/>
          <ac:spMkLst>
            <pc:docMk/>
            <pc:sldMk cId="1855096131" sldId="273"/>
            <ac:spMk id="99" creationId="{5923601D-0807-1FBB-2CB5-5D0E8AC8074B}"/>
          </ac:spMkLst>
        </pc:spChg>
        <pc:spChg chg="add mod ord">
          <ac:chgData name="Austin Hunter" userId="00d7ded5-34be-4721-abaf-399e53169e95" providerId="ADAL" clId="{64AE9F46-DCFB-4F0A-89B3-DFA18F9E6BA7}" dt="2026-09-09T06:51:50.482" v="4648" actId="14100"/>
          <ac:spMkLst>
            <pc:docMk/>
            <pc:sldMk cId="1855096131" sldId="273"/>
            <ac:spMk id="102" creationId="{C7A1CD50-6959-7184-6BDC-A541F1E92C1A}"/>
          </ac:spMkLst>
        </pc:spChg>
        <pc:spChg chg="add mod ord">
          <ac:chgData name="Austin Hunter" userId="00d7ded5-34be-4721-abaf-399e53169e95" providerId="ADAL" clId="{64AE9F46-DCFB-4F0A-89B3-DFA18F9E6BA7}" dt="2026-09-09T06:51:50.482" v="4648" actId="14100"/>
          <ac:spMkLst>
            <pc:docMk/>
            <pc:sldMk cId="1855096131" sldId="273"/>
            <ac:spMk id="104" creationId="{BAC7BC39-668F-DACE-59B6-695B75F88B5C}"/>
          </ac:spMkLst>
        </pc:spChg>
        <pc:spChg chg="add mod ord">
          <ac:chgData name="Austin Hunter" userId="00d7ded5-34be-4721-abaf-399e53169e95" providerId="ADAL" clId="{64AE9F46-DCFB-4F0A-89B3-DFA18F9E6BA7}" dt="2026-09-09T06:51:50.482" v="4648" actId="14100"/>
          <ac:spMkLst>
            <pc:docMk/>
            <pc:sldMk cId="1855096131" sldId="273"/>
            <ac:spMk id="105" creationId="{991FAE64-3CBD-AE62-5D5C-4D7342173A42}"/>
          </ac:spMkLst>
        </pc:spChg>
        <pc:spChg chg="add mod">
          <ac:chgData name="Austin Hunter" userId="00d7ded5-34be-4721-abaf-399e53169e95" providerId="ADAL" clId="{64AE9F46-DCFB-4F0A-89B3-DFA18F9E6BA7}" dt="2026-09-09T06:51:50.482" v="4648" actId="14100"/>
          <ac:spMkLst>
            <pc:docMk/>
            <pc:sldMk cId="1855096131" sldId="273"/>
            <ac:spMk id="106" creationId="{B93DAB6D-F7DD-E658-D3FD-3737B3ADE25B}"/>
          </ac:spMkLst>
        </pc:spChg>
        <pc:spChg chg="add mod">
          <ac:chgData name="Austin Hunter" userId="00d7ded5-34be-4721-abaf-399e53169e95" providerId="ADAL" clId="{64AE9F46-DCFB-4F0A-89B3-DFA18F9E6BA7}" dt="2026-09-09T07:14:27.962" v="5229" actId="20577"/>
          <ac:spMkLst>
            <pc:docMk/>
            <pc:sldMk cId="1855096131" sldId="273"/>
            <ac:spMk id="114" creationId="{22C337DC-E7A7-B1F5-52D5-49340498F8A1}"/>
          </ac:spMkLst>
        </pc:spChg>
        <pc:graphicFrameChg chg="add mod modGraphic">
          <ac:chgData name="Austin Hunter" userId="00d7ded5-34be-4721-abaf-399e53169e95" providerId="ADAL" clId="{64AE9F46-DCFB-4F0A-89B3-DFA18F9E6BA7}" dt="2026-09-09T07:13:45.238" v="5222" actId="20577"/>
          <ac:graphicFrameMkLst>
            <pc:docMk/>
            <pc:sldMk cId="1855096131" sldId="273"/>
            <ac:graphicFrameMk id="113" creationId="{DA008062-71A7-6197-3A8D-A74DB369FB9B}"/>
          </ac:graphicFrameMkLst>
        </pc:graphicFrameChg>
        <pc:cxnChg chg="add mod">
          <ac:chgData name="Austin Hunter" userId="00d7ded5-34be-4721-abaf-399e53169e95" providerId="ADAL" clId="{64AE9F46-DCFB-4F0A-89B3-DFA18F9E6BA7}" dt="2026-09-09T06:41:41.367" v="4391" actId="208"/>
          <ac:cxnSpMkLst>
            <pc:docMk/>
            <pc:sldMk cId="1855096131" sldId="273"/>
            <ac:cxnSpMk id="57" creationId="{4B6E6F59-211C-2428-03D8-CB25DCDA016B}"/>
          </ac:cxnSpMkLst>
        </pc:cxnChg>
        <pc:cxnChg chg="add mod">
          <ac:chgData name="Austin Hunter" userId="00d7ded5-34be-4721-abaf-399e53169e95" providerId="ADAL" clId="{64AE9F46-DCFB-4F0A-89B3-DFA18F9E6BA7}" dt="2026-09-09T06:41:19.483" v="4390" actId="1582"/>
          <ac:cxnSpMkLst>
            <pc:docMk/>
            <pc:sldMk cId="1855096131" sldId="273"/>
            <ac:cxnSpMk id="60" creationId="{DC5AE645-9BD9-8013-D18E-3272DD3158B7}"/>
          </ac:cxnSpMkLst>
        </pc:cxnChg>
        <pc:cxnChg chg="add mod">
          <ac:chgData name="Austin Hunter" userId="00d7ded5-34be-4721-abaf-399e53169e95" providerId="ADAL" clId="{64AE9F46-DCFB-4F0A-89B3-DFA18F9E6BA7}" dt="2026-09-09T06:42:10.114" v="4394" actId="208"/>
          <ac:cxnSpMkLst>
            <pc:docMk/>
            <pc:sldMk cId="1855096131" sldId="273"/>
            <ac:cxnSpMk id="62" creationId="{CCC0BE05-811B-C365-6F04-104019A3413E}"/>
          </ac:cxnSpMkLst>
        </pc:cxnChg>
        <pc:cxnChg chg="add mod">
          <ac:chgData name="Austin Hunter" userId="00d7ded5-34be-4721-abaf-399e53169e95" providerId="ADAL" clId="{64AE9F46-DCFB-4F0A-89B3-DFA18F9E6BA7}" dt="2026-09-09T06:42:10.114" v="4394" actId="208"/>
          <ac:cxnSpMkLst>
            <pc:docMk/>
            <pc:sldMk cId="1855096131" sldId="273"/>
            <ac:cxnSpMk id="64" creationId="{5E1A19C4-69A8-EC3C-4F9B-D7D7E9FFB034}"/>
          </ac:cxnSpMkLst>
        </pc:cxnChg>
        <pc:cxnChg chg="add mod">
          <ac:chgData name="Austin Hunter" userId="00d7ded5-34be-4721-abaf-399e53169e95" providerId="ADAL" clId="{64AE9F46-DCFB-4F0A-89B3-DFA18F9E6BA7}" dt="2026-09-09T06:41:19.483" v="4390" actId="1582"/>
          <ac:cxnSpMkLst>
            <pc:docMk/>
            <pc:sldMk cId="1855096131" sldId="273"/>
            <ac:cxnSpMk id="66" creationId="{78ABAEED-8714-7D15-D48D-CF45312B8947}"/>
          </ac:cxnSpMkLst>
        </pc:cxnChg>
        <pc:cxnChg chg="add mod">
          <ac:chgData name="Austin Hunter" userId="00d7ded5-34be-4721-abaf-399e53169e95" providerId="ADAL" clId="{64AE9F46-DCFB-4F0A-89B3-DFA18F9E6BA7}" dt="2026-09-09T06:41:19.483" v="4390" actId="1582"/>
          <ac:cxnSpMkLst>
            <pc:docMk/>
            <pc:sldMk cId="1855096131" sldId="273"/>
            <ac:cxnSpMk id="68" creationId="{05B7AC3B-9344-21A5-D6D2-8D7C4453C9BC}"/>
          </ac:cxnSpMkLst>
        </pc:cxnChg>
        <pc:cxnChg chg="add mod">
          <ac:chgData name="Austin Hunter" userId="00d7ded5-34be-4721-abaf-399e53169e95" providerId="ADAL" clId="{64AE9F46-DCFB-4F0A-89B3-DFA18F9E6BA7}" dt="2026-09-09T14:32:27.302" v="5268" actId="14100"/>
          <ac:cxnSpMkLst>
            <pc:docMk/>
            <pc:sldMk cId="1855096131" sldId="273"/>
            <ac:cxnSpMk id="75" creationId="{848146DE-EA63-360B-CD6C-803930A33BB2}"/>
          </ac:cxnSpMkLst>
        </pc:cxnChg>
        <pc:cxnChg chg="add mod">
          <ac:chgData name="Austin Hunter" userId="00d7ded5-34be-4721-abaf-399e53169e95" providerId="ADAL" clId="{64AE9F46-DCFB-4F0A-89B3-DFA18F9E6BA7}" dt="2026-09-09T14:32:27.302" v="5268" actId="14100"/>
          <ac:cxnSpMkLst>
            <pc:docMk/>
            <pc:sldMk cId="1855096131" sldId="273"/>
            <ac:cxnSpMk id="77" creationId="{7D01B809-8FD7-64A5-461A-B265FF0B0A7D}"/>
          </ac:cxnSpMkLst>
        </pc:cxnChg>
        <pc:cxnChg chg="add mod">
          <ac:chgData name="Austin Hunter" userId="00d7ded5-34be-4721-abaf-399e53169e95" providerId="ADAL" clId="{64AE9F46-DCFB-4F0A-89B3-DFA18F9E6BA7}" dt="2026-09-09T14:32:27.302" v="5268" actId="14100"/>
          <ac:cxnSpMkLst>
            <pc:docMk/>
            <pc:sldMk cId="1855096131" sldId="273"/>
            <ac:cxnSpMk id="79" creationId="{B9FD87CC-0AB5-CFD5-B006-1871FDC8F4E2}"/>
          </ac:cxnSpMkLst>
        </pc:cxnChg>
        <pc:cxnChg chg="add mod">
          <ac:chgData name="Austin Hunter" userId="00d7ded5-34be-4721-abaf-399e53169e95" providerId="ADAL" clId="{64AE9F46-DCFB-4F0A-89B3-DFA18F9E6BA7}" dt="2026-09-09T14:32:58.551" v="5274" actId="14100"/>
          <ac:cxnSpMkLst>
            <pc:docMk/>
            <pc:sldMk cId="1855096131" sldId="273"/>
            <ac:cxnSpMk id="81" creationId="{2DE90442-DE7A-A2DB-1676-7CB4CDA58A5E}"/>
          </ac:cxnSpMkLst>
        </pc:cxnChg>
        <pc:cxnChg chg="add del mod">
          <ac:chgData name="Austin Hunter" userId="00d7ded5-34be-4721-abaf-399e53169e95" providerId="ADAL" clId="{64AE9F46-DCFB-4F0A-89B3-DFA18F9E6BA7}" dt="2026-09-09T06:43:24.374" v="4403" actId="11529"/>
          <ac:cxnSpMkLst>
            <pc:docMk/>
            <pc:sldMk cId="1855096131" sldId="273"/>
            <ac:cxnSpMk id="83" creationId="{4020972E-82AE-3BC7-DA25-7F22CE848C31}"/>
          </ac:cxnSpMkLst>
        </pc:cxnChg>
        <pc:cxnChg chg="add mod">
          <ac:chgData name="Austin Hunter" userId="00d7ded5-34be-4721-abaf-399e53169e95" providerId="ADAL" clId="{64AE9F46-DCFB-4F0A-89B3-DFA18F9E6BA7}" dt="2026-09-09T06:44:31.709" v="4412" actId="693"/>
          <ac:cxnSpMkLst>
            <pc:docMk/>
            <pc:sldMk cId="1855096131" sldId="273"/>
            <ac:cxnSpMk id="85" creationId="{AAE04BAC-C724-60CD-538A-CD6A686316E8}"/>
          </ac:cxnSpMkLst>
        </pc:cxnChg>
        <pc:cxnChg chg="add mod">
          <ac:chgData name="Austin Hunter" userId="00d7ded5-34be-4721-abaf-399e53169e95" providerId="ADAL" clId="{64AE9F46-DCFB-4F0A-89B3-DFA18F9E6BA7}" dt="2026-09-09T06:44:31.709" v="4412" actId="693"/>
          <ac:cxnSpMkLst>
            <pc:docMk/>
            <pc:sldMk cId="1855096131" sldId="273"/>
            <ac:cxnSpMk id="88" creationId="{B70D7941-56F1-26C8-4641-DC86E24D3D27}"/>
          </ac:cxnSpMkLst>
        </pc:cxnChg>
        <pc:cxnChg chg="add mod">
          <ac:chgData name="Austin Hunter" userId="00d7ded5-34be-4721-abaf-399e53169e95" providerId="ADAL" clId="{64AE9F46-DCFB-4F0A-89B3-DFA18F9E6BA7}" dt="2026-09-09T06:44:31.709" v="4412" actId="693"/>
          <ac:cxnSpMkLst>
            <pc:docMk/>
            <pc:sldMk cId="1855096131" sldId="273"/>
            <ac:cxnSpMk id="90" creationId="{AECA4321-D33C-1776-4475-3589E9943F69}"/>
          </ac:cxnSpMkLst>
        </pc:cxnChg>
        <pc:cxnChg chg="add mod">
          <ac:chgData name="Austin Hunter" userId="00d7ded5-34be-4721-abaf-399e53169e95" providerId="ADAL" clId="{64AE9F46-DCFB-4F0A-89B3-DFA18F9E6BA7}" dt="2026-09-09T06:44:31.709" v="4412" actId="693"/>
          <ac:cxnSpMkLst>
            <pc:docMk/>
            <pc:sldMk cId="1855096131" sldId="273"/>
            <ac:cxnSpMk id="92" creationId="{65505FF5-7809-FDD7-96E0-CCE9C1E0DC4F}"/>
          </ac:cxnSpMkLst>
        </pc:cxnChg>
        <pc:cxnChg chg="add mod ord">
          <ac:chgData name="Austin Hunter" userId="00d7ded5-34be-4721-abaf-399e53169e95" providerId="ADAL" clId="{64AE9F46-DCFB-4F0A-89B3-DFA18F9E6BA7}" dt="2026-09-09T06:51:50.482" v="4648" actId="14100"/>
          <ac:cxnSpMkLst>
            <pc:docMk/>
            <pc:sldMk cId="1855096131" sldId="273"/>
            <ac:cxnSpMk id="95" creationId="{945AFFD0-5408-9D08-48E0-FA2321E7A006}"/>
          </ac:cxnSpMkLst>
        </pc:cxnChg>
        <pc:cxnChg chg="add mod ord">
          <ac:chgData name="Austin Hunter" userId="00d7ded5-34be-4721-abaf-399e53169e95" providerId="ADAL" clId="{64AE9F46-DCFB-4F0A-89B3-DFA18F9E6BA7}" dt="2026-09-09T06:51:50.482" v="4648" actId="14100"/>
          <ac:cxnSpMkLst>
            <pc:docMk/>
            <pc:sldMk cId="1855096131" sldId="273"/>
            <ac:cxnSpMk id="96" creationId="{7502136D-5D10-271B-C599-84E4ACF5B77D}"/>
          </ac:cxnSpMkLst>
        </pc:cxnChg>
        <pc:cxnChg chg="add mod ord">
          <ac:chgData name="Austin Hunter" userId="00d7ded5-34be-4721-abaf-399e53169e95" providerId="ADAL" clId="{64AE9F46-DCFB-4F0A-89B3-DFA18F9E6BA7}" dt="2026-09-09T06:51:50.482" v="4648" actId="14100"/>
          <ac:cxnSpMkLst>
            <pc:docMk/>
            <pc:sldMk cId="1855096131" sldId="273"/>
            <ac:cxnSpMk id="97" creationId="{DCD6CB99-201F-5D82-7A1D-1FD094449DEF}"/>
          </ac:cxnSpMkLst>
        </pc:cxnChg>
        <pc:cxnChg chg="add mod ord">
          <ac:chgData name="Austin Hunter" userId="00d7ded5-34be-4721-abaf-399e53169e95" providerId="ADAL" clId="{64AE9F46-DCFB-4F0A-89B3-DFA18F9E6BA7}" dt="2026-09-09T06:51:50.482" v="4648" actId="14100"/>
          <ac:cxnSpMkLst>
            <pc:docMk/>
            <pc:sldMk cId="1855096131" sldId="273"/>
            <ac:cxnSpMk id="98" creationId="{5348A725-E8DB-DDA3-736C-622305006478}"/>
          </ac:cxnSpMkLst>
        </pc:cxnChg>
        <pc:cxnChg chg="add mod ord">
          <ac:chgData name="Austin Hunter" userId="00d7ded5-34be-4721-abaf-399e53169e95" providerId="ADAL" clId="{64AE9F46-DCFB-4F0A-89B3-DFA18F9E6BA7}" dt="2026-09-09T06:50:28.750" v="4604" actId="166"/>
          <ac:cxnSpMkLst>
            <pc:docMk/>
            <pc:sldMk cId="1855096131" sldId="273"/>
            <ac:cxnSpMk id="100" creationId="{47AA9D40-90BD-67F2-9D3C-055AD6477EF7}"/>
          </ac:cxnSpMkLst>
        </pc:cxnChg>
        <pc:cxnChg chg="add mod ord">
          <ac:chgData name="Austin Hunter" userId="00d7ded5-34be-4721-abaf-399e53169e95" providerId="ADAL" clId="{64AE9F46-DCFB-4F0A-89B3-DFA18F9E6BA7}" dt="2026-09-09T06:51:50.482" v="4648" actId="14100"/>
          <ac:cxnSpMkLst>
            <pc:docMk/>
            <pc:sldMk cId="1855096131" sldId="273"/>
            <ac:cxnSpMk id="101" creationId="{A27F3E23-C963-E2F1-AB59-418EF244C92F}"/>
          </ac:cxnSpMkLst>
        </pc:cxnChg>
        <pc:cxnChg chg="add mod">
          <ac:chgData name="Austin Hunter" userId="00d7ded5-34be-4721-abaf-399e53169e95" providerId="ADAL" clId="{64AE9F46-DCFB-4F0A-89B3-DFA18F9E6BA7}" dt="2026-09-09T14:33:04.624" v="5275" actId="14100"/>
          <ac:cxnSpMkLst>
            <pc:docMk/>
            <pc:sldMk cId="1855096131" sldId="273"/>
            <ac:cxnSpMk id="119" creationId="{F2CAC2A3-1874-A1DD-14DE-E3ADDB94A3F8}"/>
          </ac:cxnSpMkLst>
        </pc:cxnChg>
      </pc:sldChg>
      <pc:sldChg chg="addSp delSp modSp add mod">
        <pc:chgData name="Austin Hunter" userId="00d7ded5-34be-4721-abaf-399e53169e95" providerId="ADAL" clId="{64AE9F46-DCFB-4F0A-89B3-DFA18F9E6BA7}" dt="2026-09-09T06:27:05.602" v="3968" actId="1038"/>
        <pc:sldMkLst>
          <pc:docMk/>
          <pc:sldMk cId="3986109001" sldId="274"/>
        </pc:sldMkLst>
        <pc:spChg chg="mod">
          <ac:chgData name="Austin Hunter" userId="00d7ded5-34be-4721-abaf-399e53169e95" providerId="ADAL" clId="{64AE9F46-DCFB-4F0A-89B3-DFA18F9E6BA7}" dt="2026-09-09T06:18:41.562" v="3491" actId="1076"/>
          <ac:spMkLst>
            <pc:docMk/>
            <pc:sldMk cId="3986109001" sldId="274"/>
            <ac:spMk id="2" creationId="{13A8BF78-8261-DA75-33E6-9A32DBACF1C4}"/>
          </ac:spMkLst>
        </pc:spChg>
        <pc:spChg chg="mod">
          <ac:chgData name="Austin Hunter" userId="00d7ded5-34be-4721-abaf-399e53169e95" providerId="ADAL" clId="{64AE9F46-DCFB-4F0A-89B3-DFA18F9E6BA7}" dt="2026-09-08T23:40:51.424" v="2728" actId="20577"/>
          <ac:spMkLst>
            <pc:docMk/>
            <pc:sldMk cId="3986109001" sldId="274"/>
            <ac:spMk id="5" creationId="{A8A5240E-11CE-822B-7828-63A4C2DC7FF9}"/>
          </ac:spMkLst>
        </pc:spChg>
        <pc:spChg chg="del mod">
          <ac:chgData name="Austin Hunter" userId="00d7ded5-34be-4721-abaf-399e53169e95" providerId="ADAL" clId="{64AE9F46-DCFB-4F0A-89B3-DFA18F9E6BA7}" dt="2026-09-09T06:13:20.358" v="3397" actId="478"/>
          <ac:spMkLst>
            <pc:docMk/>
            <pc:sldMk cId="3986109001" sldId="274"/>
            <ac:spMk id="6" creationId="{6576F03A-CAEE-0341-978E-C86F7FCF3D1B}"/>
          </ac:spMkLst>
        </pc:spChg>
        <pc:spChg chg="add mod">
          <ac:chgData name="Austin Hunter" userId="00d7ded5-34be-4721-abaf-399e53169e95" providerId="ADAL" clId="{64AE9F46-DCFB-4F0A-89B3-DFA18F9E6BA7}" dt="2026-09-09T06:26:58.578" v="3964" actId="113"/>
          <ac:spMkLst>
            <pc:docMk/>
            <pc:sldMk cId="3986109001" sldId="274"/>
            <ac:spMk id="7" creationId="{5E77F746-CF12-6E86-AC85-906B88E16A45}"/>
          </ac:spMkLst>
        </pc:spChg>
        <pc:spChg chg="add del mod">
          <ac:chgData name="Austin Hunter" userId="00d7ded5-34be-4721-abaf-399e53169e95" providerId="ADAL" clId="{64AE9F46-DCFB-4F0A-89B3-DFA18F9E6BA7}" dt="2026-09-09T06:26:44.495" v="3962" actId="478"/>
          <ac:spMkLst>
            <pc:docMk/>
            <pc:sldMk cId="3986109001" sldId="274"/>
            <ac:spMk id="8" creationId="{9CB7C0DB-2160-7F7F-2A87-06670F1A1CA5}"/>
          </ac:spMkLst>
        </pc:spChg>
        <pc:spChg chg="mod">
          <ac:chgData name="Austin Hunter" userId="00d7ded5-34be-4721-abaf-399e53169e95" providerId="ADAL" clId="{64AE9F46-DCFB-4F0A-89B3-DFA18F9E6BA7}" dt="2026-09-09T06:16:32.966" v="3465"/>
          <ac:spMkLst>
            <pc:docMk/>
            <pc:sldMk cId="3986109001" sldId="274"/>
            <ac:spMk id="12" creationId="{F8D3F8F2-F024-EA18-7D2D-AD903463C156}"/>
          </ac:spMkLst>
        </pc:spChg>
        <pc:spChg chg="mod">
          <ac:chgData name="Austin Hunter" userId="00d7ded5-34be-4721-abaf-399e53169e95" providerId="ADAL" clId="{64AE9F46-DCFB-4F0A-89B3-DFA18F9E6BA7}" dt="2026-09-09T06:18:17.120" v="3484"/>
          <ac:spMkLst>
            <pc:docMk/>
            <pc:sldMk cId="3986109001" sldId="274"/>
            <ac:spMk id="22" creationId="{0616E50A-B3A0-3999-E1E0-4D8C1F23C6D5}"/>
          </ac:spMkLst>
        </pc:spChg>
        <pc:spChg chg="mod">
          <ac:chgData name="Austin Hunter" userId="00d7ded5-34be-4721-abaf-399e53169e95" providerId="ADAL" clId="{64AE9F46-DCFB-4F0A-89B3-DFA18F9E6BA7}" dt="2026-09-09T06:18:35.259" v="3487"/>
          <ac:spMkLst>
            <pc:docMk/>
            <pc:sldMk cId="3986109001" sldId="274"/>
            <ac:spMk id="25" creationId="{A793CB7F-4585-D466-2FEE-164F52EB9335}"/>
          </ac:spMkLst>
        </pc:spChg>
        <pc:spChg chg="add mod">
          <ac:chgData name="Austin Hunter" userId="00d7ded5-34be-4721-abaf-399e53169e95" providerId="ADAL" clId="{64AE9F46-DCFB-4F0A-89B3-DFA18F9E6BA7}" dt="2026-09-09T06:27:05.602" v="3968" actId="1038"/>
          <ac:spMkLst>
            <pc:docMk/>
            <pc:sldMk cId="3986109001" sldId="274"/>
            <ac:spMk id="39" creationId="{9261F404-28CE-75FF-A0AB-66636EA0738E}"/>
          </ac:spMkLst>
        </pc:spChg>
        <pc:grpChg chg="add mod">
          <ac:chgData name="Austin Hunter" userId="00d7ded5-34be-4721-abaf-399e53169e95" providerId="ADAL" clId="{64AE9F46-DCFB-4F0A-89B3-DFA18F9E6BA7}" dt="2026-09-09T06:16:52.160" v="3466" actId="1076"/>
          <ac:grpSpMkLst>
            <pc:docMk/>
            <pc:sldMk cId="3986109001" sldId="274"/>
            <ac:grpSpMk id="11" creationId="{3974057C-FB52-0E0A-705D-665A852E9ED2}"/>
          </ac:grpSpMkLst>
        </pc:grpChg>
        <pc:grpChg chg="add mod">
          <ac:chgData name="Austin Hunter" userId="00d7ded5-34be-4721-abaf-399e53169e95" providerId="ADAL" clId="{64AE9F46-DCFB-4F0A-89B3-DFA18F9E6BA7}" dt="2026-09-09T06:18:21.987" v="3485" actId="1076"/>
          <ac:grpSpMkLst>
            <pc:docMk/>
            <pc:sldMk cId="3986109001" sldId="274"/>
            <ac:grpSpMk id="21" creationId="{AEB7A0EA-EA9E-B5D5-221C-E576B094E4E3}"/>
          </ac:grpSpMkLst>
        </pc:grpChg>
        <pc:grpChg chg="add mod">
          <ac:chgData name="Austin Hunter" userId="00d7ded5-34be-4721-abaf-399e53169e95" providerId="ADAL" clId="{64AE9F46-DCFB-4F0A-89B3-DFA18F9E6BA7}" dt="2026-09-09T06:21:33.207" v="3525" actId="1076"/>
          <ac:grpSpMkLst>
            <pc:docMk/>
            <pc:sldMk cId="3986109001" sldId="274"/>
            <ac:grpSpMk id="24" creationId="{B2BB1C50-3B36-658E-556E-3961EF2D972E}"/>
          </ac:grpSpMkLst>
        </pc:grpChg>
        <pc:picChg chg="add mod">
          <ac:chgData name="Austin Hunter" userId="00d7ded5-34be-4721-abaf-399e53169e95" providerId="ADAL" clId="{64AE9F46-DCFB-4F0A-89B3-DFA18F9E6BA7}" dt="2026-09-09T06:16:55.025" v="3467" actId="1076"/>
          <ac:picMkLst>
            <pc:docMk/>
            <pc:sldMk cId="3986109001" sldId="274"/>
            <ac:picMk id="10" creationId="{AE6BE219-17DC-73E9-EA16-A0F9B9791372}"/>
          </ac:picMkLst>
        </pc:picChg>
        <pc:picChg chg="mod">
          <ac:chgData name="Austin Hunter" userId="00d7ded5-34be-4721-abaf-399e53169e95" providerId="ADAL" clId="{64AE9F46-DCFB-4F0A-89B3-DFA18F9E6BA7}" dt="2026-09-09T06:16:32.966" v="3465"/>
          <ac:picMkLst>
            <pc:docMk/>
            <pc:sldMk cId="3986109001" sldId="274"/>
            <ac:picMk id="13" creationId="{DC364920-2EFD-7187-BE53-8D25988366A9}"/>
          </ac:picMkLst>
        </pc:picChg>
        <pc:picChg chg="add del mod">
          <ac:chgData name="Austin Hunter" userId="00d7ded5-34be-4721-abaf-399e53169e95" providerId="ADAL" clId="{64AE9F46-DCFB-4F0A-89B3-DFA18F9E6BA7}" dt="2026-09-09T06:17:42.958" v="3473" actId="478"/>
          <ac:picMkLst>
            <pc:docMk/>
            <pc:sldMk cId="3986109001" sldId="274"/>
            <ac:picMk id="15" creationId="{86B8ADBF-9CB8-AD1D-C0D3-A38CBE281572}"/>
          </ac:picMkLst>
        </pc:picChg>
        <pc:picChg chg="add mod">
          <ac:chgData name="Austin Hunter" userId="00d7ded5-34be-4721-abaf-399e53169e95" providerId="ADAL" clId="{64AE9F46-DCFB-4F0A-89B3-DFA18F9E6BA7}" dt="2026-09-09T06:18:26.568" v="3486" actId="1076"/>
          <ac:picMkLst>
            <pc:docMk/>
            <pc:sldMk cId="3986109001" sldId="274"/>
            <ac:picMk id="17" creationId="{9F2EFB9F-1F11-43FD-E4B5-4E4B45CC32C3}"/>
          </ac:picMkLst>
        </pc:picChg>
        <pc:picChg chg="mod">
          <ac:chgData name="Austin Hunter" userId="00d7ded5-34be-4721-abaf-399e53169e95" providerId="ADAL" clId="{64AE9F46-DCFB-4F0A-89B3-DFA18F9E6BA7}" dt="2026-09-09T06:18:17.120" v="3484"/>
          <ac:picMkLst>
            <pc:docMk/>
            <pc:sldMk cId="3986109001" sldId="274"/>
            <ac:picMk id="23" creationId="{8D938F7E-8454-D6DA-ADCC-B91518E7A8A7}"/>
          </ac:picMkLst>
        </pc:picChg>
        <pc:picChg chg="mod">
          <ac:chgData name="Austin Hunter" userId="00d7ded5-34be-4721-abaf-399e53169e95" providerId="ADAL" clId="{64AE9F46-DCFB-4F0A-89B3-DFA18F9E6BA7}" dt="2026-09-09T06:18:35.259" v="3487"/>
          <ac:picMkLst>
            <pc:docMk/>
            <pc:sldMk cId="3986109001" sldId="274"/>
            <ac:picMk id="26" creationId="{1A8DC922-7AED-A5EE-C594-121FA77CF22E}"/>
          </ac:picMkLst>
        </pc:picChg>
        <pc:picChg chg="add mod">
          <ac:chgData name="Austin Hunter" userId="00d7ded5-34be-4721-abaf-399e53169e95" providerId="ADAL" clId="{64AE9F46-DCFB-4F0A-89B3-DFA18F9E6BA7}" dt="2026-09-09T06:19:14.711" v="3503" actId="1076"/>
          <ac:picMkLst>
            <pc:docMk/>
            <pc:sldMk cId="3986109001" sldId="274"/>
            <ac:picMk id="28" creationId="{83E5412C-909C-6A5A-997B-E38FB20C4703}"/>
          </ac:picMkLst>
        </pc:picChg>
        <pc:picChg chg="add mod">
          <ac:chgData name="Austin Hunter" userId="00d7ded5-34be-4721-abaf-399e53169e95" providerId="ADAL" clId="{64AE9F46-DCFB-4F0A-89B3-DFA18F9E6BA7}" dt="2026-09-09T06:21:33.207" v="3525" actId="1076"/>
          <ac:picMkLst>
            <pc:docMk/>
            <pc:sldMk cId="3986109001" sldId="274"/>
            <ac:picMk id="30" creationId="{88E9C022-F4FC-8632-511B-34542E210A46}"/>
          </ac:picMkLst>
        </pc:picChg>
        <pc:picChg chg="add mod">
          <ac:chgData name="Austin Hunter" userId="00d7ded5-34be-4721-abaf-399e53169e95" providerId="ADAL" clId="{64AE9F46-DCFB-4F0A-89B3-DFA18F9E6BA7}" dt="2026-09-09T06:21:47.026" v="3536" actId="1076"/>
          <ac:picMkLst>
            <pc:docMk/>
            <pc:sldMk cId="3986109001" sldId="274"/>
            <ac:picMk id="31" creationId="{4ABBC017-4809-E4F4-C2D6-DEE2EBE64E1F}"/>
          </ac:picMkLst>
        </pc:picChg>
        <pc:picChg chg="add mod">
          <ac:chgData name="Austin Hunter" userId="00d7ded5-34be-4721-abaf-399e53169e95" providerId="ADAL" clId="{64AE9F46-DCFB-4F0A-89B3-DFA18F9E6BA7}" dt="2026-09-09T06:21:50.554" v="3537" actId="1076"/>
          <ac:picMkLst>
            <pc:docMk/>
            <pc:sldMk cId="3986109001" sldId="274"/>
            <ac:picMk id="33" creationId="{04F97B0E-408B-A414-576B-01245E772776}"/>
          </ac:picMkLst>
        </pc:picChg>
        <pc:cxnChg chg="add mod">
          <ac:chgData name="Austin Hunter" userId="00d7ded5-34be-4721-abaf-399e53169e95" providerId="ADAL" clId="{64AE9F46-DCFB-4F0A-89B3-DFA18F9E6BA7}" dt="2026-09-09T06:22:12.317" v="3541" actId="1582"/>
          <ac:cxnSpMkLst>
            <pc:docMk/>
            <pc:sldMk cId="3986109001" sldId="274"/>
            <ac:cxnSpMk id="35" creationId="{665C2A2F-A834-9B53-BC49-878D0CDE6372}"/>
          </ac:cxnSpMkLst>
        </pc:cxnChg>
        <pc:cxnChg chg="add mod">
          <ac:chgData name="Austin Hunter" userId="00d7ded5-34be-4721-abaf-399e53169e95" providerId="ADAL" clId="{64AE9F46-DCFB-4F0A-89B3-DFA18F9E6BA7}" dt="2026-09-09T06:22:26.974" v="3545" actId="14100"/>
          <ac:cxnSpMkLst>
            <pc:docMk/>
            <pc:sldMk cId="3986109001" sldId="274"/>
            <ac:cxnSpMk id="36" creationId="{3D043FA0-3E48-E93F-A4AD-099686BA6909}"/>
          </ac:cxnSpMkLst>
        </pc:cxnChg>
      </pc:sldChg>
      <pc:sldChg chg="addSp delSp modSp add mod ord">
        <pc:chgData name="Austin Hunter" userId="00d7ded5-34be-4721-abaf-399e53169e95" providerId="ADAL" clId="{64AE9F46-DCFB-4F0A-89B3-DFA18F9E6BA7}" dt="2026-09-09T06:16:21.736" v="3464"/>
        <pc:sldMkLst>
          <pc:docMk/>
          <pc:sldMk cId="3718538049" sldId="275"/>
        </pc:sldMkLst>
        <pc:spChg chg="mod">
          <ac:chgData name="Austin Hunter" userId="00d7ded5-34be-4721-abaf-399e53169e95" providerId="ADAL" clId="{64AE9F46-DCFB-4F0A-89B3-DFA18F9E6BA7}" dt="2026-09-09T00:20:43.759" v="2986" actId="1076"/>
          <ac:spMkLst>
            <pc:docMk/>
            <pc:sldMk cId="3718538049" sldId="275"/>
            <ac:spMk id="2" creationId="{6A315621-BA50-1B29-2DD8-A3946BF99484}"/>
          </ac:spMkLst>
        </pc:spChg>
        <pc:spChg chg="mod">
          <ac:chgData name="Austin Hunter" userId="00d7ded5-34be-4721-abaf-399e53169e95" providerId="ADAL" clId="{64AE9F46-DCFB-4F0A-89B3-DFA18F9E6BA7}" dt="2026-09-09T00:34:31.044" v="3124" actId="20577"/>
          <ac:spMkLst>
            <pc:docMk/>
            <pc:sldMk cId="3718538049" sldId="275"/>
            <ac:spMk id="5" creationId="{F806C8AD-518D-DF24-8C14-ADE0328317D3}"/>
          </ac:spMkLst>
        </pc:spChg>
        <pc:spChg chg="del">
          <ac:chgData name="Austin Hunter" userId="00d7ded5-34be-4721-abaf-399e53169e95" providerId="ADAL" clId="{64AE9F46-DCFB-4F0A-89B3-DFA18F9E6BA7}" dt="2026-09-08T23:41:14.384" v="2773" actId="478"/>
          <ac:spMkLst>
            <pc:docMk/>
            <pc:sldMk cId="3718538049" sldId="275"/>
            <ac:spMk id="6" creationId="{AC065342-411E-C750-6C4F-4FA25E9F88E1}"/>
          </ac:spMkLst>
        </pc:spChg>
        <pc:spChg chg="add mod">
          <ac:chgData name="Austin Hunter" userId="00d7ded5-34be-4721-abaf-399e53169e95" providerId="ADAL" clId="{64AE9F46-DCFB-4F0A-89B3-DFA18F9E6BA7}" dt="2026-09-08T23:46:28.825" v="2905" actId="208"/>
          <ac:spMkLst>
            <pc:docMk/>
            <pc:sldMk cId="3718538049" sldId="275"/>
            <ac:spMk id="15" creationId="{98AEDE2E-CFC1-69D0-A48A-C7311DD232AA}"/>
          </ac:spMkLst>
        </pc:spChg>
        <pc:spChg chg="add mod">
          <ac:chgData name="Austin Hunter" userId="00d7ded5-34be-4721-abaf-399e53169e95" providerId="ADAL" clId="{64AE9F46-DCFB-4F0A-89B3-DFA18F9E6BA7}" dt="2026-09-08T23:45:58.473" v="2891" actId="1076"/>
          <ac:spMkLst>
            <pc:docMk/>
            <pc:sldMk cId="3718538049" sldId="275"/>
            <ac:spMk id="16" creationId="{69259F16-19EA-482F-F072-BF9E2E988737}"/>
          </ac:spMkLst>
        </pc:spChg>
        <pc:spChg chg="add mod">
          <ac:chgData name="Austin Hunter" userId="00d7ded5-34be-4721-abaf-399e53169e95" providerId="ADAL" clId="{64AE9F46-DCFB-4F0A-89B3-DFA18F9E6BA7}" dt="2026-09-08T23:46:13.305" v="2904" actId="1076"/>
          <ac:spMkLst>
            <pc:docMk/>
            <pc:sldMk cId="3718538049" sldId="275"/>
            <ac:spMk id="21" creationId="{3B94F3EA-35B8-59A7-4B3F-F48B4464E84D}"/>
          </ac:spMkLst>
        </pc:spChg>
        <pc:spChg chg="add mod">
          <ac:chgData name="Austin Hunter" userId="00d7ded5-34be-4721-abaf-399e53169e95" providerId="ADAL" clId="{64AE9F46-DCFB-4F0A-89B3-DFA18F9E6BA7}" dt="2026-09-09T00:20:34.248" v="2983" actId="20577"/>
          <ac:spMkLst>
            <pc:docMk/>
            <pc:sldMk cId="3718538049" sldId="275"/>
            <ac:spMk id="25" creationId="{DE6026A6-F518-FF95-DC99-3085F6D46E0E}"/>
          </ac:spMkLst>
        </pc:spChg>
        <pc:spChg chg="mod">
          <ac:chgData name="Austin Hunter" userId="00d7ded5-34be-4721-abaf-399e53169e95" providerId="ADAL" clId="{64AE9F46-DCFB-4F0A-89B3-DFA18F9E6BA7}" dt="2026-09-09T00:20:53.244" v="2989" actId="20577"/>
          <ac:spMkLst>
            <pc:docMk/>
            <pc:sldMk cId="3718538049" sldId="275"/>
            <ac:spMk id="30" creationId="{A1D02167-A14E-6996-3B83-CDEA73ED31FB}"/>
          </ac:spMkLst>
        </pc:spChg>
        <pc:spChg chg="mod">
          <ac:chgData name="Austin Hunter" userId="00d7ded5-34be-4721-abaf-399e53169e95" providerId="ADAL" clId="{64AE9F46-DCFB-4F0A-89B3-DFA18F9E6BA7}" dt="2026-09-09T00:20:39.968" v="2984"/>
          <ac:spMkLst>
            <pc:docMk/>
            <pc:sldMk cId="3718538049" sldId="275"/>
            <ac:spMk id="33" creationId="{962F4309-92CB-44B9-1CDA-7F94ADF7DCBA}"/>
          </ac:spMkLst>
        </pc:spChg>
        <pc:spChg chg="add mod">
          <ac:chgData name="Austin Hunter" userId="00d7ded5-34be-4721-abaf-399e53169e95" providerId="ADAL" clId="{64AE9F46-DCFB-4F0A-89B3-DFA18F9E6BA7}" dt="2026-09-09T00:29:03.031" v="3054" actId="14100"/>
          <ac:spMkLst>
            <pc:docMk/>
            <pc:sldMk cId="3718538049" sldId="275"/>
            <ac:spMk id="41" creationId="{3FC01572-F41E-E535-EACD-21B4D3F380AD}"/>
          </ac:spMkLst>
        </pc:spChg>
        <pc:spChg chg="add mod">
          <ac:chgData name="Austin Hunter" userId="00d7ded5-34be-4721-abaf-399e53169e95" providerId="ADAL" clId="{64AE9F46-DCFB-4F0A-89B3-DFA18F9E6BA7}" dt="2026-09-09T00:29:22.393" v="3084" actId="20577"/>
          <ac:spMkLst>
            <pc:docMk/>
            <pc:sldMk cId="3718538049" sldId="275"/>
            <ac:spMk id="43" creationId="{133F32E8-8DD7-306E-033D-1E033A093E6D}"/>
          </ac:spMkLst>
        </pc:spChg>
        <pc:spChg chg="add mod">
          <ac:chgData name="Austin Hunter" userId="00d7ded5-34be-4721-abaf-399e53169e95" providerId="ADAL" clId="{64AE9F46-DCFB-4F0A-89B3-DFA18F9E6BA7}" dt="2026-09-09T00:31:42.440" v="3118" actId="1076"/>
          <ac:spMkLst>
            <pc:docMk/>
            <pc:sldMk cId="3718538049" sldId="275"/>
            <ac:spMk id="45" creationId="{27207DB6-72C7-6A5E-4A74-98019EAE2955}"/>
          </ac:spMkLst>
        </pc:spChg>
        <pc:grpChg chg="add mod">
          <ac:chgData name="Austin Hunter" userId="00d7ded5-34be-4721-abaf-399e53169e95" providerId="ADAL" clId="{64AE9F46-DCFB-4F0A-89B3-DFA18F9E6BA7}" dt="2026-09-09T00:20:25.150" v="2980" actId="1076"/>
          <ac:grpSpMkLst>
            <pc:docMk/>
            <pc:sldMk cId="3718538049" sldId="275"/>
            <ac:grpSpMk id="28" creationId="{9778B0DC-1C80-5409-E568-1D96C67B2374}"/>
          </ac:grpSpMkLst>
        </pc:grpChg>
        <pc:grpChg chg="add mod">
          <ac:chgData name="Austin Hunter" userId="00d7ded5-34be-4721-abaf-399e53169e95" providerId="ADAL" clId="{64AE9F46-DCFB-4F0A-89B3-DFA18F9E6BA7}" dt="2026-09-09T00:20:50.556" v="2987" actId="1076"/>
          <ac:grpSpMkLst>
            <pc:docMk/>
            <pc:sldMk cId="3718538049" sldId="275"/>
            <ac:grpSpMk id="29" creationId="{8921BDAF-B96B-4CEC-551E-4443D7A58334}"/>
          </ac:grpSpMkLst>
        </pc:grpChg>
        <pc:grpChg chg="add mod">
          <ac:chgData name="Austin Hunter" userId="00d7ded5-34be-4721-abaf-399e53169e95" providerId="ADAL" clId="{64AE9F46-DCFB-4F0A-89B3-DFA18F9E6BA7}" dt="2026-09-09T00:20:39.968" v="2984"/>
          <ac:grpSpMkLst>
            <pc:docMk/>
            <pc:sldMk cId="3718538049" sldId="275"/>
            <ac:grpSpMk id="32" creationId="{8292129D-A429-B44D-5B41-D7E1F7A548A5}"/>
          </ac:grpSpMkLst>
        </pc:grpChg>
        <pc:picChg chg="add mod">
          <ac:chgData name="Austin Hunter" userId="00d7ded5-34be-4721-abaf-399e53169e95" providerId="ADAL" clId="{64AE9F46-DCFB-4F0A-89B3-DFA18F9E6BA7}" dt="2026-09-08T23:42:21.981" v="2776" actId="1076"/>
          <ac:picMkLst>
            <pc:docMk/>
            <pc:sldMk cId="3718538049" sldId="275"/>
            <ac:picMk id="8" creationId="{AEBFE403-E0B7-D3A8-94A2-CAA9D1776EEE}"/>
          </ac:picMkLst>
        </pc:picChg>
        <pc:picChg chg="add mod">
          <ac:chgData name="Austin Hunter" userId="00d7ded5-34be-4721-abaf-399e53169e95" providerId="ADAL" clId="{64AE9F46-DCFB-4F0A-89B3-DFA18F9E6BA7}" dt="2026-09-08T23:44:08.774" v="2805" actId="1076"/>
          <ac:picMkLst>
            <pc:docMk/>
            <pc:sldMk cId="3718538049" sldId="275"/>
            <ac:picMk id="10" creationId="{26A735A7-71A5-770F-884B-5FD8CF2EC29C}"/>
          </ac:picMkLst>
        </pc:picChg>
        <pc:picChg chg="add mod">
          <ac:chgData name="Austin Hunter" userId="00d7ded5-34be-4721-abaf-399e53169e95" providerId="ADAL" clId="{64AE9F46-DCFB-4F0A-89B3-DFA18F9E6BA7}" dt="2026-09-08T23:43:33.545" v="2794" actId="14100"/>
          <ac:picMkLst>
            <pc:docMk/>
            <pc:sldMk cId="3718538049" sldId="275"/>
            <ac:picMk id="12" creationId="{EF6422D8-B166-9F7D-F43E-B9C854855B3C}"/>
          </ac:picMkLst>
        </pc:picChg>
        <pc:picChg chg="add mod">
          <ac:chgData name="Austin Hunter" userId="00d7ded5-34be-4721-abaf-399e53169e95" providerId="ADAL" clId="{64AE9F46-DCFB-4F0A-89B3-DFA18F9E6BA7}" dt="2026-09-08T23:44:04.592" v="2804" actId="1076"/>
          <ac:picMkLst>
            <pc:docMk/>
            <pc:sldMk cId="3718538049" sldId="275"/>
            <ac:picMk id="14" creationId="{960A5020-D56E-E9AA-002B-C9625A9645E0}"/>
          </ac:picMkLst>
        </pc:picChg>
        <pc:picChg chg="add mod ord">
          <ac:chgData name="Austin Hunter" userId="00d7ded5-34be-4721-abaf-399e53169e95" providerId="ADAL" clId="{64AE9F46-DCFB-4F0A-89B3-DFA18F9E6BA7}" dt="2026-09-09T00:29:33.067" v="3086" actId="1076"/>
          <ac:picMkLst>
            <pc:docMk/>
            <pc:sldMk cId="3718538049" sldId="275"/>
            <ac:picMk id="23" creationId="{CD591C73-816B-6D33-6A5E-51C9CDC0F4F7}"/>
          </ac:picMkLst>
        </pc:picChg>
        <pc:picChg chg="add mod">
          <ac:chgData name="Austin Hunter" userId="00d7ded5-34be-4721-abaf-399e53169e95" providerId="ADAL" clId="{64AE9F46-DCFB-4F0A-89B3-DFA18F9E6BA7}" dt="2026-09-08T23:51:58.423" v="2957" actId="1076"/>
          <ac:picMkLst>
            <pc:docMk/>
            <pc:sldMk cId="3718538049" sldId="275"/>
            <ac:picMk id="24" creationId="{F92BC203-7D6C-6E62-8CE0-D977EAFCEC5C}"/>
          </ac:picMkLst>
        </pc:picChg>
        <pc:picChg chg="add mod">
          <ac:chgData name="Austin Hunter" userId="00d7ded5-34be-4721-abaf-399e53169e95" providerId="ADAL" clId="{64AE9F46-DCFB-4F0A-89B3-DFA18F9E6BA7}" dt="2026-09-09T00:20:05.523" v="2970" actId="164"/>
          <ac:picMkLst>
            <pc:docMk/>
            <pc:sldMk cId="3718538049" sldId="275"/>
            <ac:picMk id="27" creationId="{EF2A899D-EFC2-F589-B620-E3CCEB7BF8D1}"/>
          </ac:picMkLst>
        </pc:picChg>
        <pc:picChg chg="mod">
          <ac:chgData name="Austin Hunter" userId="00d7ded5-34be-4721-abaf-399e53169e95" providerId="ADAL" clId="{64AE9F46-DCFB-4F0A-89B3-DFA18F9E6BA7}" dt="2026-09-09T00:20:16.586" v="2977" actId="1076"/>
          <ac:picMkLst>
            <pc:docMk/>
            <pc:sldMk cId="3718538049" sldId="275"/>
            <ac:picMk id="31" creationId="{2E29D5F8-4791-CF4C-440E-CCF29AB9F760}"/>
          </ac:picMkLst>
        </pc:picChg>
        <pc:picChg chg="mod">
          <ac:chgData name="Austin Hunter" userId="00d7ded5-34be-4721-abaf-399e53169e95" providerId="ADAL" clId="{64AE9F46-DCFB-4F0A-89B3-DFA18F9E6BA7}" dt="2026-09-09T00:20:39.968" v="2984"/>
          <ac:picMkLst>
            <pc:docMk/>
            <pc:sldMk cId="3718538049" sldId="275"/>
            <ac:picMk id="34" creationId="{59E11DB8-101E-30BE-A90A-C8E50171D910}"/>
          </ac:picMkLst>
        </pc:picChg>
        <pc:picChg chg="add mod">
          <ac:chgData name="Austin Hunter" userId="00d7ded5-34be-4721-abaf-399e53169e95" providerId="ADAL" clId="{64AE9F46-DCFB-4F0A-89B3-DFA18F9E6BA7}" dt="2026-09-09T00:23:34.177" v="2994" actId="1076"/>
          <ac:picMkLst>
            <pc:docMk/>
            <pc:sldMk cId="3718538049" sldId="275"/>
            <ac:picMk id="36" creationId="{C3149380-7B10-4791-40A0-100F148FC923}"/>
          </ac:picMkLst>
        </pc:picChg>
        <pc:picChg chg="add mod">
          <ac:chgData name="Austin Hunter" userId="00d7ded5-34be-4721-abaf-399e53169e95" providerId="ADAL" clId="{64AE9F46-DCFB-4F0A-89B3-DFA18F9E6BA7}" dt="2026-09-09T00:24:02.074" v="2999" actId="1076"/>
          <ac:picMkLst>
            <pc:docMk/>
            <pc:sldMk cId="3718538049" sldId="275"/>
            <ac:picMk id="38" creationId="{2899DB02-4C47-A63A-F8E6-8F1C7D71899A}"/>
          </ac:picMkLst>
        </pc:picChg>
        <pc:picChg chg="add mod">
          <ac:chgData name="Austin Hunter" userId="00d7ded5-34be-4721-abaf-399e53169e95" providerId="ADAL" clId="{64AE9F46-DCFB-4F0A-89B3-DFA18F9E6BA7}" dt="2026-09-09T00:29:42.727" v="3089" actId="1076"/>
          <ac:picMkLst>
            <pc:docMk/>
            <pc:sldMk cId="3718538049" sldId="275"/>
            <ac:picMk id="40" creationId="{F1073B08-508F-D450-24BE-ABC20AA8BD34}"/>
          </ac:picMkLst>
        </pc:picChg>
      </pc:sldChg>
      <pc:sldChg chg="addSp delSp modSp add mod ord">
        <pc:chgData name="Austin Hunter" userId="00d7ded5-34be-4721-abaf-399e53169e95" providerId="ADAL" clId="{64AE9F46-DCFB-4F0A-89B3-DFA18F9E6BA7}" dt="2026-09-09T06:25:08.733" v="3857" actId="1076"/>
        <pc:sldMkLst>
          <pc:docMk/>
          <pc:sldMk cId="2776663808" sldId="276"/>
        </pc:sldMkLst>
        <pc:spChg chg="mod">
          <ac:chgData name="Austin Hunter" userId="00d7ded5-34be-4721-abaf-399e53169e95" providerId="ADAL" clId="{64AE9F46-DCFB-4F0A-89B3-DFA18F9E6BA7}" dt="2026-09-09T00:38:17.715" v="3231" actId="20577"/>
          <ac:spMkLst>
            <pc:docMk/>
            <pc:sldMk cId="2776663808" sldId="276"/>
            <ac:spMk id="4" creationId="{49A4A5D7-F6D7-BC60-CD37-A942F017FDE0}"/>
          </ac:spMkLst>
        </pc:spChg>
        <pc:spChg chg="mod">
          <ac:chgData name="Austin Hunter" userId="00d7ded5-34be-4721-abaf-399e53169e95" providerId="ADAL" clId="{64AE9F46-DCFB-4F0A-89B3-DFA18F9E6BA7}" dt="2026-09-09T00:38:59.670" v="3251" actId="1076"/>
          <ac:spMkLst>
            <pc:docMk/>
            <pc:sldMk cId="2776663808" sldId="276"/>
            <ac:spMk id="5" creationId="{57F7D9B0-1C94-A49F-6760-1824AE394873}"/>
          </ac:spMkLst>
        </pc:spChg>
        <pc:spChg chg="mod">
          <ac:chgData name="Austin Hunter" userId="00d7ded5-34be-4721-abaf-399e53169e95" providerId="ADAL" clId="{64AE9F46-DCFB-4F0A-89B3-DFA18F9E6BA7}" dt="2026-09-09T00:39:12.377" v="3252" actId="1076"/>
          <ac:spMkLst>
            <pc:docMk/>
            <pc:sldMk cId="2776663808" sldId="276"/>
            <ac:spMk id="6" creationId="{9F7CE67D-B971-BF03-EDE7-899EBCF966AA}"/>
          </ac:spMkLst>
        </pc:spChg>
        <pc:spChg chg="mod">
          <ac:chgData name="Austin Hunter" userId="00d7ded5-34be-4721-abaf-399e53169e95" providerId="ADAL" clId="{64AE9F46-DCFB-4F0A-89B3-DFA18F9E6BA7}" dt="2026-09-09T00:39:12.377" v="3252" actId="1076"/>
          <ac:spMkLst>
            <pc:docMk/>
            <pc:sldMk cId="2776663808" sldId="276"/>
            <ac:spMk id="7" creationId="{4E5375FF-B2B5-1906-AAC6-1410AC121EA1}"/>
          </ac:spMkLst>
        </pc:spChg>
        <pc:spChg chg="mod">
          <ac:chgData name="Austin Hunter" userId="00d7ded5-34be-4721-abaf-399e53169e95" providerId="ADAL" clId="{64AE9F46-DCFB-4F0A-89B3-DFA18F9E6BA7}" dt="2026-09-09T06:25:08.733" v="3857" actId="1076"/>
          <ac:spMkLst>
            <pc:docMk/>
            <pc:sldMk cId="2776663808" sldId="276"/>
            <ac:spMk id="8" creationId="{655F8E93-B26C-AEA9-CEF2-E367F9553895}"/>
          </ac:spMkLst>
        </pc:spChg>
        <pc:spChg chg="add del mod">
          <ac:chgData name="Austin Hunter" userId="00d7ded5-34be-4721-abaf-399e53169e95" providerId="ADAL" clId="{64AE9F46-DCFB-4F0A-89B3-DFA18F9E6BA7}" dt="2026-09-09T06:23:18.063" v="3554" actId="478"/>
          <ac:spMkLst>
            <pc:docMk/>
            <pc:sldMk cId="2776663808" sldId="276"/>
            <ac:spMk id="9" creationId="{F4504A13-DD5D-E542-FCA6-5F55A1790593}"/>
          </ac:spMkLst>
        </pc:spChg>
        <pc:spChg chg="mod">
          <ac:chgData name="Austin Hunter" userId="00d7ded5-34be-4721-abaf-399e53169e95" providerId="ADAL" clId="{64AE9F46-DCFB-4F0A-89B3-DFA18F9E6BA7}" dt="2026-09-09T00:39:12.377" v="3252" actId="1076"/>
          <ac:spMkLst>
            <pc:docMk/>
            <pc:sldMk cId="2776663808" sldId="276"/>
            <ac:spMk id="10" creationId="{A475DA26-0B75-1393-210A-4859615203C6}"/>
          </ac:spMkLst>
        </pc:spChg>
        <pc:spChg chg="mod">
          <ac:chgData name="Austin Hunter" userId="00d7ded5-34be-4721-abaf-399e53169e95" providerId="ADAL" clId="{64AE9F46-DCFB-4F0A-89B3-DFA18F9E6BA7}" dt="2026-09-09T00:39:12.377" v="3252" actId="1076"/>
          <ac:spMkLst>
            <pc:docMk/>
            <pc:sldMk cId="2776663808" sldId="276"/>
            <ac:spMk id="12" creationId="{F09030EA-429B-490C-7B31-DF070A614C18}"/>
          </ac:spMkLst>
        </pc:spChg>
        <pc:spChg chg="mod">
          <ac:chgData name="Austin Hunter" userId="00d7ded5-34be-4721-abaf-399e53169e95" providerId="ADAL" clId="{64AE9F46-DCFB-4F0A-89B3-DFA18F9E6BA7}" dt="2026-09-09T00:38:59.670" v="3251" actId="1076"/>
          <ac:spMkLst>
            <pc:docMk/>
            <pc:sldMk cId="2776663808" sldId="276"/>
            <ac:spMk id="13" creationId="{D4F2D7C2-09B7-D869-67EB-5665DEC4736E}"/>
          </ac:spMkLst>
        </pc:spChg>
        <pc:spChg chg="mod">
          <ac:chgData name="Austin Hunter" userId="00d7ded5-34be-4721-abaf-399e53169e95" providerId="ADAL" clId="{64AE9F46-DCFB-4F0A-89B3-DFA18F9E6BA7}" dt="2026-09-09T00:38:59.670" v="3251" actId="1076"/>
          <ac:spMkLst>
            <pc:docMk/>
            <pc:sldMk cId="2776663808" sldId="276"/>
            <ac:spMk id="14" creationId="{4F8119FA-30C1-9309-F3C4-1515D85B9194}"/>
          </ac:spMkLst>
        </pc:spChg>
        <pc:spChg chg="mod">
          <ac:chgData name="Austin Hunter" userId="00d7ded5-34be-4721-abaf-399e53169e95" providerId="ADAL" clId="{64AE9F46-DCFB-4F0A-89B3-DFA18F9E6BA7}" dt="2026-09-09T00:38:59.670" v="3251" actId="1076"/>
          <ac:spMkLst>
            <pc:docMk/>
            <pc:sldMk cId="2776663808" sldId="276"/>
            <ac:spMk id="15" creationId="{B8564462-74C7-1054-0AB2-BE7802065790}"/>
          </ac:spMkLst>
        </pc:spChg>
        <pc:spChg chg="mod">
          <ac:chgData name="Austin Hunter" userId="00d7ded5-34be-4721-abaf-399e53169e95" providerId="ADAL" clId="{64AE9F46-DCFB-4F0A-89B3-DFA18F9E6BA7}" dt="2026-09-09T06:25:04.720" v="3855" actId="20577"/>
          <ac:spMkLst>
            <pc:docMk/>
            <pc:sldMk cId="2776663808" sldId="276"/>
            <ac:spMk id="16" creationId="{1271F45F-0299-B7A0-99BE-6D46680F22A0}"/>
          </ac:spMkLst>
        </pc:spChg>
        <pc:spChg chg="mod">
          <ac:chgData name="Austin Hunter" userId="00d7ded5-34be-4721-abaf-399e53169e95" providerId="ADAL" clId="{64AE9F46-DCFB-4F0A-89B3-DFA18F9E6BA7}" dt="2026-09-09T00:40:35.938" v="3394" actId="20577"/>
          <ac:spMkLst>
            <pc:docMk/>
            <pc:sldMk cId="2776663808" sldId="276"/>
            <ac:spMk id="18" creationId="{5C6B8214-E33A-F120-423E-F70E96749071}"/>
          </ac:spMkLst>
        </pc:spChg>
        <pc:spChg chg="mod">
          <ac:chgData name="Austin Hunter" userId="00d7ded5-34be-4721-abaf-399e53169e95" providerId="ADAL" clId="{64AE9F46-DCFB-4F0A-89B3-DFA18F9E6BA7}" dt="2026-09-09T00:38:59.670" v="3251" actId="1076"/>
          <ac:spMkLst>
            <pc:docMk/>
            <pc:sldMk cId="2776663808" sldId="276"/>
            <ac:spMk id="21" creationId="{2D04D8B0-3FE6-A863-1FFB-6A8506E630EF}"/>
          </ac:spMkLst>
        </pc:spChg>
        <pc:spChg chg="mod">
          <ac:chgData name="Austin Hunter" userId="00d7ded5-34be-4721-abaf-399e53169e95" providerId="ADAL" clId="{64AE9F46-DCFB-4F0A-89B3-DFA18F9E6BA7}" dt="2026-09-09T00:38:59.670" v="3251" actId="1076"/>
          <ac:spMkLst>
            <pc:docMk/>
            <pc:sldMk cId="2776663808" sldId="276"/>
            <ac:spMk id="22" creationId="{84EA4B60-E22D-6F56-3E16-62A7B50A8227}"/>
          </ac:spMkLst>
        </pc:spChg>
        <pc:spChg chg="mod">
          <ac:chgData name="Austin Hunter" userId="00d7ded5-34be-4721-abaf-399e53169e95" providerId="ADAL" clId="{64AE9F46-DCFB-4F0A-89B3-DFA18F9E6BA7}" dt="2026-09-09T00:39:12.377" v="3252" actId="1076"/>
          <ac:spMkLst>
            <pc:docMk/>
            <pc:sldMk cId="2776663808" sldId="276"/>
            <ac:spMk id="39" creationId="{B6E102FB-236D-F805-3ACC-CEE3F6C1969C}"/>
          </ac:spMkLst>
        </pc:spChg>
      </pc:sldChg>
    </pc:docChg>
  </pc:docChgLst>
  <pc:docChgLst>
    <pc:chgData name="Jack Abrams" userId="S::jaab7730@colorado.edu::19f0ce8b-7177-4474-b0db-a09cc846e8fe" providerId="AD" clId="Web-{00000000-0000-0000-0000-000000000000}"/>
    <pc:docChg chg="modSld sldOrd">
      <pc:chgData name="Jack Abrams" userId="S::jaab7730@colorado.edu::19f0ce8b-7177-4474-b0db-a09cc846e8fe" providerId="AD" clId="Web-{00000000-0000-0000-0000-000000000000}" dt="2026-09-09T02:20:18.610" v="520" actId="20577"/>
      <pc:docMkLst>
        <pc:docMk/>
      </pc:docMkLst>
      <pc:sldChg chg="modSp">
        <pc:chgData name="Jack Abrams" userId="S::jaab7730@colorado.edu::19f0ce8b-7177-4474-b0db-a09cc846e8fe" providerId="AD" clId="Web-{00000000-0000-0000-0000-000000000000}" dt="2026-08-31T16:17:39.353" v="9" actId="20577"/>
        <pc:sldMkLst>
          <pc:docMk/>
          <pc:sldMk cId="0" sldId="257"/>
        </pc:sldMkLst>
        <pc:spChg chg="mod">
          <ac:chgData name="Jack Abrams" userId="S::jaab7730@colorado.edu::19f0ce8b-7177-4474-b0db-a09cc846e8fe" providerId="AD" clId="Web-{00000000-0000-0000-0000-000000000000}" dt="2026-08-31T16:17:39.353" v="9" actId="20577"/>
          <ac:spMkLst>
            <pc:docMk/>
            <pc:sldMk cId="0" sldId="257"/>
            <ac:spMk id="10" creationId="{00000000-0000-0000-0000-000000000000}"/>
          </ac:spMkLst>
        </pc:spChg>
        <pc:spChg chg="mod">
          <ac:chgData name="Jack Abrams" userId="S::jaab7730@colorado.edu::19f0ce8b-7177-4474-b0db-a09cc846e8fe" providerId="AD" clId="Web-{00000000-0000-0000-0000-000000000000}" dt="2026-08-31T16:17:29.353" v="3" actId="20577"/>
          <ac:spMkLst>
            <pc:docMk/>
            <pc:sldMk cId="0" sldId="257"/>
            <ac:spMk id="23" creationId="{1FEA1C6D-EF07-6948-FB68-0694B00FD74A}"/>
          </ac:spMkLst>
        </pc:spChg>
      </pc:sldChg>
      <pc:sldChg chg="addSp delSp modSp">
        <pc:chgData name="Jack Abrams" userId="S::jaab7730@colorado.edu::19f0ce8b-7177-4474-b0db-a09cc846e8fe" providerId="AD" clId="Web-{00000000-0000-0000-0000-000000000000}" dt="2026-09-09T02:10:20.735" v="518" actId="1076"/>
        <pc:sldMkLst>
          <pc:docMk/>
          <pc:sldMk cId="0" sldId="258"/>
        </pc:sldMkLst>
        <pc:spChg chg="add del">
          <ac:chgData name="Jack Abrams" userId="S::jaab7730@colorado.edu::19f0ce8b-7177-4474-b0db-a09cc846e8fe" providerId="AD" clId="Web-{00000000-0000-0000-0000-000000000000}" dt="2026-09-09T01:45:14.235" v="38"/>
          <ac:spMkLst>
            <pc:docMk/>
            <pc:sldMk cId="0" sldId="258"/>
            <ac:spMk id="2" creationId="{00000000-0000-0000-0000-000000000000}"/>
          </ac:spMkLst>
        </pc:spChg>
        <pc:spChg chg="add del mod">
          <ac:chgData name="Jack Abrams" userId="S::jaab7730@colorado.edu::19f0ce8b-7177-4474-b0db-a09cc846e8fe" providerId="AD" clId="Web-{00000000-0000-0000-0000-000000000000}" dt="2026-09-09T01:45:10.110" v="36"/>
          <ac:spMkLst>
            <pc:docMk/>
            <pc:sldMk cId="0" sldId="258"/>
            <ac:spMk id="8" creationId="{75E16124-BDA9-E08B-0E27-0B94857AC8D0}"/>
          </ac:spMkLst>
        </pc:spChg>
        <pc:spChg chg="add mod">
          <ac:chgData name="Jack Abrams" userId="S::jaab7730@colorado.edu::19f0ce8b-7177-4474-b0db-a09cc846e8fe" providerId="AD" clId="Web-{00000000-0000-0000-0000-000000000000}" dt="2026-09-09T02:01:57.298" v="504" actId="14100"/>
          <ac:spMkLst>
            <pc:docMk/>
            <pc:sldMk cId="0" sldId="258"/>
            <ac:spMk id="9" creationId="{5F2CEEC1-E6EB-AC19-E805-05F8C6509FD7}"/>
          </ac:spMkLst>
        </pc:spChg>
        <pc:spChg chg="add mod">
          <ac:chgData name="Jack Abrams" userId="S::jaab7730@colorado.edu::19f0ce8b-7177-4474-b0db-a09cc846e8fe" providerId="AD" clId="Web-{00000000-0000-0000-0000-000000000000}" dt="2026-09-09T02:00:54.845" v="500" actId="1076"/>
          <ac:spMkLst>
            <pc:docMk/>
            <pc:sldMk cId="0" sldId="258"/>
            <ac:spMk id="13" creationId="{0734A7E4-BBC4-0FF6-0584-311D72C881EE}"/>
          </ac:spMkLst>
        </pc:spChg>
        <pc:spChg chg="add del mod">
          <ac:chgData name="Jack Abrams" userId="S::jaab7730@colorado.edu::19f0ce8b-7177-4474-b0db-a09cc846e8fe" providerId="AD" clId="Web-{00000000-0000-0000-0000-000000000000}" dt="2026-09-09T01:59:14.329" v="467"/>
          <ac:spMkLst>
            <pc:docMk/>
            <pc:sldMk cId="0" sldId="258"/>
            <ac:spMk id="14" creationId="{13D3793E-AAEC-1904-5EB1-537AE2BE3BCA}"/>
          </ac:spMkLst>
        </pc:spChg>
        <pc:spChg chg="add del">
          <ac:chgData name="Jack Abrams" userId="S::jaab7730@colorado.edu::19f0ce8b-7177-4474-b0db-a09cc846e8fe" providerId="AD" clId="Web-{00000000-0000-0000-0000-000000000000}" dt="2026-09-09T01:59:08.720" v="466"/>
          <ac:spMkLst>
            <pc:docMk/>
            <pc:sldMk cId="0" sldId="258"/>
            <ac:spMk id="15" creationId="{2CBC23F9-4790-7D8F-B06D-32676DC5C87F}"/>
          </ac:spMkLst>
        </pc:spChg>
        <pc:spChg chg="add mod">
          <ac:chgData name="Jack Abrams" userId="S::jaab7730@colorado.edu::19f0ce8b-7177-4474-b0db-a09cc846e8fe" providerId="AD" clId="Web-{00000000-0000-0000-0000-000000000000}" dt="2026-09-09T02:10:20.735" v="518" actId="1076"/>
          <ac:spMkLst>
            <pc:docMk/>
            <pc:sldMk cId="0" sldId="258"/>
            <ac:spMk id="16" creationId="{B3D3763C-334D-371D-EDB8-7A696DB5E8BB}"/>
          </ac:spMkLst>
        </pc:spChg>
        <pc:picChg chg="add mod">
          <ac:chgData name="Jack Abrams" userId="S::jaab7730@colorado.edu::19f0ce8b-7177-4474-b0db-a09cc846e8fe" providerId="AD" clId="Web-{00000000-0000-0000-0000-000000000000}" dt="2026-09-09T02:00:43.079" v="498" actId="1076"/>
          <ac:picMkLst>
            <pc:docMk/>
            <pc:sldMk cId="0" sldId="258"/>
            <ac:picMk id="6" creationId="{B05AD787-FF02-8CFB-1EF5-ED76BE421CAF}"/>
          </ac:picMkLst>
        </pc:picChg>
        <pc:picChg chg="add mod modCrop">
          <ac:chgData name="Jack Abrams" userId="S::jaab7730@colorado.edu::19f0ce8b-7177-4474-b0db-a09cc846e8fe" providerId="AD" clId="Web-{00000000-0000-0000-0000-000000000000}" dt="2026-09-09T01:59:57.501" v="480" actId="1076"/>
          <ac:picMkLst>
            <pc:docMk/>
            <pc:sldMk cId="0" sldId="258"/>
            <ac:picMk id="7" creationId="{36F89075-E044-E07A-EE8C-4DA01B71E181}"/>
          </ac:picMkLst>
        </pc:picChg>
      </pc:sldChg>
      <pc:sldChg chg="ord">
        <pc:chgData name="Jack Abrams" userId="S::jaab7730@colorado.edu::19f0ce8b-7177-4474-b0db-a09cc846e8fe" providerId="AD" clId="Web-{00000000-0000-0000-0000-000000000000}" dt="2026-08-31T16:22:46.028" v="16"/>
        <pc:sldMkLst>
          <pc:docMk/>
          <pc:sldMk cId="0" sldId="259"/>
        </pc:sldMkLst>
      </pc:sldChg>
      <pc:sldChg chg="ord">
        <pc:chgData name="Jack Abrams" userId="S::jaab7730@colorado.edu::19f0ce8b-7177-4474-b0db-a09cc846e8fe" providerId="AD" clId="Web-{00000000-0000-0000-0000-000000000000}" dt="2026-08-31T16:19:01.026" v="12"/>
        <pc:sldMkLst>
          <pc:docMk/>
          <pc:sldMk cId="0" sldId="260"/>
        </pc:sldMkLst>
      </pc:sldChg>
      <pc:sldChg chg="modSp">
        <pc:chgData name="Jack Abrams" userId="S::jaab7730@colorado.edu::19f0ce8b-7177-4474-b0db-a09cc846e8fe" providerId="AD" clId="Web-{00000000-0000-0000-0000-000000000000}" dt="2026-08-31T16:14:15.383" v="1" actId="20577"/>
        <pc:sldMkLst>
          <pc:docMk/>
          <pc:sldMk cId="1516102815" sldId="265"/>
        </pc:sldMkLst>
        <pc:spChg chg="mod">
          <ac:chgData name="Jack Abrams" userId="S::jaab7730@colorado.edu::19f0ce8b-7177-4474-b0db-a09cc846e8fe" providerId="AD" clId="Web-{00000000-0000-0000-0000-000000000000}" dt="2026-08-31T16:14:15.383" v="1" actId="20577"/>
          <ac:spMkLst>
            <pc:docMk/>
            <pc:sldMk cId="1516102815" sldId="265"/>
            <ac:spMk id="8" creationId="{D23D05A3-3FAE-C025-AF74-AA5008C15BB1}"/>
          </ac:spMkLst>
        </pc:spChg>
      </pc:sldChg>
      <pc:sldChg chg="modSp">
        <pc:chgData name="Jack Abrams" userId="S::jaab7730@colorado.edu::19f0ce8b-7177-4474-b0db-a09cc846e8fe" providerId="AD" clId="Web-{00000000-0000-0000-0000-000000000000}" dt="2026-08-31T16:22:16.371" v="15" actId="20577"/>
        <pc:sldMkLst>
          <pc:docMk/>
          <pc:sldMk cId="2714522481" sldId="266"/>
        </pc:sldMkLst>
        <pc:spChg chg="mod">
          <ac:chgData name="Jack Abrams" userId="S::jaab7730@colorado.edu::19f0ce8b-7177-4474-b0db-a09cc846e8fe" providerId="AD" clId="Web-{00000000-0000-0000-0000-000000000000}" dt="2026-08-31T16:22:16.371" v="15" actId="20577"/>
          <ac:spMkLst>
            <pc:docMk/>
            <pc:sldMk cId="2714522481" sldId="266"/>
            <ac:spMk id="8" creationId="{ED2068CF-4E01-CA53-5409-997F48B7D6F6}"/>
          </ac:spMkLst>
        </pc:spChg>
      </pc:sldChg>
      <pc:sldChg chg="modSp">
        <pc:chgData name="Jack Abrams" userId="S::jaab7730@colorado.edu::19f0ce8b-7177-4474-b0db-a09cc846e8fe" providerId="AD" clId="Web-{00000000-0000-0000-0000-000000000000}" dt="2026-09-09T02:20:18.610" v="520" actId="20577"/>
        <pc:sldMkLst>
          <pc:docMk/>
          <pc:sldMk cId="4177603836" sldId="269"/>
        </pc:sldMkLst>
        <pc:spChg chg="mod">
          <ac:chgData name="Jack Abrams" userId="S::jaab7730@colorado.edu::19f0ce8b-7177-4474-b0db-a09cc846e8fe" providerId="AD" clId="Web-{00000000-0000-0000-0000-000000000000}" dt="2026-09-09T02:20:18.610" v="520" actId="20577"/>
          <ac:spMkLst>
            <pc:docMk/>
            <pc:sldMk cId="4177603836" sldId="269"/>
            <ac:spMk id="7" creationId="{2ED646B7-3463-2A96-D854-E54EADC0A719}"/>
          </ac:spMkLst>
        </pc:spChg>
      </pc:sldChg>
      <pc:sldChg chg="modSp">
        <pc:chgData name="Jack Abrams" userId="S::jaab7730@colorado.edu::19f0ce8b-7177-4474-b0db-a09cc846e8fe" providerId="AD" clId="Web-{00000000-0000-0000-0000-000000000000}" dt="2026-09-09T01:55:04.922" v="418" actId="20577"/>
        <pc:sldMkLst>
          <pc:docMk/>
          <pc:sldMk cId="2949148893" sldId="271"/>
        </pc:sldMkLst>
        <pc:spChg chg="mod">
          <ac:chgData name="Jack Abrams" userId="S::jaab7730@colorado.edu::19f0ce8b-7177-4474-b0db-a09cc846e8fe" providerId="AD" clId="Web-{00000000-0000-0000-0000-000000000000}" dt="2026-09-09T01:55:04.922" v="418" actId="20577"/>
          <ac:spMkLst>
            <pc:docMk/>
            <pc:sldMk cId="2949148893" sldId="271"/>
            <ac:spMk id="44" creationId="{7BA7AE71-9AEC-6A81-81DE-ED8C33F57C10}"/>
          </ac:spMkLst>
        </pc:spChg>
      </pc:sldChg>
    </pc:docChg>
  </pc:docChgLst>
  <pc:docChgLst>
    <pc:chgData clId="Web-{2068015D-4A85-4C5F-F3E2-8B0B9AD0DD4C}"/>
    <pc:docChg chg="modSld">
      <pc:chgData name="" userId="" providerId="" clId="Web-{2068015D-4A85-4C5F-F3E2-8B0B9AD0DD4C}" dt="2026-09-08T21:56:38.002" v="0" actId="20577"/>
      <pc:docMkLst>
        <pc:docMk/>
      </pc:docMkLst>
      <pc:sldChg chg="modSp">
        <pc:chgData name="" userId="" providerId="" clId="Web-{2068015D-4A85-4C5F-F3E2-8B0B9AD0DD4C}" dt="2026-09-08T21:56:38.002" v="0" actId="20577"/>
        <pc:sldMkLst>
          <pc:docMk/>
          <pc:sldMk cId="0" sldId="256"/>
        </pc:sldMkLst>
        <pc:spChg chg="mod">
          <ac:chgData name="" userId="" providerId="" clId="Web-{2068015D-4A85-4C5F-F3E2-8B0B9AD0DD4C}" dt="2026-09-08T21:56:38.002" v="0" actId="20577"/>
          <ac:spMkLst>
            <pc:docMk/>
            <pc:sldMk cId="0" sldId="256"/>
            <ac:spMk id="9" creationId="{00000000-0000-0000-0000-000000000000}"/>
          </ac:spMkLst>
        </pc:spChg>
      </pc:sldChg>
    </pc:docChg>
  </pc:docChgLst>
  <pc:docChgLst>
    <pc:chgData name="Jack Abrams" userId="S::jaab7730@colorado.edu::19f0ce8b-7177-4474-b0db-a09cc846e8fe" providerId="AD" clId="Web-{EE494FD1-5257-8A5D-1536-704EF29E87F8}"/>
    <pc:docChg chg="modSld">
      <pc:chgData name="Jack Abrams" userId="S::jaab7730@colorado.edu::19f0ce8b-7177-4474-b0db-a09cc846e8fe" providerId="AD" clId="Web-{EE494FD1-5257-8A5D-1536-704EF29E87F8}" dt="2026-09-09T14:16:04.278" v="293" actId="1076"/>
      <pc:docMkLst>
        <pc:docMk/>
      </pc:docMkLst>
      <pc:sldChg chg="modSp">
        <pc:chgData name="Jack Abrams" userId="S::jaab7730@colorado.edu::19f0ce8b-7177-4474-b0db-a09cc846e8fe" providerId="AD" clId="Web-{EE494FD1-5257-8A5D-1536-704EF29E87F8}" dt="2026-09-09T12:55:15.842" v="274" actId="20577"/>
        <pc:sldMkLst>
          <pc:docMk/>
          <pc:sldMk cId="2949148893" sldId="271"/>
        </pc:sldMkLst>
        <pc:spChg chg="mod">
          <ac:chgData name="Jack Abrams" userId="S::jaab7730@colorado.edu::19f0ce8b-7177-4474-b0db-a09cc846e8fe" providerId="AD" clId="Web-{EE494FD1-5257-8A5D-1536-704EF29E87F8}" dt="2026-09-09T12:50:42.642" v="88" actId="20577"/>
          <ac:spMkLst>
            <pc:docMk/>
            <pc:sldMk cId="2949148893" sldId="271"/>
            <ac:spMk id="36" creationId="{1A0197A8-E0AE-5847-ACE2-2CB372E93F96}"/>
          </ac:spMkLst>
        </pc:spChg>
        <pc:spChg chg="mod">
          <ac:chgData name="Jack Abrams" userId="S::jaab7730@colorado.edu::19f0ce8b-7177-4474-b0db-a09cc846e8fe" providerId="AD" clId="Web-{EE494FD1-5257-8A5D-1536-704EF29E87F8}" dt="2026-09-09T12:55:15.842" v="274" actId="20577"/>
          <ac:spMkLst>
            <pc:docMk/>
            <pc:sldMk cId="2949148893" sldId="271"/>
            <ac:spMk id="44" creationId="{7BA7AE71-9AEC-6A81-81DE-ED8C33F57C10}"/>
          </ac:spMkLst>
        </pc:spChg>
      </pc:sldChg>
      <pc:sldChg chg="modSp">
        <pc:chgData name="Jack Abrams" userId="S::jaab7730@colorado.edu::19f0ce8b-7177-4474-b0db-a09cc846e8fe" providerId="AD" clId="Web-{EE494FD1-5257-8A5D-1536-704EF29E87F8}" dt="2026-09-09T14:16:04.278" v="293" actId="1076"/>
        <pc:sldMkLst>
          <pc:docMk/>
          <pc:sldMk cId="2776663808" sldId="276"/>
        </pc:sldMkLst>
        <pc:spChg chg="mod">
          <ac:chgData name="Jack Abrams" userId="S::jaab7730@colorado.edu::19f0ce8b-7177-4474-b0db-a09cc846e8fe" providerId="AD" clId="Web-{EE494FD1-5257-8A5D-1536-704EF29E87F8}" dt="2026-09-09T14:16:04.278" v="293" actId="1076"/>
          <ac:spMkLst>
            <pc:docMk/>
            <pc:sldMk cId="2776663808" sldId="276"/>
            <ac:spMk id="8" creationId="{655F8E93-B26C-AEA9-CEF2-E367F9553895}"/>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94A61018-CA4D-4ECB-BE38-02ECB21DE9FD}" type="doc">
      <dgm:prSet loTypeId="urn:microsoft.com/office/officeart/2024/layout/BulletTimeline#3" loCatId="timeline" qsTypeId="urn:microsoft.com/office/officeart/2005/8/quickstyle/simple1#3" qsCatId="simple" csTypeId="urn:microsoft.com/office/officeart/2005/8/colors/accent1_2#3" csCatId="accent1" phldr="1"/>
      <dgm:spPr/>
      <dgm:t>
        <a:bodyPr/>
        <a:lstStyle/>
        <a:p>
          <a:endParaRPr lang="en-US"/>
        </a:p>
      </dgm:t>
    </dgm:pt>
    <dgm:pt modelId="{325C3D45-7DD7-4D85-AA19-04F01BECA83A}">
      <dgm:prSet phldrT="Add an event"/>
      <dgm:spPr/>
      <dgm:t>
        <a:bodyPr/>
        <a:lstStyle/>
        <a:p>
          <a:pPr>
            <a:defRPr b="1"/>
          </a:pPr>
          <a:r>
            <a:rPr lang="en-US"/>
            <a:t>September</a:t>
          </a:r>
        </a:p>
      </dgm:t>
    </dgm:pt>
    <dgm:pt modelId="{00592838-9E1F-492F-884B-48E9728201C2}" type="parTrans" cxnId="{17E866F8-E6A2-48AA-9F93-9D7D6F828B23}">
      <dgm:prSet/>
      <dgm:spPr/>
      <dgm:t>
        <a:bodyPr/>
        <a:lstStyle/>
        <a:p>
          <a:endParaRPr lang="en-US"/>
        </a:p>
      </dgm:t>
    </dgm:pt>
    <dgm:pt modelId="{6BF0EA2C-7B4F-43BC-A709-A4232834E734}" type="sibTrans" cxnId="{17E866F8-E6A2-48AA-9F93-9D7D6F828B23}">
      <dgm:prSet/>
      <dgm:spPr/>
      <dgm:t>
        <a:bodyPr/>
        <a:lstStyle/>
        <a:p>
          <a:endParaRPr lang="en-US"/>
        </a:p>
      </dgm:t>
    </dgm:pt>
    <dgm:pt modelId="{A98EFE8B-54DE-4F2D-835C-DD68B0E98B33}">
      <dgm:prSet phldrT="Write a description of the significance of this event"/>
      <dgm:spPr/>
      <dgm:t>
        <a:bodyPr/>
        <a:lstStyle/>
        <a:p>
          <a:r>
            <a:rPr lang="en-US"/>
            <a:t>CU Flight Ops Communication </a:t>
          </a:r>
        </a:p>
      </dgm:t>
    </dgm:pt>
    <dgm:pt modelId="{0F3FDF35-23CB-460E-B33D-7DD5DCBEF02D}" type="parTrans" cxnId="{779EFE3E-E4C6-4EFF-BD2D-039B815E4B70}">
      <dgm:prSet/>
      <dgm:spPr/>
      <dgm:t>
        <a:bodyPr/>
        <a:lstStyle/>
        <a:p>
          <a:endParaRPr lang="en-US"/>
        </a:p>
      </dgm:t>
    </dgm:pt>
    <dgm:pt modelId="{8884E93D-9E53-4AE5-913B-D147FAF379A3}" type="sibTrans" cxnId="{779EFE3E-E4C6-4EFF-BD2D-039B815E4B70}">
      <dgm:prSet/>
      <dgm:spPr/>
      <dgm:t>
        <a:bodyPr/>
        <a:lstStyle/>
        <a:p>
          <a:endParaRPr lang="en-US"/>
        </a:p>
      </dgm:t>
    </dgm:pt>
    <dgm:pt modelId="{47B101C0-D7A6-44B7-A302-3E19E28B1DB0}">
      <dgm:prSet phldrT="Add an event" phldr="0"/>
      <dgm:spPr/>
      <dgm:t>
        <a:bodyPr/>
        <a:lstStyle/>
        <a:p>
          <a:pPr>
            <a:defRPr b="1"/>
          </a:pPr>
          <a:r>
            <a:rPr lang="en-US"/>
            <a:t>October</a:t>
          </a:r>
        </a:p>
      </dgm:t>
    </dgm:pt>
    <dgm:pt modelId="{A42D8F38-1B11-440F-9802-EC272B6C10A7}" type="parTrans" cxnId="{55A09DC9-7C92-4A3F-BD1C-45DFCA6E24AF}">
      <dgm:prSet/>
      <dgm:spPr/>
      <dgm:t>
        <a:bodyPr/>
        <a:lstStyle/>
        <a:p>
          <a:endParaRPr lang="en-US"/>
        </a:p>
      </dgm:t>
    </dgm:pt>
    <dgm:pt modelId="{A014EBB6-0941-4316-870A-E204FEA6D2EB}" type="sibTrans" cxnId="{55A09DC9-7C92-4A3F-BD1C-45DFCA6E24AF}">
      <dgm:prSet/>
      <dgm:spPr/>
      <dgm:t>
        <a:bodyPr/>
        <a:lstStyle/>
        <a:p>
          <a:endParaRPr lang="en-US"/>
        </a:p>
      </dgm:t>
    </dgm:pt>
    <dgm:pt modelId="{DBBAFF38-CB39-44C9-8D8F-E65260B8DCBD}">
      <dgm:prSet phldrT="Write a description of the significance of this event" phldr="0"/>
      <dgm:spPr/>
      <dgm:t>
        <a:bodyPr/>
        <a:lstStyle/>
        <a:p>
          <a:r>
            <a:rPr lang="en-US"/>
            <a:t>FAA Waiver </a:t>
          </a:r>
        </a:p>
      </dgm:t>
    </dgm:pt>
    <dgm:pt modelId="{323D1EAE-6DB5-4D4E-8DE1-BB2D75DC616F}" type="parTrans" cxnId="{34C279E4-C42B-42FA-9F31-81C76E162CE6}">
      <dgm:prSet/>
      <dgm:spPr/>
      <dgm:t>
        <a:bodyPr/>
        <a:lstStyle/>
        <a:p>
          <a:endParaRPr lang="en-US"/>
        </a:p>
      </dgm:t>
    </dgm:pt>
    <dgm:pt modelId="{BB8643FB-F90C-4489-B3EA-2E4D63949A59}" type="sibTrans" cxnId="{34C279E4-C42B-42FA-9F31-81C76E162CE6}">
      <dgm:prSet/>
      <dgm:spPr/>
      <dgm:t>
        <a:bodyPr/>
        <a:lstStyle/>
        <a:p>
          <a:endParaRPr lang="en-US"/>
        </a:p>
      </dgm:t>
    </dgm:pt>
    <dgm:pt modelId="{A4C4A535-9295-4D99-B650-AFADE2E52BFD}">
      <dgm:prSet phldrT="Add an event" phldr="0"/>
      <dgm:spPr/>
      <dgm:t>
        <a:bodyPr/>
        <a:lstStyle/>
        <a:p>
          <a:pPr>
            <a:defRPr b="1"/>
          </a:pPr>
          <a:r>
            <a:rPr lang="en-US"/>
            <a:t>November</a:t>
          </a:r>
        </a:p>
      </dgm:t>
    </dgm:pt>
    <dgm:pt modelId="{CB31476D-08FC-405F-9744-360E24ECC5F1}" type="parTrans" cxnId="{CF5AF9F1-7A8D-44A7-8426-F52BA9FD68C9}">
      <dgm:prSet/>
      <dgm:spPr/>
      <dgm:t>
        <a:bodyPr/>
        <a:lstStyle/>
        <a:p>
          <a:endParaRPr lang="en-US"/>
        </a:p>
      </dgm:t>
    </dgm:pt>
    <dgm:pt modelId="{2445C25E-2F48-4C90-9B4F-1C5857B1AC51}" type="sibTrans" cxnId="{CF5AF9F1-7A8D-44A7-8426-F52BA9FD68C9}">
      <dgm:prSet/>
      <dgm:spPr/>
      <dgm:t>
        <a:bodyPr/>
        <a:lstStyle/>
        <a:p>
          <a:endParaRPr lang="en-US"/>
        </a:p>
      </dgm:t>
    </dgm:pt>
    <dgm:pt modelId="{6EDB2612-0321-445E-814F-EDE446407C14}">
      <dgm:prSet phldrT="Write a description of the significance of this event" phldr="0"/>
      <dgm:spPr/>
      <dgm:t>
        <a:bodyPr/>
        <a:lstStyle/>
        <a:p>
          <a:r>
            <a:rPr lang="en-US"/>
            <a:t>System Integration Flight </a:t>
          </a:r>
        </a:p>
      </dgm:t>
    </dgm:pt>
    <dgm:pt modelId="{3C621E0E-DA82-4EBC-A072-87DF6896E363}" type="parTrans" cxnId="{7EB8A065-7588-45A7-9585-7892C3DB21A3}">
      <dgm:prSet/>
      <dgm:spPr/>
      <dgm:t>
        <a:bodyPr/>
        <a:lstStyle/>
        <a:p>
          <a:endParaRPr lang="en-US"/>
        </a:p>
      </dgm:t>
    </dgm:pt>
    <dgm:pt modelId="{8A374FCB-499E-42C5-BFCB-665C3A09E7E5}" type="sibTrans" cxnId="{7EB8A065-7588-45A7-9585-7892C3DB21A3}">
      <dgm:prSet/>
      <dgm:spPr/>
      <dgm:t>
        <a:bodyPr/>
        <a:lstStyle/>
        <a:p>
          <a:endParaRPr lang="en-US"/>
        </a:p>
      </dgm:t>
    </dgm:pt>
    <dgm:pt modelId="{9C260540-8E21-4506-8921-CD3BEA28D3C4}">
      <dgm:prSet phldrT="Add an event" phldr="0"/>
      <dgm:spPr/>
      <dgm:t>
        <a:bodyPr/>
        <a:lstStyle/>
        <a:p>
          <a:pPr>
            <a:defRPr b="1"/>
          </a:pPr>
          <a:r>
            <a:rPr lang="en-US"/>
            <a:t>End of Semester 1</a:t>
          </a:r>
        </a:p>
      </dgm:t>
    </dgm:pt>
    <dgm:pt modelId="{1F4474E2-0342-4294-8AFB-68AA0CF86A2B}" type="parTrans" cxnId="{96F364DB-6CE9-4767-8874-F82598828B9C}">
      <dgm:prSet/>
      <dgm:spPr/>
      <dgm:t>
        <a:bodyPr/>
        <a:lstStyle/>
        <a:p>
          <a:endParaRPr lang="en-US"/>
        </a:p>
      </dgm:t>
    </dgm:pt>
    <dgm:pt modelId="{B8C9ACA9-67E9-4D22-A9AB-3DB4A66CEEA2}" type="sibTrans" cxnId="{96F364DB-6CE9-4767-8874-F82598828B9C}">
      <dgm:prSet/>
      <dgm:spPr/>
      <dgm:t>
        <a:bodyPr/>
        <a:lstStyle/>
        <a:p>
          <a:endParaRPr lang="en-US"/>
        </a:p>
      </dgm:t>
    </dgm:pt>
    <dgm:pt modelId="{972620E9-0EC6-4CA2-9EDE-0645109BB72C}">
      <dgm:prSet phldrT="Write a description of the significance of this event" phldr="0"/>
      <dgm:spPr/>
      <dgm:t>
        <a:bodyPr/>
        <a:lstStyle/>
        <a:p>
          <a:r>
            <a:rPr lang="en-US"/>
            <a:t>Flight Test w/ Reflection Data</a:t>
          </a:r>
        </a:p>
      </dgm:t>
    </dgm:pt>
    <dgm:pt modelId="{343545F6-8338-497F-8A6E-DFC57800D9D3}" type="parTrans" cxnId="{86B34F75-14BC-4076-952B-CD1E99BBFE8C}">
      <dgm:prSet/>
      <dgm:spPr/>
      <dgm:t>
        <a:bodyPr/>
        <a:lstStyle/>
        <a:p>
          <a:endParaRPr lang="en-US"/>
        </a:p>
      </dgm:t>
    </dgm:pt>
    <dgm:pt modelId="{D5302EA2-BF26-411B-9BA8-D65EEE8AF500}" type="sibTrans" cxnId="{86B34F75-14BC-4076-952B-CD1E99BBFE8C}">
      <dgm:prSet/>
      <dgm:spPr/>
      <dgm:t>
        <a:bodyPr/>
        <a:lstStyle/>
        <a:p>
          <a:endParaRPr lang="en-US"/>
        </a:p>
      </dgm:t>
    </dgm:pt>
    <dgm:pt modelId="{B8DE614C-DE08-4412-BA3A-194D1800D548}">
      <dgm:prSet phldrT="Write a description of the significance of this event" phldr="0"/>
      <dgm:spPr/>
      <dgm:t>
        <a:bodyPr/>
        <a:lstStyle/>
        <a:p>
          <a:pPr>
            <a:defRPr b="1"/>
          </a:pPr>
          <a:r>
            <a:rPr lang="en-US"/>
            <a:t>April</a:t>
          </a:r>
        </a:p>
      </dgm:t>
    </dgm:pt>
    <dgm:pt modelId="{D8192902-4820-4D33-8415-D81979264C21}" type="parTrans" cxnId="{E2B88666-2EAC-4958-BEA5-26CC0370351B}">
      <dgm:prSet/>
      <dgm:spPr/>
      <dgm:t>
        <a:bodyPr/>
        <a:lstStyle/>
        <a:p>
          <a:endParaRPr lang="en-US"/>
        </a:p>
      </dgm:t>
    </dgm:pt>
    <dgm:pt modelId="{68738268-A3C2-43AD-B33B-0C48B1F49E49}" type="sibTrans" cxnId="{E2B88666-2EAC-4958-BEA5-26CC0370351B}">
      <dgm:prSet/>
      <dgm:spPr/>
      <dgm:t>
        <a:bodyPr/>
        <a:lstStyle/>
        <a:p>
          <a:endParaRPr lang="en-US"/>
        </a:p>
      </dgm:t>
    </dgm:pt>
    <dgm:pt modelId="{69E6B75D-25F7-4A3B-8E53-53B88D7B0B65}">
      <dgm:prSet phldrT="Write a description of the significance of this event" phldr="0"/>
      <dgm:spPr/>
      <dgm:t>
        <a:bodyPr/>
        <a:lstStyle/>
        <a:p>
          <a:r>
            <a:rPr lang="en-US"/>
            <a:t>Raw IF Capture with Current Antenna </a:t>
          </a:r>
        </a:p>
      </dgm:t>
    </dgm:pt>
    <dgm:pt modelId="{D094BAA7-3738-4DB8-8594-939744F581FF}" type="parTrans" cxnId="{A1054837-1A3B-43A6-926B-58906F0AE05A}">
      <dgm:prSet/>
      <dgm:spPr/>
      <dgm:t>
        <a:bodyPr/>
        <a:lstStyle/>
        <a:p>
          <a:endParaRPr lang="en-US"/>
        </a:p>
      </dgm:t>
    </dgm:pt>
    <dgm:pt modelId="{828DF723-E1D9-411E-B0B8-6AE489E6C21B}" type="sibTrans" cxnId="{A1054837-1A3B-43A6-926B-58906F0AE05A}">
      <dgm:prSet/>
      <dgm:spPr/>
      <dgm:t>
        <a:bodyPr/>
        <a:lstStyle/>
        <a:p>
          <a:endParaRPr lang="en-US"/>
        </a:p>
      </dgm:t>
    </dgm:pt>
    <dgm:pt modelId="{8D7EB712-7923-4B63-A7A2-D3044E4D1210}">
      <dgm:prSet phldrT="Write a description of the significance of this event" phldr="0"/>
      <dgm:spPr/>
      <dgm:t>
        <a:bodyPr/>
        <a:lstStyle/>
        <a:p>
          <a:r>
            <a:rPr lang="en-US"/>
            <a:t>Order Antenna’s + Any Additional Hardware</a:t>
          </a:r>
        </a:p>
      </dgm:t>
    </dgm:pt>
    <dgm:pt modelId="{D5C6EC9F-9347-4AF0-B951-198A57B62992}" type="parTrans" cxnId="{9E0B5993-1B38-47F0-99BE-153025B854F1}">
      <dgm:prSet/>
      <dgm:spPr/>
      <dgm:t>
        <a:bodyPr/>
        <a:lstStyle/>
        <a:p>
          <a:endParaRPr lang="en-US"/>
        </a:p>
      </dgm:t>
    </dgm:pt>
    <dgm:pt modelId="{ECFEEBDD-44A9-4596-91BA-E264FA731F48}" type="sibTrans" cxnId="{9E0B5993-1B38-47F0-99BE-153025B854F1}">
      <dgm:prSet/>
      <dgm:spPr/>
      <dgm:t>
        <a:bodyPr/>
        <a:lstStyle/>
        <a:p>
          <a:endParaRPr lang="en-US"/>
        </a:p>
      </dgm:t>
    </dgm:pt>
    <dgm:pt modelId="{55BC0DE7-4191-499E-A9D5-94DF85BF5D02}">
      <dgm:prSet phldrT="Write a description of the significance of this event" phldr="0"/>
      <dgm:spPr/>
      <dgm:t>
        <a:bodyPr/>
        <a:lstStyle/>
        <a:p>
          <a:r>
            <a:rPr lang="en-US"/>
            <a:t>Non-Science Flight</a:t>
          </a:r>
        </a:p>
      </dgm:t>
    </dgm:pt>
    <dgm:pt modelId="{C9B0A81F-3C6B-4F3E-9910-94622FEC3639}" type="parTrans" cxnId="{744FC0A0-5BCB-4011-9A82-CB6CCA7423AC}">
      <dgm:prSet/>
      <dgm:spPr/>
      <dgm:t>
        <a:bodyPr/>
        <a:lstStyle/>
        <a:p>
          <a:endParaRPr lang="en-US"/>
        </a:p>
      </dgm:t>
    </dgm:pt>
    <dgm:pt modelId="{FB6A1157-D5CC-4FF7-875F-A7BEDCBA4B05}" type="sibTrans" cxnId="{744FC0A0-5BCB-4011-9A82-CB6CCA7423AC}">
      <dgm:prSet/>
      <dgm:spPr/>
      <dgm:t>
        <a:bodyPr/>
        <a:lstStyle/>
        <a:p>
          <a:endParaRPr lang="en-US"/>
        </a:p>
      </dgm:t>
    </dgm:pt>
    <dgm:pt modelId="{B20EA934-69AC-416B-91FA-A0241AC16433}">
      <dgm:prSet phldrT="Write a description of the significance of this event" phldr="0"/>
      <dgm:spPr/>
      <dgm:t>
        <a:bodyPr/>
        <a:lstStyle/>
        <a:p>
          <a:r>
            <a:rPr lang="en-US"/>
            <a:t>Full Technology Demo Flight</a:t>
          </a:r>
        </a:p>
      </dgm:t>
    </dgm:pt>
    <dgm:pt modelId="{29E334DB-F0FB-45EE-9774-4A883BE6A296}" type="parTrans" cxnId="{4B5E93D2-4477-4276-A4C9-8BD8B86A5FF5}">
      <dgm:prSet/>
      <dgm:spPr/>
      <dgm:t>
        <a:bodyPr/>
        <a:lstStyle/>
        <a:p>
          <a:endParaRPr lang="en-US"/>
        </a:p>
      </dgm:t>
    </dgm:pt>
    <dgm:pt modelId="{5384C6B9-FD7D-4C65-8FDA-09BDDF51941D}" type="sibTrans" cxnId="{4B5E93D2-4477-4276-A4C9-8BD8B86A5FF5}">
      <dgm:prSet/>
      <dgm:spPr/>
      <dgm:t>
        <a:bodyPr/>
        <a:lstStyle/>
        <a:p>
          <a:endParaRPr lang="en-US"/>
        </a:p>
      </dgm:t>
    </dgm:pt>
    <dgm:pt modelId="{8ABFCA34-8CF3-478E-B531-07CF8F044242}">
      <dgm:prSet phldrT="Write a description of the significance of this event" phldr="0"/>
      <dgm:spPr/>
      <dgm:t>
        <a:bodyPr/>
        <a:lstStyle/>
        <a:p>
          <a:r>
            <a:rPr lang="en-US"/>
            <a:t>Objective 2: IWB Height </a:t>
          </a:r>
        </a:p>
      </dgm:t>
    </dgm:pt>
    <dgm:pt modelId="{5133A1B6-9876-4AF9-990E-1276A89E09B5}" type="parTrans" cxnId="{51D9976C-5A25-48CB-B56A-D0C2A66910D7}">
      <dgm:prSet/>
      <dgm:spPr/>
      <dgm:t>
        <a:bodyPr/>
        <a:lstStyle/>
        <a:p>
          <a:endParaRPr lang="en-US"/>
        </a:p>
      </dgm:t>
    </dgm:pt>
    <dgm:pt modelId="{263D600E-0B3F-4B76-90AC-0FA4A7940FE8}" type="sibTrans" cxnId="{51D9976C-5A25-48CB-B56A-D0C2A66910D7}">
      <dgm:prSet/>
      <dgm:spPr/>
      <dgm:t>
        <a:bodyPr/>
        <a:lstStyle/>
        <a:p>
          <a:endParaRPr lang="en-US"/>
        </a:p>
      </dgm:t>
    </dgm:pt>
    <dgm:pt modelId="{2D21F14D-FE81-48B8-B2B5-52FEB2F0158F}">
      <dgm:prSet phldrT="Write a description of the significance of this event" phldr="0"/>
      <dgm:spPr/>
      <dgm:t>
        <a:bodyPr/>
        <a:lstStyle/>
        <a:p>
          <a:r>
            <a:rPr lang="en-US"/>
            <a:t>Objective 3: River Slope</a:t>
          </a:r>
        </a:p>
      </dgm:t>
    </dgm:pt>
    <dgm:pt modelId="{9A81587A-590D-41E1-AFC9-DB7382195452}" type="parTrans" cxnId="{7B29F81F-3577-44C3-8D80-496B241ED072}">
      <dgm:prSet/>
      <dgm:spPr/>
      <dgm:t>
        <a:bodyPr/>
        <a:lstStyle/>
        <a:p>
          <a:endParaRPr lang="en-US"/>
        </a:p>
      </dgm:t>
    </dgm:pt>
    <dgm:pt modelId="{ED31B76B-FB06-4CAC-8CA3-A6BC22FC6334}" type="sibTrans" cxnId="{7B29F81F-3577-44C3-8D80-496B241ED072}">
      <dgm:prSet/>
      <dgm:spPr/>
      <dgm:t>
        <a:bodyPr/>
        <a:lstStyle/>
        <a:p>
          <a:endParaRPr lang="en-US"/>
        </a:p>
      </dgm:t>
    </dgm:pt>
    <dgm:pt modelId="{5BB2805B-35B9-4E4F-B25B-268CA6C7861E}">
      <dgm:prSet phldrT="Write a description of the significance of this event" phldr="0"/>
      <dgm:spPr/>
      <dgm:t>
        <a:bodyPr/>
        <a:lstStyle/>
        <a:p>
          <a:r>
            <a:rPr lang="en-US"/>
            <a:t>Sky and Reflected IF data capture </a:t>
          </a:r>
          <a:br>
            <a:rPr lang="en-US"/>
          </a:br>
          <a:r>
            <a:rPr lang="en-US"/>
            <a:t>(ground test)</a:t>
          </a:r>
        </a:p>
      </dgm:t>
    </dgm:pt>
    <dgm:pt modelId="{D53CB4ED-165F-4196-A05C-AD958ADC8504}" type="parTrans" cxnId="{1CFB3D68-1DAC-449A-AA09-66F305F4E96C}">
      <dgm:prSet/>
      <dgm:spPr/>
      <dgm:t>
        <a:bodyPr/>
        <a:lstStyle/>
        <a:p>
          <a:endParaRPr lang="en-US"/>
        </a:p>
      </dgm:t>
    </dgm:pt>
    <dgm:pt modelId="{D15898D6-4942-41B6-8D4C-258307064CE2}" type="sibTrans" cxnId="{1CFB3D68-1DAC-449A-AA09-66F305F4E96C}">
      <dgm:prSet/>
      <dgm:spPr/>
      <dgm:t>
        <a:bodyPr/>
        <a:lstStyle/>
        <a:p>
          <a:endParaRPr lang="en-US"/>
        </a:p>
      </dgm:t>
    </dgm:pt>
    <dgm:pt modelId="{D630317C-3182-4529-B71D-B1053A121576}">
      <dgm:prSet phldrT="Add an event" phldr="0"/>
      <dgm:spPr/>
      <dgm:t>
        <a:bodyPr/>
        <a:lstStyle/>
        <a:p>
          <a:pPr>
            <a:defRPr b="1"/>
          </a:pPr>
          <a:r>
            <a:rPr lang="en-US"/>
            <a:t>February</a:t>
          </a:r>
        </a:p>
      </dgm:t>
    </dgm:pt>
    <dgm:pt modelId="{1C08903E-0D11-4FA0-96EC-BBA78CB2A534}" type="parTrans" cxnId="{F3310859-0F9F-4AED-A48C-7219D98E8C6B}">
      <dgm:prSet/>
      <dgm:spPr/>
      <dgm:t>
        <a:bodyPr/>
        <a:lstStyle/>
        <a:p>
          <a:endParaRPr lang="en-US"/>
        </a:p>
      </dgm:t>
    </dgm:pt>
    <dgm:pt modelId="{9D2CCC55-D044-4854-89BF-6397962A03F9}" type="sibTrans" cxnId="{F3310859-0F9F-4AED-A48C-7219D98E8C6B}">
      <dgm:prSet/>
      <dgm:spPr/>
      <dgm:t>
        <a:bodyPr/>
        <a:lstStyle/>
        <a:p>
          <a:endParaRPr lang="en-US"/>
        </a:p>
      </dgm:t>
    </dgm:pt>
    <dgm:pt modelId="{87269D04-CAA6-4827-B2BB-8C13D46B4E56}">
      <dgm:prSet phldrT="Write a description of the significance of this event" phldr="0"/>
      <dgm:spPr/>
      <dgm:t>
        <a:bodyPr/>
        <a:lstStyle/>
        <a:p>
          <a:r>
            <a:rPr lang="en-US"/>
            <a:t>Objective 1: IWB Detection and Mapping</a:t>
          </a:r>
        </a:p>
      </dgm:t>
    </dgm:pt>
    <dgm:pt modelId="{B9A4C972-CEFB-4277-82A1-B3275FD3F24B}" type="parTrans" cxnId="{E814B389-13B7-480D-973B-E195368C35BC}">
      <dgm:prSet/>
      <dgm:spPr/>
      <dgm:t>
        <a:bodyPr/>
        <a:lstStyle/>
        <a:p>
          <a:endParaRPr lang="en-US"/>
        </a:p>
      </dgm:t>
    </dgm:pt>
    <dgm:pt modelId="{D830FB47-3E73-4A8E-A925-C2981435F33A}" type="sibTrans" cxnId="{E814B389-13B7-480D-973B-E195368C35BC}">
      <dgm:prSet/>
      <dgm:spPr/>
      <dgm:t>
        <a:bodyPr/>
        <a:lstStyle/>
        <a:p>
          <a:endParaRPr lang="en-US"/>
        </a:p>
      </dgm:t>
    </dgm:pt>
    <dgm:pt modelId="{47948F71-8668-40E2-9459-4CB6086AEF89}">
      <dgm:prSet phldrT="Write a description of the significance of this event" phldr="0"/>
      <dgm:spPr/>
      <dgm:t>
        <a:bodyPr/>
        <a:lstStyle/>
        <a:p>
          <a:r>
            <a:rPr lang="en-US"/>
            <a:t>Fly UAV with science payload</a:t>
          </a:r>
        </a:p>
      </dgm:t>
    </dgm:pt>
    <dgm:pt modelId="{9B853F05-00AA-4023-9CEF-2A8885EECDA8}" type="parTrans" cxnId="{75AA7BCE-DFFE-42CF-A3BA-D5794A35CEF3}">
      <dgm:prSet/>
      <dgm:spPr/>
      <dgm:t>
        <a:bodyPr/>
        <a:lstStyle/>
        <a:p>
          <a:endParaRPr lang="en-US"/>
        </a:p>
      </dgm:t>
    </dgm:pt>
    <dgm:pt modelId="{DB519478-9662-4545-8874-9ED9308FB2FF}" type="sibTrans" cxnId="{75AA7BCE-DFFE-42CF-A3BA-D5794A35CEF3}">
      <dgm:prSet/>
      <dgm:spPr/>
      <dgm:t>
        <a:bodyPr/>
        <a:lstStyle/>
        <a:p>
          <a:endParaRPr lang="en-US"/>
        </a:p>
      </dgm:t>
    </dgm:pt>
    <dgm:pt modelId="{31F6F178-ADBB-4FC8-A9F7-0EBD1B156E92}">
      <dgm:prSet phldrT="Write a description of the significance of this event" phldr="0"/>
      <dgm:spPr/>
      <dgm:t>
        <a:bodyPr/>
        <a:lstStyle/>
        <a:p>
          <a:r>
            <a:rPr lang="en-US"/>
            <a:t>Reflection Off Inland Water Body (IWB)</a:t>
          </a:r>
        </a:p>
      </dgm:t>
    </dgm:pt>
    <dgm:pt modelId="{86A0F34B-8DB2-4F9C-80A5-BF6514E3DD38}" type="parTrans" cxnId="{BA09934D-2BEC-4A61-ADB5-F8267967CE2D}">
      <dgm:prSet/>
      <dgm:spPr/>
      <dgm:t>
        <a:bodyPr/>
        <a:lstStyle/>
        <a:p>
          <a:endParaRPr lang="en-US"/>
        </a:p>
      </dgm:t>
    </dgm:pt>
    <dgm:pt modelId="{D91FB948-5715-45A3-8108-863C33EB826E}" type="sibTrans" cxnId="{BA09934D-2BEC-4A61-ADB5-F8267967CE2D}">
      <dgm:prSet/>
      <dgm:spPr/>
      <dgm:t>
        <a:bodyPr/>
        <a:lstStyle/>
        <a:p>
          <a:endParaRPr lang="en-US"/>
        </a:p>
      </dgm:t>
    </dgm:pt>
    <dgm:pt modelId="{7424B9C4-BF13-43B9-BD10-11959D428369}">
      <dgm:prSet phldrT="Write a description of the significance of this event" phldr="0"/>
      <dgm:spPr/>
      <dgm:t>
        <a:bodyPr/>
        <a:lstStyle/>
        <a:p>
          <a:r>
            <a:rPr lang="en-US"/>
            <a:t>Demonstrate Flight Planning Software</a:t>
          </a:r>
        </a:p>
      </dgm:t>
    </dgm:pt>
    <dgm:pt modelId="{9148BD96-5263-4FFA-B0D8-32CDE2A9E6D8}" type="parTrans" cxnId="{F10872B2-7878-4009-9D37-0975390020FA}">
      <dgm:prSet/>
      <dgm:spPr/>
      <dgm:t>
        <a:bodyPr/>
        <a:lstStyle/>
        <a:p>
          <a:endParaRPr lang="en-US"/>
        </a:p>
      </dgm:t>
    </dgm:pt>
    <dgm:pt modelId="{B483AF6F-628E-4D12-9911-ECD359FC905D}" type="sibTrans" cxnId="{F10872B2-7878-4009-9D37-0975390020FA}">
      <dgm:prSet/>
      <dgm:spPr/>
      <dgm:t>
        <a:bodyPr/>
        <a:lstStyle/>
        <a:p>
          <a:endParaRPr lang="en-US"/>
        </a:p>
      </dgm:t>
    </dgm:pt>
    <dgm:pt modelId="{4881E003-8BB9-46EE-AAA5-DBCEE8B59102}" type="pres">
      <dgm:prSet presAssocID="{94A61018-CA4D-4ECB-BE38-02ECB21DE9FD}" presName="root" presStyleCnt="0">
        <dgm:presLayoutVars>
          <dgm:dir/>
          <dgm:animLvl val="lvl"/>
        </dgm:presLayoutVars>
      </dgm:prSet>
      <dgm:spPr/>
    </dgm:pt>
    <dgm:pt modelId="{A4911565-B179-434E-B37A-F0BE637A24E6}" type="pres">
      <dgm:prSet presAssocID="{94A61018-CA4D-4ECB-BE38-02ECB21DE9FD}" presName="divider" presStyleCnt="0"/>
      <dgm:spPr/>
    </dgm:pt>
    <dgm:pt modelId="{7BFA3828-8C27-4113-9864-04DF93893D3B}" type="pres">
      <dgm:prSet presAssocID="{94A61018-CA4D-4ECB-BE38-02ECB21DE9FD}" presName="rectBar" presStyleLbl="dkBgShp" presStyleIdx="0" presStyleCnt="8" custLinFactNeighborX="-8575" custLinFactNeighborY="41666"/>
      <dgm:spPr>
        <a:solidFill>
          <a:srgbClr val="1B3A6B"/>
        </a:solidFill>
        <a:ln>
          <a:noFill/>
        </a:ln>
        <a:effectLst/>
      </dgm:spPr>
    </dgm:pt>
    <dgm:pt modelId="{193AC012-1A8E-4C17-AA95-6A7FCD10C1E2}" type="pres">
      <dgm:prSet presAssocID="{94A61018-CA4D-4ECB-BE38-02ECB21DE9FD}" presName="chevronArrow" presStyleLbl="dkBgShp" presStyleIdx="1" presStyleCnt="8"/>
      <dgm:spPr>
        <a:solidFill>
          <a:srgbClr val="1B3A6B"/>
        </a:solidFill>
        <a:ln>
          <a:noFill/>
        </a:ln>
        <a:effectLst/>
      </dgm:spPr>
    </dgm:pt>
    <dgm:pt modelId="{1D9E635D-1B66-451A-9B17-6748F372996F}" type="pres">
      <dgm:prSet presAssocID="{94A61018-CA4D-4ECB-BE38-02ECB21DE9FD}" presName="nodes" presStyleCnt="0">
        <dgm:presLayoutVars>
          <dgm:chMax/>
          <dgm:chPref/>
          <dgm:animLvl val="lvl"/>
        </dgm:presLayoutVars>
      </dgm:prSet>
      <dgm:spPr/>
    </dgm:pt>
    <dgm:pt modelId="{028000E2-5DC1-4D07-8B5A-7469EABA18D4}" type="pres">
      <dgm:prSet presAssocID="{325C3D45-7DD7-4D85-AA19-04F01BECA83A}" presName="composite" presStyleCnt="0"/>
      <dgm:spPr/>
    </dgm:pt>
    <dgm:pt modelId="{39818618-B3B3-436C-A281-7E758F83CCA8}" type="pres">
      <dgm:prSet presAssocID="{325C3D45-7DD7-4D85-AA19-04F01BECA83A}" presName="DropPinPlaceHolder" presStyleCnt="0"/>
      <dgm:spPr/>
    </dgm:pt>
    <dgm:pt modelId="{05785B09-2820-46EB-8220-6E8838C2D78E}" type="pres">
      <dgm:prSet presAssocID="{325C3D45-7DD7-4D85-AA19-04F01BECA83A}" presName="DropPin" presStyleLbl="alignNode1" presStyleIdx="0" presStyleCnt="6"/>
      <dgm:spPr/>
    </dgm:pt>
    <dgm:pt modelId="{228A0BE8-2AB7-45C2-8098-C5B2F994A73D}" type="pres">
      <dgm:prSet presAssocID="{325C3D45-7DD7-4D85-AA19-04F01BECA83A}" presName="Ellipse" presStyleLbl="fgAcc1" presStyleIdx="0" presStyleCnt="6"/>
      <dgm:spPr/>
    </dgm:pt>
    <dgm:pt modelId="{364D245D-56A8-412A-92B5-36A6E1B4C721}" type="pres">
      <dgm:prSet presAssocID="{325C3D45-7DD7-4D85-AA19-04F01BECA83A}" presName="L2TextContainer" presStyleLbl="revTx" presStyleIdx="0" presStyleCnt="12">
        <dgm:presLayoutVars>
          <dgm:bulletEnabled val="1"/>
        </dgm:presLayoutVars>
      </dgm:prSet>
      <dgm:spPr/>
    </dgm:pt>
    <dgm:pt modelId="{D72908B8-B2B0-4395-94AD-F2CC7F7B69B4}" type="pres">
      <dgm:prSet presAssocID="{325C3D45-7DD7-4D85-AA19-04F01BECA83A}" presName="L1TextContainer" presStyleLbl="revTx" presStyleIdx="1" presStyleCnt="12">
        <dgm:presLayoutVars>
          <dgm:chMax val="1"/>
          <dgm:chPref val="1"/>
          <dgm:bulletEnabled val="1"/>
        </dgm:presLayoutVars>
      </dgm:prSet>
      <dgm:spPr/>
    </dgm:pt>
    <dgm:pt modelId="{8A353176-EB83-4F9D-B012-7A5860FD9C74}" type="pres">
      <dgm:prSet presAssocID="{325C3D45-7DD7-4D85-AA19-04F01BECA83A}" presName="ConnectLine" presStyleLbl="dkBgShp" presStyleIdx="2" presStyleCnt="8"/>
      <dgm:spPr>
        <a:solidFill>
          <a:srgbClr val="D8E4ED"/>
        </a:solidFill>
        <a:ln>
          <a:noFill/>
        </a:ln>
        <a:effectLst/>
      </dgm:spPr>
    </dgm:pt>
    <dgm:pt modelId="{4E878901-0EE0-40D7-A208-30A58606E298}" type="pres">
      <dgm:prSet presAssocID="{325C3D45-7DD7-4D85-AA19-04F01BECA83A}" presName="ConnectorPoint" presStyleCnt="0"/>
      <dgm:spPr/>
    </dgm:pt>
    <dgm:pt modelId="{EFDD3B85-CE32-427B-BA1A-CA584200E48F}" type="pres">
      <dgm:prSet presAssocID="{325C3D45-7DD7-4D85-AA19-04F01BECA83A}" presName="Bullet" presStyleLbl="node1NoLn" presStyleIdx="0" presStyleCnt="6"/>
      <dgm:spPr>
        <a:solidFill>
          <a:srgbClr val="D8E4ED"/>
        </a:solidFill>
      </dgm:spPr>
    </dgm:pt>
    <dgm:pt modelId="{DC9E70AF-CCB4-4A43-9918-335047D5A9B4}" type="pres">
      <dgm:prSet presAssocID="{325C3D45-7DD7-4D85-AA19-04F01BECA83A}" presName="EmptyPlaceHolder" presStyleCnt="0"/>
      <dgm:spPr/>
    </dgm:pt>
    <dgm:pt modelId="{3E4CB009-C990-4F0C-9CD0-765EDE64827B}" type="pres">
      <dgm:prSet presAssocID="{6BF0EA2C-7B4F-43BC-A709-A4232834E734}" presName="spaceBetweenRectangles" presStyleCnt="0"/>
      <dgm:spPr/>
    </dgm:pt>
    <dgm:pt modelId="{4CEB471F-3B61-4F35-A822-2C9CB73BE0C8}" type="pres">
      <dgm:prSet presAssocID="{47B101C0-D7A6-44B7-A302-3E19E28B1DB0}" presName="composite" presStyleCnt="0"/>
      <dgm:spPr/>
    </dgm:pt>
    <dgm:pt modelId="{9A31E27B-C118-422F-8018-ED8D9B75B808}" type="pres">
      <dgm:prSet presAssocID="{47B101C0-D7A6-44B7-A302-3E19E28B1DB0}" presName="DropPinPlaceHolder" presStyleCnt="0"/>
      <dgm:spPr/>
    </dgm:pt>
    <dgm:pt modelId="{4F3EEF5F-DCB7-4CE5-8ED2-94395A8A3DC7}" type="pres">
      <dgm:prSet presAssocID="{47B101C0-D7A6-44B7-A302-3E19E28B1DB0}" presName="DropPin" presStyleLbl="alignNode1" presStyleIdx="1" presStyleCnt="6"/>
      <dgm:spPr/>
    </dgm:pt>
    <dgm:pt modelId="{199F5617-CD37-45FD-B085-5186026524C3}" type="pres">
      <dgm:prSet presAssocID="{47B101C0-D7A6-44B7-A302-3E19E28B1DB0}" presName="Ellipse" presStyleLbl="fgAcc1" presStyleIdx="1" presStyleCnt="6"/>
      <dgm:spPr/>
    </dgm:pt>
    <dgm:pt modelId="{B3E77A13-62E3-4E6E-BB4B-92EB35AA36B4}" type="pres">
      <dgm:prSet presAssocID="{47B101C0-D7A6-44B7-A302-3E19E28B1DB0}" presName="L2TextContainer" presStyleLbl="revTx" presStyleIdx="2" presStyleCnt="12">
        <dgm:presLayoutVars>
          <dgm:bulletEnabled val="1"/>
        </dgm:presLayoutVars>
      </dgm:prSet>
      <dgm:spPr/>
    </dgm:pt>
    <dgm:pt modelId="{DB814438-9972-4F2C-9C49-22B44DB2D78F}" type="pres">
      <dgm:prSet presAssocID="{47B101C0-D7A6-44B7-A302-3E19E28B1DB0}" presName="L1TextContainer" presStyleLbl="revTx" presStyleIdx="3" presStyleCnt="12">
        <dgm:presLayoutVars>
          <dgm:chMax val="1"/>
          <dgm:chPref val="1"/>
          <dgm:bulletEnabled val="1"/>
        </dgm:presLayoutVars>
      </dgm:prSet>
      <dgm:spPr/>
    </dgm:pt>
    <dgm:pt modelId="{FBEC779D-8A84-4D66-BA6B-48BCCEE1226C}" type="pres">
      <dgm:prSet presAssocID="{47B101C0-D7A6-44B7-A302-3E19E28B1DB0}" presName="ConnectLine" presStyleLbl="dkBgShp" presStyleIdx="3" presStyleCnt="8"/>
      <dgm:spPr>
        <a:solidFill>
          <a:srgbClr val="D8E4ED"/>
        </a:solidFill>
        <a:ln>
          <a:noFill/>
        </a:ln>
        <a:effectLst/>
      </dgm:spPr>
    </dgm:pt>
    <dgm:pt modelId="{6573747C-1292-4B92-959B-1DF0254B41A3}" type="pres">
      <dgm:prSet presAssocID="{47B101C0-D7A6-44B7-A302-3E19E28B1DB0}" presName="ConnectorPoint" presStyleCnt="0"/>
      <dgm:spPr/>
    </dgm:pt>
    <dgm:pt modelId="{AE993CA5-A78C-42D4-8DB6-AD99C21DB82A}" type="pres">
      <dgm:prSet presAssocID="{47B101C0-D7A6-44B7-A302-3E19E28B1DB0}" presName="Bullet" presStyleLbl="node1NoLn" presStyleIdx="1" presStyleCnt="6"/>
      <dgm:spPr>
        <a:solidFill>
          <a:srgbClr val="D8E4ED"/>
        </a:solidFill>
      </dgm:spPr>
    </dgm:pt>
    <dgm:pt modelId="{C1D6CCEE-FCED-489D-83E1-605B2291EA0C}" type="pres">
      <dgm:prSet presAssocID="{47B101C0-D7A6-44B7-A302-3E19E28B1DB0}" presName="EmptyPlaceHolder" presStyleCnt="0"/>
      <dgm:spPr/>
    </dgm:pt>
    <dgm:pt modelId="{B22A6F53-72B2-4750-B789-3E4B6077BFBC}" type="pres">
      <dgm:prSet presAssocID="{A014EBB6-0941-4316-870A-E204FEA6D2EB}" presName="spaceBetweenRectangles" presStyleCnt="0"/>
      <dgm:spPr/>
    </dgm:pt>
    <dgm:pt modelId="{0C3E1566-761C-4E11-9238-3005C2862EE1}" type="pres">
      <dgm:prSet presAssocID="{A4C4A535-9295-4D99-B650-AFADE2E52BFD}" presName="composite" presStyleCnt="0"/>
      <dgm:spPr/>
    </dgm:pt>
    <dgm:pt modelId="{172433E6-52EF-45A0-9501-6EADA76C340A}" type="pres">
      <dgm:prSet presAssocID="{A4C4A535-9295-4D99-B650-AFADE2E52BFD}" presName="DropPinPlaceHolder" presStyleCnt="0"/>
      <dgm:spPr/>
    </dgm:pt>
    <dgm:pt modelId="{54EA2C4C-99AB-4203-A135-600A9D03C3D0}" type="pres">
      <dgm:prSet presAssocID="{A4C4A535-9295-4D99-B650-AFADE2E52BFD}" presName="DropPin" presStyleLbl="alignNode1" presStyleIdx="2" presStyleCnt="6"/>
      <dgm:spPr/>
    </dgm:pt>
    <dgm:pt modelId="{43DF6A0C-7413-409D-95F4-F50800011928}" type="pres">
      <dgm:prSet presAssocID="{A4C4A535-9295-4D99-B650-AFADE2E52BFD}" presName="Ellipse" presStyleLbl="fgAcc1" presStyleIdx="2" presStyleCnt="6"/>
      <dgm:spPr/>
    </dgm:pt>
    <dgm:pt modelId="{D962F152-B501-42C2-BC5B-C89B7C9A80BC}" type="pres">
      <dgm:prSet presAssocID="{A4C4A535-9295-4D99-B650-AFADE2E52BFD}" presName="L2TextContainer" presStyleLbl="revTx" presStyleIdx="4" presStyleCnt="12">
        <dgm:presLayoutVars>
          <dgm:bulletEnabled val="1"/>
        </dgm:presLayoutVars>
      </dgm:prSet>
      <dgm:spPr/>
    </dgm:pt>
    <dgm:pt modelId="{F0C55B20-7C42-4FE2-A31A-269B3534791E}" type="pres">
      <dgm:prSet presAssocID="{A4C4A535-9295-4D99-B650-AFADE2E52BFD}" presName="L1TextContainer" presStyleLbl="revTx" presStyleIdx="5" presStyleCnt="12">
        <dgm:presLayoutVars>
          <dgm:chMax val="1"/>
          <dgm:chPref val="1"/>
          <dgm:bulletEnabled val="1"/>
        </dgm:presLayoutVars>
      </dgm:prSet>
      <dgm:spPr/>
    </dgm:pt>
    <dgm:pt modelId="{A10792D3-8EA7-41E2-BA36-7F86E996064A}" type="pres">
      <dgm:prSet presAssocID="{A4C4A535-9295-4D99-B650-AFADE2E52BFD}" presName="ConnectLine" presStyleLbl="dkBgShp" presStyleIdx="4" presStyleCnt="8"/>
      <dgm:spPr>
        <a:solidFill>
          <a:srgbClr val="D8E4ED"/>
        </a:solidFill>
        <a:ln>
          <a:noFill/>
        </a:ln>
        <a:effectLst/>
      </dgm:spPr>
    </dgm:pt>
    <dgm:pt modelId="{F4083A6B-1AB2-4E23-AB34-3A92FCDE30FF}" type="pres">
      <dgm:prSet presAssocID="{A4C4A535-9295-4D99-B650-AFADE2E52BFD}" presName="ConnectorPoint" presStyleCnt="0"/>
      <dgm:spPr/>
    </dgm:pt>
    <dgm:pt modelId="{02121104-DC2C-4BE9-B7A1-6C7F90D18C6F}" type="pres">
      <dgm:prSet presAssocID="{A4C4A535-9295-4D99-B650-AFADE2E52BFD}" presName="Bullet" presStyleLbl="node1NoLn" presStyleIdx="2" presStyleCnt="6"/>
      <dgm:spPr>
        <a:solidFill>
          <a:srgbClr val="D8E4ED"/>
        </a:solidFill>
      </dgm:spPr>
    </dgm:pt>
    <dgm:pt modelId="{412BD001-5D2A-4313-AEBF-A7E0F319C6DF}" type="pres">
      <dgm:prSet presAssocID="{A4C4A535-9295-4D99-B650-AFADE2E52BFD}" presName="EmptyPlaceHolder" presStyleCnt="0"/>
      <dgm:spPr/>
    </dgm:pt>
    <dgm:pt modelId="{A2C00D2D-11C5-428E-8155-012B90E0A7A8}" type="pres">
      <dgm:prSet presAssocID="{2445C25E-2F48-4C90-9B4F-1C5857B1AC51}" presName="spaceBetweenRectangles" presStyleCnt="0"/>
      <dgm:spPr/>
    </dgm:pt>
    <dgm:pt modelId="{CD81FD51-CD2C-4FB0-A5F4-2F0BD5A5F061}" type="pres">
      <dgm:prSet presAssocID="{9C260540-8E21-4506-8921-CD3BEA28D3C4}" presName="composite" presStyleCnt="0"/>
      <dgm:spPr/>
    </dgm:pt>
    <dgm:pt modelId="{714FCB18-4BEB-421B-AF04-645B14D1C8C7}" type="pres">
      <dgm:prSet presAssocID="{9C260540-8E21-4506-8921-CD3BEA28D3C4}" presName="DropPinPlaceHolder" presStyleCnt="0"/>
      <dgm:spPr/>
    </dgm:pt>
    <dgm:pt modelId="{3D471F2C-5977-4890-9872-25ABF532F3A7}" type="pres">
      <dgm:prSet presAssocID="{9C260540-8E21-4506-8921-CD3BEA28D3C4}" presName="DropPin" presStyleLbl="alignNode1" presStyleIdx="3" presStyleCnt="6"/>
      <dgm:spPr/>
    </dgm:pt>
    <dgm:pt modelId="{39CE5544-E6E5-488A-95C1-8A38C2FCC5AA}" type="pres">
      <dgm:prSet presAssocID="{9C260540-8E21-4506-8921-CD3BEA28D3C4}" presName="Ellipse" presStyleLbl="fgAcc1" presStyleIdx="3" presStyleCnt="6"/>
      <dgm:spPr/>
    </dgm:pt>
    <dgm:pt modelId="{A6D59BC2-97F6-4026-ADA1-7D9B24029C60}" type="pres">
      <dgm:prSet presAssocID="{9C260540-8E21-4506-8921-CD3BEA28D3C4}" presName="L2TextContainer" presStyleLbl="revTx" presStyleIdx="6" presStyleCnt="12">
        <dgm:presLayoutVars>
          <dgm:bulletEnabled val="1"/>
        </dgm:presLayoutVars>
      </dgm:prSet>
      <dgm:spPr/>
    </dgm:pt>
    <dgm:pt modelId="{AB6E5BA5-B1A4-4C59-ACA2-B17FD5287610}" type="pres">
      <dgm:prSet presAssocID="{9C260540-8E21-4506-8921-CD3BEA28D3C4}" presName="L1TextContainer" presStyleLbl="revTx" presStyleIdx="7" presStyleCnt="12">
        <dgm:presLayoutVars>
          <dgm:chMax val="1"/>
          <dgm:chPref val="1"/>
          <dgm:bulletEnabled val="1"/>
        </dgm:presLayoutVars>
      </dgm:prSet>
      <dgm:spPr/>
    </dgm:pt>
    <dgm:pt modelId="{F9DEB8E3-A079-4D65-9131-97CE947431BF}" type="pres">
      <dgm:prSet presAssocID="{9C260540-8E21-4506-8921-CD3BEA28D3C4}" presName="ConnectLine" presStyleLbl="dkBgShp" presStyleIdx="5" presStyleCnt="8"/>
      <dgm:spPr>
        <a:solidFill>
          <a:srgbClr val="D8E4ED"/>
        </a:solidFill>
        <a:ln>
          <a:noFill/>
        </a:ln>
        <a:effectLst/>
      </dgm:spPr>
    </dgm:pt>
    <dgm:pt modelId="{18B8F644-4C3F-4DDE-AB73-AAB49B91F7B2}" type="pres">
      <dgm:prSet presAssocID="{9C260540-8E21-4506-8921-CD3BEA28D3C4}" presName="ConnectorPoint" presStyleCnt="0"/>
      <dgm:spPr/>
    </dgm:pt>
    <dgm:pt modelId="{442856D6-F882-4CB5-A688-756170B2B188}" type="pres">
      <dgm:prSet presAssocID="{9C260540-8E21-4506-8921-CD3BEA28D3C4}" presName="Bullet" presStyleLbl="node1NoLn" presStyleIdx="3" presStyleCnt="6"/>
      <dgm:spPr>
        <a:solidFill>
          <a:srgbClr val="D8E4ED"/>
        </a:solidFill>
      </dgm:spPr>
    </dgm:pt>
    <dgm:pt modelId="{B1FECBCE-1D3D-486E-80BB-CD827FB46C01}" type="pres">
      <dgm:prSet presAssocID="{9C260540-8E21-4506-8921-CD3BEA28D3C4}" presName="EmptyPlaceHolder" presStyleCnt="0"/>
      <dgm:spPr/>
    </dgm:pt>
    <dgm:pt modelId="{B2A53377-DA1A-4659-ABB8-9EA7DCC07581}" type="pres">
      <dgm:prSet presAssocID="{B8C9ACA9-67E9-4D22-A9AB-3DB4A66CEEA2}" presName="spaceBetweenRectangles" presStyleCnt="0"/>
      <dgm:spPr/>
    </dgm:pt>
    <dgm:pt modelId="{0DD98634-C622-45FA-9D65-D8BB4E4D189F}" type="pres">
      <dgm:prSet presAssocID="{D630317C-3182-4529-B71D-B1053A121576}" presName="composite" presStyleCnt="0"/>
      <dgm:spPr/>
    </dgm:pt>
    <dgm:pt modelId="{7A96C702-CD5F-4980-B8DD-AF0D06886303}" type="pres">
      <dgm:prSet presAssocID="{D630317C-3182-4529-B71D-B1053A121576}" presName="DropPinPlaceHolder" presStyleCnt="0"/>
      <dgm:spPr/>
    </dgm:pt>
    <dgm:pt modelId="{A42F8A3F-F729-4037-8ED5-6B55A9CC0C35}" type="pres">
      <dgm:prSet presAssocID="{D630317C-3182-4529-B71D-B1053A121576}" presName="DropPin" presStyleLbl="alignNode1" presStyleIdx="4" presStyleCnt="6"/>
      <dgm:spPr/>
    </dgm:pt>
    <dgm:pt modelId="{2D5038F8-F98B-42D0-9B5E-3499D471EA19}" type="pres">
      <dgm:prSet presAssocID="{D630317C-3182-4529-B71D-B1053A121576}" presName="Ellipse" presStyleLbl="fgAcc1" presStyleIdx="4" presStyleCnt="6"/>
      <dgm:spPr/>
    </dgm:pt>
    <dgm:pt modelId="{7FAA9D91-AD8C-4AE1-A836-6F3095F3207D}" type="pres">
      <dgm:prSet presAssocID="{D630317C-3182-4529-B71D-B1053A121576}" presName="L2TextContainer" presStyleLbl="revTx" presStyleIdx="8" presStyleCnt="12">
        <dgm:presLayoutVars>
          <dgm:bulletEnabled val="1"/>
        </dgm:presLayoutVars>
      </dgm:prSet>
      <dgm:spPr/>
    </dgm:pt>
    <dgm:pt modelId="{67F33D00-25E1-4EB0-A07C-18F0FA0EB5CD}" type="pres">
      <dgm:prSet presAssocID="{D630317C-3182-4529-B71D-B1053A121576}" presName="L1TextContainer" presStyleLbl="revTx" presStyleIdx="9" presStyleCnt="12">
        <dgm:presLayoutVars>
          <dgm:chMax val="1"/>
          <dgm:chPref val="1"/>
          <dgm:bulletEnabled val="1"/>
        </dgm:presLayoutVars>
      </dgm:prSet>
      <dgm:spPr/>
    </dgm:pt>
    <dgm:pt modelId="{5768D66F-A61A-425D-80B5-675F02E96F2B}" type="pres">
      <dgm:prSet presAssocID="{D630317C-3182-4529-B71D-B1053A121576}" presName="ConnectLine" presStyleLbl="dkBgShp" presStyleIdx="6" presStyleCnt="8"/>
      <dgm:spPr>
        <a:gradFill rotWithShape="0">
          <a:gsLst>
            <a:gs pos="0">
              <a:schemeClr val="accent1">
                <a:tint val="76000"/>
              </a:schemeClr>
            </a:gs>
            <a:gs pos="100000">
              <a:schemeClr val="accent1">
                <a:tint val="76000"/>
              </a:schemeClr>
            </a:gs>
          </a:gsLst>
          <a:lin ang="0" scaled="0"/>
        </a:gradFill>
        <a:ln>
          <a:noFill/>
        </a:ln>
        <a:effectLst/>
      </dgm:spPr>
    </dgm:pt>
    <dgm:pt modelId="{75050A4B-D411-4D20-8D3A-F36162EA4BED}" type="pres">
      <dgm:prSet presAssocID="{D630317C-3182-4529-B71D-B1053A121576}" presName="ConnectorPoint" presStyleCnt="0"/>
      <dgm:spPr/>
    </dgm:pt>
    <dgm:pt modelId="{278A4AD8-BD46-4417-B456-5F9673EAFF93}" type="pres">
      <dgm:prSet presAssocID="{D630317C-3182-4529-B71D-B1053A121576}" presName="Bullet" presStyleLbl="node1NoLn" presStyleIdx="4" presStyleCnt="6"/>
      <dgm:spPr/>
    </dgm:pt>
    <dgm:pt modelId="{FAC0DCE9-C649-4D07-A376-6B583403D08F}" type="pres">
      <dgm:prSet presAssocID="{D630317C-3182-4529-B71D-B1053A121576}" presName="EmptyPlaceHolder" presStyleCnt="0"/>
      <dgm:spPr/>
    </dgm:pt>
    <dgm:pt modelId="{D4E6D127-199B-4085-AFFF-DA2F1D4E7E00}" type="pres">
      <dgm:prSet presAssocID="{9D2CCC55-D044-4854-89BF-6397962A03F9}" presName="spaceBetweenRectangles" presStyleCnt="0"/>
      <dgm:spPr/>
    </dgm:pt>
    <dgm:pt modelId="{938F5670-82F5-44E7-95F2-F94FAC5EE3A5}" type="pres">
      <dgm:prSet presAssocID="{B8DE614C-DE08-4412-BA3A-194D1800D548}" presName="composite" presStyleCnt="0"/>
      <dgm:spPr/>
    </dgm:pt>
    <dgm:pt modelId="{7CB56061-9F1B-404B-96AF-16CD5F011CDF}" type="pres">
      <dgm:prSet presAssocID="{B8DE614C-DE08-4412-BA3A-194D1800D548}" presName="DropPinPlaceHolder" presStyleCnt="0"/>
      <dgm:spPr/>
    </dgm:pt>
    <dgm:pt modelId="{CAD5426B-86B6-44ED-B12F-D540B864091F}" type="pres">
      <dgm:prSet presAssocID="{B8DE614C-DE08-4412-BA3A-194D1800D548}" presName="DropPin" presStyleLbl="alignNode1" presStyleIdx="5" presStyleCnt="6"/>
      <dgm:spPr/>
    </dgm:pt>
    <dgm:pt modelId="{44847CB6-62F4-4414-8FAB-EB38C71B2E9C}" type="pres">
      <dgm:prSet presAssocID="{B8DE614C-DE08-4412-BA3A-194D1800D548}" presName="Ellipse" presStyleLbl="fgAcc1" presStyleIdx="5" presStyleCnt="6"/>
      <dgm:spPr/>
    </dgm:pt>
    <dgm:pt modelId="{2843139E-F31B-4C0A-A417-1239F0D70360}" type="pres">
      <dgm:prSet presAssocID="{B8DE614C-DE08-4412-BA3A-194D1800D548}" presName="L2TextContainer" presStyleLbl="revTx" presStyleIdx="10" presStyleCnt="12">
        <dgm:presLayoutVars>
          <dgm:bulletEnabled val="1"/>
        </dgm:presLayoutVars>
      </dgm:prSet>
      <dgm:spPr/>
    </dgm:pt>
    <dgm:pt modelId="{7657F337-14E6-489B-95BA-73125A86575C}" type="pres">
      <dgm:prSet presAssocID="{B8DE614C-DE08-4412-BA3A-194D1800D548}" presName="L1TextContainer" presStyleLbl="revTx" presStyleIdx="11" presStyleCnt="12">
        <dgm:presLayoutVars>
          <dgm:chMax val="1"/>
          <dgm:chPref val="1"/>
          <dgm:bulletEnabled val="1"/>
        </dgm:presLayoutVars>
      </dgm:prSet>
      <dgm:spPr/>
    </dgm:pt>
    <dgm:pt modelId="{28D1EBA8-666E-495C-B718-5439B4394196}" type="pres">
      <dgm:prSet presAssocID="{B8DE614C-DE08-4412-BA3A-194D1800D548}" presName="ConnectLine" presStyleLbl="dkBgShp" presStyleIdx="7" presStyleCnt="8"/>
      <dgm:spPr>
        <a:solidFill>
          <a:srgbClr val="D8E4ED"/>
        </a:solidFill>
        <a:ln>
          <a:noFill/>
        </a:ln>
        <a:effectLst/>
      </dgm:spPr>
    </dgm:pt>
    <dgm:pt modelId="{9B27B642-46AD-480B-B76A-C21237DE18BB}" type="pres">
      <dgm:prSet presAssocID="{B8DE614C-DE08-4412-BA3A-194D1800D548}" presName="ConnectorPoint" presStyleCnt="0"/>
      <dgm:spPr/>
    </dgm:pt>
    <dgm:pt modelId="{787E3B4D-AF0D-438F-A759-F2F9C7F59F0A}" type="pres">
      <dgm:prSet presAssocID="{B8DE614C-DE08-4412-BA3A-194D1800D548}" presName="Bullet" presStyleLbl="node1NoLn" presStyleIdx="5" presStyleCnt="6"/>
      <dgm:spPr>
        <a:solidFill>
          <a:srgbClr val="D8E4ED"/>
        </a:solidFill>
      </dgm:spPr>
    </dgm:pt>
    <dgm:pt modelId="{E2A42E57-9B41-4CAD-A53D-671C2156048A}" type="pres">
      <dgm:prSet presAssocID="{B8DE614C-DE08-4412-BA3A-194D1800D548}" presName="EmptyPlaceHolder" presStyleCnt="0"/>
      <dgm:spPr/>
    </dgm:pt>
  </dgm:ptLst>
  <dgm:cxnLst>
    <dgm:cxn modelId="{1721DE07-3E1B-4A3A-A662-B9CFEF0D42DA}" type="presOf" srcId="{972620E9-0EC6-4CA2-9EDE-0645109BB72C}" destId="{7FAA9D91-AD8C-4AE1-A836-6F3095F3207D}" srcOrd="0" destOrd="0" presId="urn:microsoft.com/office/officeart/2024/layout/BulletTimeline#3"/>
    <dgm:cxn modelId="{90A2C917-3D37-472B-BE8A-86C642C5A8CF}" type="presOf" srcId="{47948F71-8668-40E2-9459-4CB6086AEF89}" destId="{D962F152-B501-42C2-BC5B-C89B7C9A80BC}" srcOrd="0" destOrd="1" presId="urn:microsoft.com/office/officeart/2024/layout/BulletTimeline#3"/>
    <dgm:cxn modelId="{7B29F81F-3577-44C3-8D80-496B241ED072}" srcId="{87269D04-CAA6-4827-B2BB-8C13D46B4E56}" destId="{2D21F14D-FE81-48B8-B2B5-52FEB2F0158F}" srcOrd="1" destOrd="0" parTransId="{9A81587A-590D-41E1-AFC9-DB7382195452}" sibTransId="{ED31B76B-FB06-4CAC-8CA3-A6BC22FC6334}"/>
    <dgm:cxn modelId="{CF6C9120-73D9-4EC2-A286-C5ACA77AB622}" type="presOf" srcId="{8D7EB712-7923-4B63-A7A2-D3044E4D1210}" destId="{364D245D-56A8-412A-92B5-36A6E1B4C721}" srcOrd="0" destOrd="2" presId="urn:microsoft.com/office/officeart/2024/layout/BulletTimeline#3"/>
    <dgm:cxn modelId="{6D240F30-902B-4CC2-9F55-DF646121D1DC}" type="presOf" srcId="{8ABFCA34-8CF3-478E-B531-07CF8F044242}" destId="{2843139E-F31B-4C0A-A417-1239F0D70360}" srcOrd="0" destOrd="2" presId="urn:microsoft.com/office/officeart/2024/layout/BulletTimeline#3"/>
    <dgm:cxn modelId="{A1054837-1A3B-43A6-926B-58906F0AE05A}" srcId="{325C3D45-7DD7-4D85-AA19-04F01BECA83A}" destId="{69E6B75D-25F7-4A3B-8E53-53B88D7B0B65}" srcOrd="1" destOrd="0" parTransId="{D094BAA7-3738-4DB8-8594-939744F581FF}" sibTransId="{828DF723-E1D9-411E-B0B8-6AE489E6C21B}"/>
    <dgm:cxn modelId="{7736E53A-901D-4D98-A4DE-39AB41D01583}" type="presOf" srcId="{55BC0DE7-4191-499E-A9D5-94DF85BF5D02}" destId="{B3E77A13-62E3-4E6E-BB4B-92EB35AA36B4}" srcOrd="0" destOrd="1" presId="urn:microsoft.com/office/officeart/2024/layout/BulletTimeline#3"/>
    <dgm:cxn modelId="{779EFE3E-E4C6-4EFF-BD2D-039B815E4B70}" srcId="{325C3D45-7DD7-4D85-AA19-04F01BECA83A}" destId="{A98EFE8B-54DE-4F2D-835C-DD68B0E98B33}" srcOrd="0" destOrd="0" parTransId="{0F3FDF35-23CB-460E-B33D-7DD5DCBEF02D}" sibTransId="{8884E93D-9E53-4AE5-913B-D147FAF379A3}"/>
    <dgm:cxn modelId="{CC1A1763-345A-4377-86CF-C4271D2A12FE}" type="presOf" srcId="{B8DE614C-DE08-4412-BA3A-194D1800D548}" destId="{7657F337-14E6-489B-95BA-73125A86575C}" srcOrd="0" destOrd="0" presId="urn:microsoft.com/office/officeart/2024/layout/BulletTimeline#3"/>
    <dgm:cxn modelId="{007AC064-C192-434D-A56C-D444F4214CB6}" type="presOf" srcId="{325C3D45-7DD7-4D85-AA19-04F01BECA83A}" destId="{D72908B8-B2B0-4395-94AD-F2CC7F7B69B4}" srcOrd="0" destOrd="0" presId="urn:microsoft.com/office/officeart/2024/layout/BulletTimeline#3"/>
    <dgm:cxn modelId="{7EB8A065-7588-45A7-9585-7892C3DB21A3}" srcId="{A4C4A535-9295-4D99-B650-AFADE2E52BFD}" destId="{6EDB2612-0321-445E-814F-EDE446407C14}" srcOrd="0" destOrd="0" parTransId="{3C621E0E-DA82-4EBC-A072-87DF6896E363}" sibTransId="{8A374FCB-499E-42C5-BFCB-665C3A09E7E5}"/>
    <dgm:cxn modelId="{90F0F465-67FF-4255-BCB4-40A744C9EB62}" type="presOf" srcId="{5BB2805B-35B9-4E4F-B25B-268CA6C7861E}" destId="{B3E77A13-62E3-4E6E-BB4B-92EB35AA36B4}" srcOrd="0" destOrd="2" presId="urn:microsoft.com/office/officeart/2024/layout/BulletTimeline#3"/>
    <dgm:cxn modelId="{E2B88666-2EAC-4958-BEA5-26CC0370351B}" srcId="{94A61018-CA4D-4ECB-BE38-02ECB21DE9FD}" destId="{B8DE614C-DE08-4412-BA3A-194D1800D548}" srcOrd="5" destOrd="0" parTransId="{D8192902-4820-4D33-8415-D81979264C21}" sibTransId="{68738268-A3C2-43AD-B33B-0C48B1F49E49}"/>
    <dgm:cxn modelId="{53CE8B46-3DFB-4473-B39B-1662EA52417E}" type="presOf" srcId="{47B101C0-D7A6-44B7-A302-3E19E28B1DB0}" destId="{DB814438-9972-4F2C-9C49-22B44DB2D78F}" srcOrd="0" destOrd="0" presId="urn:microsoft.com/office/officeart/2024/layout/BulletTimeline#3"/>
    <dgm:cxn modelId="{1CFB3D68-1DAC-449A-AA09-66F305F4E96C}" srcId="{47B101C0-D7A6-44B7-A302-3E19E28B1DB0}" destId="{5BB2805B-35B9-4E4F-B25B-268CA6C7861E}" srcOrd="2" destOrd="0" parTransId="{D53CB4ED-165F-4196-A05C-AD958ADC8504}" sibTransId="{D15898D6-4942-41B6-8D4C-258307064CE2}"/>
    <dgm:cxn modelId="{51D9976C-5A25-48CB-B56A-D0C2A66910D7}" srcId="{87269D04-CAA6-4827-B2BB-8C13D46B4E56}" destId="{8ABFCA34-8CF3-478E-B531-07CF8F044242}" srcOrd="0" destOrd="0" parTransId="{5133A1B6-9876-4AF9-990E-1276A89E09B5}" sibTransId="{263D600E-0B3F-4B76-90AC-0FA4A7940FE8}"/>
    <dgm:cxn modelId="{BA09934D-2BEC-4A61-ADB5-F8267967CE2D}" srcId="{972620E9-0EC6-4CA2-9EDE-0645109BB72C}" destId="{31F6F178-ADBB-4FC8-A9F7-0EBD1B156E92}" srcOrd="0" destOrd="0" parTransId="{86A0F34B-8DB2-4F9C-80A5-BF6514E3DD38}" sibTransId="{D91FB948-5715-45A3-8108-863C33EB826E}"/>
    <dgm:cxn modelId="{A2C6DF6D-DE61-4699-A3DA-C8232E9F9CC7}" type="presOf" srcId="{7424B9C4-BF13-43B9-BD10-11959D428369}" destId="{D962F152-B501-42C2-BC5B-C89B7C9A80BC}" srcOrd="0" destOrd="2" presId="urn:microsoft.com/office/officeart/2024/layout/BulletTimeline#3"/>
    <dgm:cxn modelId="{149C8B53-AAA9-4088-A32B-A07C5ECBE713}" type="presOf" srcId="{B20EA934-69AC-416B-91FA-A0241AC16433}" destId="{2843139E-F31B-4C0A-A417-1239F0D70360}" srcOrd="0" destOrd="0" presId="urn:microsoft.com/office/officeart/2024/layout/BulletTimeline#3"/>
    <dgm:cxn modelId="{86B34F75-14BC-4076-952B-CD1E99BBFE8C}" srcId="{D630317C-3182-4529-B71D-B1053A121576}" destId="{972620E9-0EC6-4CA2-9EDE-0645109BB72C}" srcOrd="0" destOrd="0" parTransId="{343545F6-8338-497F-8A6E-DFC57800D9D3}" sibTransId="{D5302EA2-BF26-411B-9BA8-D65EEE8AF500}"/>
    <dgm:cxn modelId="{7556D455-1EB5-4E04-8E83-5C46E0C82205}" type="presOf" srcId="{6EDB2612-0321-445E-814F-EDE446407C14}" destId="{D962F152-B501-42C2-BC5B-C89B7C9A80BC}" srcOrd="0" destOrd="0" presId="urn:microsoft.com/office/officeart/2024/layout/BulletTimeline#3"/>
    <dgm:cxn modelId="{F3310859-0F9F-4AED-A48C-7219D98E8C6B}" srcId="{94A61018-CA4D-4ECB-BE38-02ECB21DE9FD}" destId="{D630317C-3182-4529-B71D-B1053A121576}" srcOrd="4" destOrd="0" parTransId="{1C08903E-0D11-4FA0-96EC-BBA78CB2A534}" sibTransId="{9D2CCC55-D044-4854-89BF-6397962A03F9}"/>
    <dgm:cxn modelId="{3E9BCB7D-4485-4468-879F-BC2F0B8F59BA}" type="presOf" srcId="{94A61018-CA4D-4ECB-BE38-02ECB21DE9FD}" destId="{4881E003-8BB9-46EE-AAA5-DBCEE8B59102}" srcOrd="0" destOrd="0" presId="urn:microsoft.com/office/officeart/2024/layout/BulletTimeline#3"/>
    <dgm:cxn modelId="{DF333F88-5A36-4F05-B5D9-6C028255EF70}" type="presOf" srcId="{87269D04-CAA6-4827-B2BB-8C13D46B4E56}" destId="{2843139E-F31B-4C0A-A417-1239F0D70360}" srcOrd="0" destOrd="1" presId="urn:microsoft.com/office/officeart/2024/layout/BulletTimeline#3"/>
    <dgm:cxn modelId="{E814B389-13B7-480D-973B-E195368C35BC}" srcId="{B8DE614C-DE08-4412-BA3A-194D1800D548}" destId="{87269D04-CAA6-4827-B2BB-8C13D46B4E56}" srcOrd="1" destOrd="0" parTransId="{B9A4C972-CEFB-4277-82A1-B3275FD3F24B}" sibTransId="{D830FB47-3E73-4A8E-A925-C2981435F33A}"/>
    <dgm:cxn modelId="{9E0B5993-1B38-47F0-99BE-153025B854F1}" srcId="{325C3D45-7DD7-4D85-AA19-04F01BECA83A}" destId="{8D7EB712-7923-4B63-A7A2-D3044E4D1210}" srcOrd="2" destOrd="0" parTransId="{D5C6EC9F-9347-4AF0-B951-198A57B62992}" sibTransId="{ECFEEBDD-44A9-4596-91BA-E264FA731F48}"/>
    <dgm:cxn modelId="{744FC0A0-5BCB-4011-9A82-CB6CCA7423AC}" srcId="{47B101C0-D7A6-44B7-A302-3E19E28B1DB0}" destId="{55BC0DE7-4191-499E-A9D5-94DF85BF5D02}" srcOrd="1" destOrd="0" parTransId="{C9B0A81F-3C6B-4F3E-9910-94622FEC3639}" sibTransId="{FB6A1157-D5CC-4FF7-875F-A7BEDCBA4B05}"/>
    <dgm:cxn modelId="{B52999A5-0B47-4C01-BA21-127B0FF21BFF}" type="presOf" srcId="{D630317C-3182-4529-B71D-B1053A121576}" destId="{67F33D00-25E1-4EB0-A07C-18F0FA0EB5CD}" srcOrd="0" destOrd="0" presId="urn:microsoft.com/office/officeart/2024/layout/BulletTimeline#3"/>
    <dgm:cxn modelId="{84978FAB-5C4C-44D2-9C84-CCE0A87ADD82}" type="presOf" srcId="{9C260540-8E21-4506-8921-CD3BEA28D3C4}" destId="{AB6E5BA5-B1A4-4C59-ACA2-B17FD5287610}" srcOrd="0" destOrd="0" presId="urn:microsoft.com/office/officeart/2024/layout/BulletTimeline#3"/>
    <dgm:cxn modelId="{E03CFAB1-DFAF-4ED1-A444-AAA319418695}" type="presOf" srcId="{A98EFE8B-54DE-4F2D-835C-DD68B0E98B33}" destId="{364D245D-56A8-412A-92B5-36A6E1B4C721}" srcOrd="0" destOrd="0" presId="urn:microsoft.com/office/officeart/2024/layout/BulletTimeline#3"/>
    <dgm:cxn modelId="{F10872B2-7878-4009-9D37-0975390020FA}" srcId="{6EDB2612-0321-445E-814F-EDE446407C14}" destId="{7424B9C4-BF13-43B9-BD10-11959D428369}" srcOrd="1" destOrd="0" parTransId="{9148BD96-5263-4FFA-B0D8-32CDE2A9E6D8}" sibTransId="{B483AF6F-628E-4D12-9911-ECD359FC905D}"/>
    <dgm:cxn modelId="{DBD3B9B6-07DE-48AE-BC76-50DA09E7CA9B}" type="presOf" srcId="{69E6B75D-25F7-4A3B-8E53-53B88D7B0B65}" destId="{364D245D-56A8-412A-92B5-36A6E1B4C721}" srcOrd="0" destOrd="1" presId="urn:microsoft.com/office/officeart/2024/layout/BulletTimeline#3"/>
    <dgm:cxn modelId="{55A09DC9-7C92-4A3F-BD1C-45DFCA6E24AF}" srcId="{94A61018-CA4D-4ECB-BE38-02ECB21DE9FD}" destId="{47B101C0-D7A6-44B7-A302-3E19E28B1DB0}" srcOrd="1" destOrd="0" parTransId="{A42D8F38-1B11-440F-9802-EC272B6C10A7}" sibTransId="{A014EBB6-0941-4316-870A-E204FEA6D2EB}"/>
    <dgm:cxn modelId="{74C4D5C9-44E4-40C5-8061-40EF2593224E}" type="presOf" srcId="{A4C4A535-9295-4D99-B650-AFADE2E52BFD}" destId="{F0C55B20-7C42-4FE2-A31A-269B3534791E}" srcOrd="0" destOrd="0" presId="urn:microsoft.com/office/officeart/2024/layout/BulletTimeline#3"/>
    <dgm:cxn modelId="{A52C4DCD-09A9-4ECD-AE9D-7EBDE8C40169}" type="presOf" srcId="{DBBAFF38-CB39-44C9-8D8F-E65260B8DCBD}" destId="{B3E77A13-62E3-4E6E-BB4B-92EB35AA36B4}" srcOrd="0" destOrd="0" presId="urn:microsoft.com/office/officeart/2024/layout/BulletTimeline#3"/>
    <dgm:cxn modelId="{75AA7BCE-DFFE-42CF-A3BA-D5794A35CEF3}" srcId="{6EDB2612-0321-445E-814F-EDE446407C14}" destId="{47948F71-8668-40E2-9459-4CB6086AEF89}" srcOrd="0" destOrd="0" parTransId="{9B853F05-00AA-4023-9CEF-2A8885EECDA8}" sibTransId="{DB519478-9662-4545-8874-9ED9308FB2FF}"/>
    <dgm:cxn modelId="{4B5E93D2-4477-4276-A4C9-8BD8B86A5FF5}" srcId="{B8DE614C-DE08-4412-BA3A-194D1800D548}" destId="{B20EA934-69AC-416B-91FA-A0241AC16433}" srcOrd="0" destOrd="0" parTransId="{29E334DB-F0FB-45EE-9774-4A883BE6A296}" sibTransId="{5384C6B9-FD7D-4C65-8FDA-09BDDF51941D}"/>
    <dgm:cxn modelId="{96F364DB-6CE9-4767-8874-F82598828B9C}" srcId="{94A61018-CA4D-4ECB-BE38-02ECB21DE9FD}" destId="{9C260540-8E21-4506-8921-CD3BEA28D3C4}" srcOrd="3" destOrd="0" parTransId="{1F4474E2-0342-4294-8AFB-68AA0CF86A2B}" sibTransId="{B8C9ACA9-67E9-4D22-A9AB-3DB4A66CEEA2}"/>
    <dgm:cxn modelId="{380896E0-E1C9-4B07-AA9D-3734C0E68126}" type="presOf" srcId="{2D21F14D-FE81-48B8-B2B5-52FEB2F0158F}" destId="{2843139E-F31B-4C0A-A417-1239F0D70360}" srcOrd="0" destOrd="3" presId="urn:microsoft.com/office/officeart/2024/layout/BulletTimeline#3"/>
    <dgm:cxn modelId="{34C279E4-C42B-42FA-9F31-81C76E162CE6}" srcId="{47B101C0-D7A6-44B7-A302-3E19E28B1DB0}" destId="{DBBAFF38-CB39-44C9-8D8F-E65260B8DCBD}" srcOrd="0" destOrd="0" parTransId="{323D1EAE-6DB5-4D4E-8DE1-BB2D75DC616F}" sibTransId="{BB8643FB-F90C-4489-B3EA-2E4D63949A59}"/>
    <dgm:cxn modelId="{9D28A9F0-3BA8-4A30-895F-AB9E896DDA5F}" type="presOf" srcId="{31F6F178-ADBB-4FC8-A9F7-0EBD1B156E92}" destId="{7FAA9D91-AD8C-4AE1-A836-6F3095F3207D}" srcOrd="0" destOrd="1" presId="urn:microsoft.com/office/officeart/2024/layout/BulletTimeline#3"/>
    <dgm:cxn modelId="{CF5AF9F1-7A8D-44A7-8426-F52BA9FD68C9}" srcId="{94A61018-CA4D-4ECB-BE38-02ECB21DE9FD}" destId="{A4C4A535-9295-4D99-B650-AFADE2E52BFD}" srcOrd="2" destOrd="0" parTransId="{CB31476D-08FC-405F-9744-360E24ECC5F1}" sibTransId="{2445C25E-2F48-4C90-9B4F-1C5857B1AC51}"/>
    <dgm:cxn modelId="{17E866F8-E6A2-48AA-9F93-9D7D6F828B23}" srcId="{94A61018-CA4D-4ECB-BE38-02ECB21DE9FD}" destId="{325C3D45-7DD7-4D85-AA19-04F01BECA83A}" srcOrd="0" destOrd="0" parTransId="{00592838-9E1F-492F-884B-48E9728201C2}" sibTransId="{6BF0EA2C-7B4F-43BC-A709-A4232834E734}"/>
    <dgm:cxn modelId="{F20889DE-3F66-4CCF-BE9A-3D3A3610BA64}" type="presParOf" srcId="{4881E003-8BB9-46EE-AAA5-DBCEE8B59102}" destId="{A4911565-B179-434E-B37A-F0BE637A24E6}" srcOrd="0" destOrd="0" presId="urn:microsoft.com/office/officeart/2024/layout/BulletTimeline#3"/>
    <dgm:cxn modelId="{DE76395B-E6C5-49DA-97A0-E07405DF618B}" type="presParOf" srcId="{A4911565-B179-434E-B37A-F0BE637A24E6}" destId="{7BFA3828-8C27-4113-9864-04DF93893D3B}" srcOrd="0" destOrd="0" presId="urn:microsoft.com/office/officeart/2024/layout/BulletTimeline#3"/>
    <dgm:cxn modelId="{49D97EC1-01D6-4EF3-8A5B-913668FC6175}" type="presParOf" srcId="{A4911565-B179-434E-B37A-F0BE637A24E6}" destId="{193AC012-1A8E-4C17-AA95-6A7FCD10C1E2}" srcOrd="1" destOrd="0" presId="urn:microsoft.com/office/officeart/2024/layout/BulletTimeline#3"/>
    <dgm:cxn modelId="{D734E3C3-7992-4CAD-A959-B8FD2041E373}" type="presParOf" srcId="{4881E003-8BB9-46EE-AAA5-DBCEE8B59102}" destId="{1D9E635D-1B66-451A-9B17-6748F372996F}" srcOrd="1" destOrd="0" presId="urn:microsoft.com/office/officeart/2024/layout/BulletTimeline#3"/>
    <dgm:cxn modelId="{2E2E3C43-E5F8-4215-9B59-65E8BC1A3949}" type="presParOf" srcId="{1D9E635D-1B66-451A-9B17-6748F372996F}" destId="{028000E2-5DC1-4D07-8B5A-7469EABA18D4}" srcOrd="0" destOrd="0" presId="urn:microsoft.com/office/officeart/2024/layout/BulletTimeline#3"/>
    <dgm:cxn modelId="{9294359E-9BFE-4252-A7B8-1CAA8B899A9B}" type="presParOf" srcId="{028000E2-5DC1-4D07-8B5A-7469EABA18D4}" destId="{39818618-B3B3-436C-A281-7E758F83CCA8}" srcOrd="0" destOrd="0" presId="urn:microsoft.com/office/officeart/2024/layout/BulletTimeline#3"/>
    <dgm:cxn modelId="{49823AC5-E839-48A5-BFDF-7EE830FCE797}" type="presParOf" srcId="{39818618-B3B3-436C-A281-7E758F83CCA8}" destId="{05785B09-2820-46EB-8220-6E8838C2D78E}" srcOrd="0" destOrd="0" presId="urn:microsoft.com/office/officeart/2024/layout/BulletTimeline#3"/>
    <dgm:cxn modelId="{6EB6997D-57AE-4295-A2CA-012322328D7C}" type="presParOf" srcId="{39818618-B3B3-436C-A281-7E758F83CCA8}" destId="{228A0BE8-2AB7-45C2-8098-C5B2F994A73D}" srcOrd="1" destOrd="0" presId="urn:microsoft.com/office/officeart/2024/layout/BulletTimeline#3"/>
    <dgm:cxn modelId="{95A27A25-9510-4AB2-90AF-54A667B99728}" type="presParOf" srcId="{028000E2-5DC1-4D07-8B5A-7469EABA18D4}" destId="{364D245D-56A8-412A-92B5-36A6E1B4C721}" srcOrd="1" destOrd="0" presId="urn:microsoft.com/office/officeart/2024/layout/BulletTimeline#3"/>
    <dgm:cxn modelId="{835D9EFF-ED9B-4540-B4A0-8DEB180061A8}" type="presParOf" srcId="{028000E2-5DC1-4D07-8B5A-7469EABA18D4}" destId="{D72908B8-B2B0-4395-94AD-F2CC7F7B69B4}" srcOrd="2" destOrd="0" presId="urn:microsoft.com/office/officeart/2024/layout/BulletTimeline#3"/>
    <dgm:cxn modelId="{1B3A925F-E4EE-4B6B-B3CB-292E4AE8BD71}" type="presParOf" srcId="{028000E2-5DC1-4D07-8B5A-7469EABA18D4}" destId="{8A353176-EB83-4F9D-B012-7A5860FD9C74}" srcOrd="3" destOrd="0" presId="urn:microsoft.com/office/officeart/2024/layout/BulletTimeline#3"/>
    <dgm:cxn modelId="{FD8C4F8B-C3A8-43B5-B75F-8FF9430AB0A5}" type="presParOf" srcId="{028000E2-5DC1-4D07-8B5A-7469EABA18D4}" destId="{4E878901-0EE0-40D7-A208-30A58606E298}" srcOrd="4" destOrd="0" presId="urn:microsoft.com/office/officeart/2024/layout/BulletTimeline#3"/>
    <dgm:cxn modelId="{7CE57080-53D3-41BB-A934-11511BA26C70}" type="presParOf" srcId="{4E878901-0EE0-40D7-A208-30A58606E298}" destId="{EFDD3B85-CE32-427B-BA1A-CA584200E48F}" srcOrd="0" destOrd="0" presId="urn:microsoft.com/office/officeart/2024/layout/BulletTimeline#3"/>
    <dgm:cxn modelId="{D3CF291D-24D1-4321-9F30-C495195E02B6}" type="presParOf" srcId="{028000E2-5DC1-4D07-8B5A-7469EABA18D4}" destId="{DC9E70AF-CCB4-4A43-9918-335047D5A9B4}" srcOrd="5" destOrd="0" presId="urn:microsoft.com/office/officeart/2024/layout/BulletTimeline#3"/>
    <dgm:cxn modelId="{FDCBA5E4-736A-4468-9ADE-89F2CD1F97F5}" type="presParOf" srcId="{1D9E635D-1B66-451A-9B17-6748F372996F}" destId="{3E4CB009-C990-4F0C-9CD0-765EDE64827B}" srcOrd="1" destOrd="0" presId="urn:microsoft.com/office/officeart/2024/layout/BulletTimeline#3"/>
    <dgm:cxn modelId="{812A3181-1330-4FA4-86D8-A01242CC10FE}" type="presParOf" srcId="{1D9E635D-1B66-451A-9B17-6748F372996F}" destId="{4CEB471F-3B61-4F35-A822-2C9CB73BE0C8}" srcOrd="2" destOrd="0" presId="urn:microsoft.com/office/officeart/2024/layout/BulletTimeline#3"/>
    <dgm:cxn modelId="{248AB8D5-86F1-4B6B-B3D3-7B86C8F3638A}" type="presParOf" srcId="{4CEB471F-3B61-4F35-A822-2C9CB73BE0C8}" destId="{9A31E27B-C118-422F-8018-ED8D9B75B808}" srcOrd="0" destOrd="0" presId="urn:microsoft.com/office/officeart/2024/layout/BulletTimeline#3"/>
    <dgm:cxn modelId="{B6549CD1-BF5B-4DE0-9B87-2EC82BD6DE7B}" type="presParOf" srcId="{9A31E27B-C118-422F-8018-ED8D9B75B808}" destId="{4F3EEF5F-DCB7-4CE5-8ED2-94395A8A3DC7}" srcOrd="0" destOrd="0" presId="urn:microsoft.com/office/officeart/2024/layout/BulletTimeline#3"/>
    <dgm:cxn modelId="{20D08AC1-59E0-47A0-AC0D-DD0302311F69}" type="presParOf" srcId="{9A31E27B-C118-422F-8018-ED8D9B75B808}" destId="{199F5617-CD37-45FD-B085-5186026524C3}" srcOrd="1" destOrd="0" presId="urn:microsoft.com/office/officeart/2024/layout/BulletTimeline#3"/>
    <dgm:cxn modelId="{1F2E4447-5DF2-4F36-8BA0-AE145F547218}" type="presParOf" srcId="{4CEB471F-3B61-4F35-A822-2C9CB73BE0C8}" destId="{B3E77A13-62E3-4E6E-BB4B-92EB35AA36B4}" srcOrd="1" destOrd="0" presId="urn:microsoft.com/office/officeart/2024/layout/BulletTimeline#3"/>
    <dgm:cxn modelId="{C9C86420-7CEA-489F-BBF5-76844ABCF6E1}" type="presParOf" srcId="{4CEB471F-3B61-4F35-A822-2C9CB73BE0C8}" destId="{DB814438-9972-4F2C-9C49-22B44DB2D78F}" srcOrd="2" destOrd="0" presId="urn:microsoft.com/office/officeart/2024/layout/BulletTimeline#3"/>
    <dgm:cxn modelId="{B89F4FE9-65A1-41FC-A09F-8F867A50AE28}" type="presParOf" srcId="{4CEB471F-3B61-4F35-A822-2C9CB73BE0C8}" destId="{FBEC779D-8A84-4D66-BA6B-48BCCEE1226C}" srcOrd="3" destOrd="0" presId="urn:microsoft.com/office/officeart/2024/layout/BulletTimeline#3"/>
    <dgm:cxn modelId="{DB5BC34E-0118-4D4B-BE93-C18D40D55168}" type="presParOf" srcId="{4CEB471F-3B61-4F35-A822-2C9CB73BE0C8}" destId="{6573747C-1292-4B92-959B-1DF0254B41A3}" srcOrd="4" destOrd="0" presId="urn:microsoft.com/office/officeart/2024/layout/BulletTimeline#3"/>
    <dgm:cxn modelId="{27F5BA0F-4A35-4E62-9CD4-1AB7814C3FC4}" type="presParOf" srcId="{6573747C-1292-4B92-959B-1DF0254B41A3}" destId="{AE993CA5-A78C-42D4-8DB6-AD99C21DB82A}" srcOrd="0" destOrd="0" presId="urn:microsoft.com/office/officeart/2024/layout/BulletTimeline#3"/>
    <dgm:cxn modelId="{9710DBF1-FDD2-4382-88E3-04B01264DCA8}" type="presParOf" srcId="{4CEB471F-3B61-4F35-A822-2C9CB73BE0C8}" destId="{C1D6CCEE-FCED-489D-83E1-605B2291EA0C}" srcOrd="5" destOrd="0" presId="urn:microsoft.com/office/officeart/2024/layout/BulletTimeline#3"/>
    <dgm:cxn modelId="{07167813-6D12-468C-989A-498F7F683E06}" type="presParOf" srcId="{1D9E635D-1B66-451A-9B17-6748F372996F}" destId="{B22A6F53-72B2-4750-B789-3E4B6077BFBC}" srcOrd="3" destOrd="0" presId="urn:microsoft.com/office/officeart/2024/layout/BulletTimeline#3"/>
    <dgm:cxn modelId="{925A7D5E-A632-4F62-9222-22E31018D85D}" type="presParOf" srcId="{1D9E635D-1B66-451A-9B17-6748F372996F}" destId="{0C3E1566-761C-4E11-9238-3005C2862EE1}" srcOrd="4" destOrd="0" presId="urn:microsoft.com/office/officeart/2024/layout/BulletTimeline#3"/>
    <dgm:cxn modelId="{7D0EB6DB-265C-4C7C-B758-1167632FE46E}" type="presParOf" srcId="{0C3E1566-761C-4E11-9238-3005C2862EE1}" destId="{172433E6-52EF-45A0-9501-6EADA76C340A}" srcOrd="0" destOrd="0" presId="urn:microsoft.com/office/officeart/2024/layout/BulletTimeline#3"/>
    <dgm:cxn modelId="{FF2F3861-8958-4F19-AAF1-9AE885F0CB70}" type="presParOf" srcId="{172433E6-52EF-45A0-9501-6EADA76C340A}" destId="{54EA2C4C-99AB-4203-A135-600A9D03C3D0}" srcOrd="0" destOrd="0" presId="urn:microsoft.com/office/officeart/2024/layout/BulletTimeline#3"/>
    <dgm:cxn modelId="{36FB062E-D519-4F50-9751-AE8FB546E842}" type="presParOf" srcId="{172433E6-52EF-45A0-9501-6EADA76C340A}" destId="{43DF6A0C-7413-409D-95F4-F50800011928}" srcOrd="1" destOrd="0" presId="urn:microsoft.com/office/officeart/2024/layout/BulletTimeline#3"/>
    <dgm:cxn modelId="{4D408E6E-E230-413F-914F-3955ACC85030}" type="presParOf" srcId="{0C3E1566-761C-4E11-9238-3005C2862EE1}" destId="{D962F152-B501-42C2-BC5B-C89B7C9A80BC}" srcOrd="1" destOrd="0" presId="urn:microsoft.com/office/officeart/2024/layout/BulletTimeline#3"/>
    <dgm:cxn modelId="{FBAE29EC-9301-4664-AD41-139AEA76008F}" type="presParOf" srcId="{0C3E1566-761C-4E11-9238-3005C2862EE1}" destId="{F0C55B20-7C42-4FE2-A31A-269B3534791E}" srcOrd="2" destOrd="0" presId="urn:microsoft.com/office/officeart/2024/layout/BulletTimeline#3"/>
    <dgm:cxn modelId="{9CB42FC2-FF91-4353-BE2A-5803BDCACE47}" type="presParOf" srcId="{0C3E1566-761C-4E11-9238-3005C2862EE1}" destId="{A10792D3-8EA7-41E2-BA36-7F86E996064A}" srcOrd="3" destOrd="0" presId="urn:microsoft.com/office/officeart/2024/layout/BulletTimeline#3"/>
    <dgm:cxn modelId="{FE081504-270C-4D24-BA48-926C92E5CBB5}" type="presParOf" srcId="{0C3E1566-761C-4E11-9238-3005C2862EE1}" destId="{F4083A6B-1AB2-4E23-AB34-3A92FCDE30FF}" srcOrd="4" destOrd="0" presId="urn:microsoft.com/office/officeart/2024/layout/BulletTimeline#3"/>
    <dgm:cxn modelId="{35910A7D-5296-4F33-BA4A-AD409E694B79}" type="presParOf" srcId="{F4083A6B-1AB2-4E23-AB34-3A92FCDE30FF}" destId="{02121104-DC2C-4BE9-B7A1-6C7F90D18C6F}" srcOrd="0" destOrd="0" presId="urn:microsoft.com/office/officeart/2024/layout/BulletTimeline#3"/>
    <dgm:cxn modelId="{A9EEAAC5-0430-46BA-91AA-910A69C4274D}" type="presParOf" srcId="{0C3E1566-761C-4E11-9238-3005C2862EE1}" destId="{412BD001-5D2A-4313-AEBF-A7E0F319C6DF}" srcOrd="5" destOrd="0" presId="urn:microsoft.com/office/officeart/2024/layout/BulletTimeline#3"/>
    <dgm:cxn modelId="{B39DED63-B3EC-47A5-AC30-B7CF0BD54090}" type="presParOf" srcId="{1D9E635D-1B66-451A-9B17-6748F372996F}" destId="{A2C00D2D-11C5-428E-8155-012B90E0A7A8}" srcOrd="5" destOrd="0" presId="urn:microsoft.com/office/officeart/2024/layout/BulletTimeline#3"/>
    <dgm:cxn modelId="{CCF81720-4BF3-4663-A9B6-962C55843EDC}" type="presParOf" srcId="{1D9E635D-1B66-451A-9B17-6748F372996F}" destId="{CD81FD51-CD2C-4FB0-A5F4-2F0BD5A5F061}" srcOrd="6" destOrd="0" presId="urn:microsoft.com/office/officeart/2024/layout/BulletTimeline#3"/>
    <dgm:cxn modelId="{83DA25FC-36AA-4A5E-954D-E94A935AF4C0}" type="presParOf" srcId="{CD81FD51-CD2C-4FB0-A5F4-2F0BD5A5F061}" destId="{714FCB18-4BEB-421B-AF04-645B14D1C8C7}" srcOrd="0" destOrd="0" presId="urn:microsoft.com/office/officeart/2024/layout/BulletTimeline#3"/>
    <dgm:cxn modelId="{053D39EB-6F25-404B-A9F4-C7BDC87B27A7}" type="presParOf" srcId="{714FCB18-4BEB-421B-AF04-645B14D1C8C7}" destId="{3D471F2C-5977-4890-9872-25ABF532F3A7}" srcOrd="0" destOrd="0" presId="urn:microsoft.com/office/officeart/2024/layout/BulletTimeline#3"/>
    <dgm:cxn modelId="{33E80352-5892-4CFA-A545-32852910132A}" type="presParOf" srcId="{714FCB18-4BEB-421B-AF04-645B14D1C8C7}" destId="{39CE5544-E6E5-488A-95C1-8A38C2FCC5AA}" srcOrd="1" destOrd="0" presId="urn:microsoft.com/office/officeart/2024/layout/BulletTimeline#3"/>
    <dgm:cxn modelId="{AD1DA691-701F-4963-BBF6-DEA558FEE36A}" type="presParOf" srcId="{CD81FD51-CD2C-4FB0-A5F4-2F0BD5A5F061}" destId="{A6D59BC2-97F6-4026-ADA1-7D9B24029C60}" srcOrd="1" destOrd="0" presId="urn:microsoft.com/office/officeart/2024/layout/BulletTimeline#3"/>
    <dgm:cxn modelId="{80C92DF3-3773-4112-AA42-6E7455A41682}" type="presParOf" srcId="{CD81FD51-CD2C-4FB0-A5F4-2F0BD5A5F061}" destId="{AB6E5BA5-B1A4-4C59-ACA2-B17FD5287610}" srcOrd="2" destOrd="0" presId="urn:microsoft.com/office/officeart/2024/layout/BulletTimeline#3"/>
    <dgm:cxn modelId="{FF3FE44D-56AD-480C-90E1-92D4A634EBB2}" type="presParOf" srcId="{CD81FD51-CD2C-4FB0-A5F4-2F0BD5A5F061}" destId="{F9DEB8E3-A079-4D65-9131-97CE947431BF}" srcOrd="3" destOrd="0" presId="urn:microsoft.com/office/officeart/2024/layout/BulletTimeline#3"/>
    <dgm:cxn modelId="{9EAF37A7-C892-4B8A-9AEC-39E30D5EC6B2}" type="presParOf" srcId="{CD81FD51-CD2C-4FB0-A5F4-2F0BD5A5F061}" destId="{18B8F644-4C3F-4DDE-AB73-AAB49B91F7B2}" srcOrd="4" destOrd="0" presId="urn:microsoft.com/office/officeart/2024/layout/BulletTimeline#3"/>
    <dgm:cxn modelId="{83EF3455-58B2-4F07-BBB8-2BEBF2107E59}" type="presParOf" srcId="{18B8F644-4C3F-4DDE-AB73-AAB49B91F7B2}" destId="{442856D6-F882-4CB5-A688-756170B2B188}" srcOrd="0" destOrd="0" presId="urn:microsoft.com/office/officeart/2024/layout/BulletTimeline#3"/>
    <dgm:cxn modelId="{248E0B3E-62E2-4C3E-B8D2-E8E2FAB3010F}" type="presParOf" srcId="{CD81FD51-CD2C-4FB0-A5F4-2F0BD5A5F061}" destId="{B1FECBCE-1D3D-486E-80BB-CD827FB46C01}" srcOrd="5" destOrd="0" presId="urn:microsoft.com/office/officeart/2024/layout/BulletTimeline#3"/>
    <dgm:cxn modelId="{F1E4704C-C587-4DD2-AE05-C7BA4AC98BD3}" type="presParOf" srcId="{1D9E635D-1B66-451A-9B17-6748F372996F}" destId="{B2A53377-DA1A-4659-ABB8-9EA7DCC07581}" srcOrd="7" destOrd="0" presId="urn:microsoft.com/office/officeart/2024/layout/BulletTimeline#3"/>
    <dgm:cxn modelId="{F18F5E7A-613D-4055-AB4F-D0E82B486CCE}" type="presParOf" srcId="{1D9E635D-1B66-451A-9B17-6748F372996F}" destId="{0DD98634-C622-45FA-9D65-D8BB4E4D189F}" srcOrd="8" destOrd="0" presId="urn:microsoft.com/office/officeart/2024/layout/BulletTimeline#3"/>
    <dgm:cxn modelId="{6AE54EFA-179D-4D87-9502-9EAC648FA1A9}" type="presParOf" srcId="{0DD98634-C622-45FA-9D65-D8BB4E4D189F}" destId="{7A96C702-CD5F-4980-B8DD-AF0D06886303}" srcOrd="0" destOrd="0" presId="urn:microsoft.com/office/officeart/2024/layout/BulletTimeline#3"/>
    <dgm:cxn modelId="{49C6DC90-9C54-4EB8-8840-107EDE0EDFA1}" type="presParOf" srcId="{7A96C702-CD5F-4980-B8DD-AF0D06886303}" destId="{A42F8A3F-F729-4037-8ED5-6B55A9CC0C35}" srcOrd="0" destOrd="0" presId="urn:microsoft.com/office/officeart/2024/layout/BulletTimeline#3"/>
    <dgm:cxn modelId="{9D05ECE4-0693-4360-9DE8-2E1D452754A8}" type="presParOf" srcId="{7A96C702-CD5F-4980-B8DD-AF0D06886303}" destId="{2D5038F8-F98B-42D0-9B5E-3499D471EA19}" srcOrd="1" destOrd="0" presId="urn:microsoft.com/office/officeart/2024/layout/BulletTimeline#3"/>
    <dgm:cxn modelId="{C62AC175-D771-4FBA-AE42-B30DF28C5979}" type="presParOf" srcId="{0DD98634-C622-45FA-9D65-D8BB4E4D189F}" destId="{7FAA9D91-AD8C-4AE1-A836-6F3095F3207D}" srcOrd="1" destOrd="0" presId="urn:microsoft.com/office/officeart/2024/layout/BulletTimeline#3"/>
    <dgm:cxn modelId="{DEAA118D-7839-496B-AB87-825B6F6C0BE5}" type="presParOf" srcId="{0DD98634-C622-45FA-9D65-D8BB4E4D189F}" destId="{67F33D00-25E1-4EB0-A07C-18F0FA0EB5CD}" srcOrd="2" destOrd="0" presId="urn:microsoft.com/office/officeart/2024/layout/BulletTimeline#3"/>
    <dgm:cxn modelId="{C05040B8-1673-4ED6-86D7-49124B5B751B}" type="presParOf" srcId="{0DD98634-C622-45FA-9D65-D8BB4E4D189F}" destId="{5768D66F-A61A-425D-80B5-675F02E96F2B}" srcOrd="3" destOrd="0" presId="urn:microsoft.com/office/officeart/2024/layout/BulletTimeline#3"/>
    <dgm:cxn modelId="{72F3AB3F-05D4-4B06-893D-090592117297}" type="presParOf" srcId="{0DD98634-C622-45FA-9D65-D8BB4E4D189F}" destId="{75050A4B-D411-4D20-8D3A-F36162EA4BED}" srcOrd="4" destOrd="0" presId="urn:microsoft.com/office/officeart/2024/layout/BulletTimeline#3"/>
    <dgm:cxn modelId="{3D638428-5400-4576-8BD2-CC8B0EE03060}" type="presParOf" srcId="{75050A4B-D411-4D20-8D3A-F36162EA4BED}" destId="{278A4AD8-BD46-4417-B456-5F9673EAFF93}" srcOrd="0" destOrd="0" presId="urn:microsoft.com/office/officeart/2024/layout/BulletTimeline#3"/>
    <dgm:cxn modelId="{402FA94C-920D-41B1-921F-8931866D8A38}" type="presParOf" srcId="{0DD98634-C622-45FA-9D65-D8BB4E4D189F}" destId="{FAC0DCE9-C649-4D07-A376-6B583403D08F}" srcOrd="5" destOrd="0" presId="urn:microsoft.com/office/officeart/2024/layout/BulletTimeline#3"/>
    <dgm:cxn modelId="{C0EB129D-04C2-4437-8F73-486DF335A825}" type="presParOf" srcId="{1D9E635D-1B66-451A-9B17-6748F372996F}" destId="{D4E6D127-199B-4085-AFFF-DA2F1D4E7E00}" srcOrd="9" destOrd="0" presId="urn:microsoft.com/office/officeart/2024/layout/BulletTimeline#3"/>
    <dgm:cxn modelId="{BAAAF8D1-03DC-4F78-A0F8-8393D42BE20E}" type="presParOf" srcId="{1D9E635D-1B66-451A-9B17-6748F372996F}" destId="{938F5670-82F5-44E7-95F2-F94FAC5EE3A5}" srcOrd="10" destOrd="0" presId="urn:microsoft.com/office/officeart/2024/layout/BulletTimeline#3"/>
    <dgm:cxn modelId="{CBD21412-246D-40CE-8BF5-034FADFDC504}" type="presParOf" srcId="{938F5670-82F5-44E7-95F2-F94FAC5EE3A5}" destId="{7CB56061-9F1B-404B-96AF-16CD5F011CDF}" srcOrd="0" destOrd="0" presId="urn:microsoft.com/office/officeart/2024/layout/BulletTimeline#3"/>
    <dgm:cxn modelId="{CC694836-5792-4595-A432-FACEFCECD9B8}" type="presParOf" srcId="{7CB56061-9F1B-404B-96AF-16CD5F011CDF}" destId="{CAD5426B-86B6-44ED-B12F-D540B864091F}" srcOrd="0" destOrd="0" presId="urn:microsoft.com/office/officeart/2024/layout/BulletTimeline#3"/>
    <dgm:cxn modelId="{50A48806-2420-47A9-BCFD-23B783449C0C}" type="presParOf" srcId="{7CB56061-9F1B-404B-96AF-16CD5F011CDF}" destId="{44847CB6-62F4-4414-8FAB-EB38C71B2E9C}" srcOrd="1" destOrd="0" presId="urn:microsoft.com/office/officeart/2024/layout/BulletTimeline#3"/>
    <dgm:cxn modelId="{306DDBFB-3C18-4C58-A260-502EB4E97914}" type="presParOf" srcId="{938F5670-82F5-44E7-95F2-F94FAC5EE3A5}" destId="{2843139E-F31B-4C0A-A417-1239F0D70360}" srcOrd="1" destOrd="0" presId="urn:microsoft.com/office/officeart/2024/layout/BulletTimeline#3"/>
    <dgm:cxn modelId="{3BC12C59-F98C-4103-9DA7-6649AA13C1C6}" type="presParOf" srcId="{938F5670-82F5-44E7-95F2-F94FAC5EE3A5}" destId="{7657F337-14E6-489B-95BA-73125A86575C}" srcOrd="2" destOrd="0" presId="urn:microsoft.com/office/officeart/2024/layout/BulletTimeline#3"/>
    <dgm:cxn modelId="{5CC50030-8FE9-4F54-BAF8-4847BC9F19D1}" type="presParOf" srcId="{938F5670-82F5-44E7-95F2-F94FAC5EE3A5}" destId="{28D1EBA8-666E-495C-B718-5439B4394196}" srcOrd="3" destOrd="0" presId="urn:microsoft.com/office/officeart/2024/layout/BulletTimeline#3"/>
    <dgm:cxn modelId="{83234B82-0A3E-4081-B015-41015CA532FD}" type="presParOf" srcId="{938F5670-82F5-44E7-95F2-F94FAC5EE3A5}" destId="{9B27B642-46AD-480B-B76A-C21237DE18BB}" srcOrd="4" destOrd="0" presId="urn:microsoft.com/office/officeart/2024/layout/BulletTimeline#3"/>
    <dgm:cxn modelId="{5B7614A8-7E37-4BAF-8484-A3B03D5B0048}" type="presParOf" srcId="{9B27B642-46AD-480B-B76A-C21237DE18BB}" destId="{787E3B4D-AF0D-438F-A759-F2F9C7F59F0A}" srcOrd="0" destOrd="0" presId="urn:microsoft.com/office/officeart/2024/layout/BulletTimeline#3"/>
    <dgm:cxn modelId="{A5E4242F-16A1-419C-BA20-AC925DE4F9B1}" type="presParOf" srcId="{938F5670-82F5-44E7-95F2-F94FAC5EE3A5}" destId="{E2A42E57-9B41-4CAD-A53D-671C2156048A}" srcOrd="5" destOrd="0" presId="urn:microsoft.com/office/officeart/2024/layout/BulletTimeline#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FA3828-8C27-4113-9864-04DF93893D3B}">
      <dsp:nvSpPr>
        <dsp:cNvPr id="0" name=""/>
        <dsp:cNvSpPr/>
      </dsp:nvSpPr>
      <dsp:spPr>
        <a:xfrm>
          <a:off x="0" y="2028613"/>
          <a:ext cx="8570085" cy="40640"/>
        </a:xfrm>
        <a:prstGeom prst="rect">
          <a:avLst/>
        </a:prstGeom>
        <a:solidFill>
          <a:srgbClr val="1B3A6B"/>
        </a:solidFill>
        <a:ln>
          <a:noFill/>
        </a:ln>
        <a:effectLst/>
      </dsp:spPr>
      <dsp:style>
        <a:lnRef idx="0">
          <a:scrgbClr r="0" g="0" b="0"/>
        </a:lnRef>
        <a:fillRef idx="1">
          <a:scrgbClr r="0" g="0" b="0"/>
        </a:fillRef>
        <a:effectRef idx="0">
          <a:scrgbClr r="0" g="0" b="0"/>
        </a:effectRef>
        <a:fontRef idx="minor"/>
      </dsp:style>
    </dsp:sp>
    <dsp:sp modelId="{193AC012-1A8E-4C17-AA95-6A7FCD10C1E2}">
      <dsp:nvSpPr>
        <dsp:cNvPr id="0" name=""/>
        <dsp:cNvSpPr/>
      </dsp:nvSpPr>
      <dsp:spPr>
        <a:xfrm>
          <a:off x="8360664" y="1869440"/>
          <a:ext cx="243840" cy="325120"/>
        </a:xfrm>
        <a:prstGeom prst="chevron">
          <a:avLst>
            <a:gd name="adj" fmla="val 75000"/>
          </a:avLst>
        </a:prstGeom>
        <a:solidFill>
          <a:srgbClr val="1B3A6B"/>
        </a:solidFill>
        <a:ln>
          <a:noFill/>
        </a:ln>
        <a:effectLst/>
      </dsp:spPr>
      <dsp:style>
        <a:lnRef idx="0">
          <a:scrgbClr r="0" g="0" b="0"/>
        </a:lnRef>
        <a:fillRef idx="1">
          <a:scrgbClr r="0" g="0" b="0"/>
        </a:fillRef>
        <a:effectRef idx="0">
          <a:scrgbClr r="0" g="0" b="0"/>
        </a:effectRef>
        <a:fontRef idx="minor"/>
      </dsp:style>
    </dsp:sp>
    <dsp:sp modelId="{364D245D-56A8-412A-92B5-36A6E1B4C721}">
      <dsp:nvSpPr>
        <dsp:cNvPr id="0" name=""/>
        <dsp:cNvSpPr/>
      </dsp:nvSpPr>
      <dsp:spPr>
        <a:xfrm>
          <a:off x="500444" y="926592"/>
          <a:ext cx="1958435" cy="9428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00050">
            <a:lnSpc>
              <a:spcPct val="90000"/>
            </a:lnSpc>
            <a:spcBef>
              <a:spcPct val="0"/>
            </a:spcBef>
            <a:spcAft>
              <a:spcPct val="35000"/>
            </a:spcAft>
            <a:buNone/>
          </a:pPr>
          <a:r>
            <a:rPr lang="en-US" sz="900" kern="1200"/>
            <a:t>CU Flight Ops Communication </a:t>
          </a:r>
        </a:p>
        <a:p>
          <a:pPr marL="0" lvl="0" indent="0" algn="l" defTabSz="400050">
            <a:lnSpc>
              <a:spcPct val="90000"/>
            </a:lnSpc>
            <a:spcBef>
              <a:spcPct val="0"/>
            </a:spcBef>
            <a:spcAft>
              <a:spcPct val="35000"/>
            </a:spcAft>
            <a:buNone/>
          </a:pPr>
          <a:r>
            <a:rPr lang="en-US" sz="900" kern="1200"/>
            <a:t>Raw IF Capture with Current Antenna </a:t>
          </a:r>
        </a:p>
        <a:p>
          <a:pPr marL="0" lvl="0" indent="0" algn="l" defTabSz="400050">
            <a:lnSpc>
              <a:spcPct val="90000"/>
            </a:lnSpc>
            <a:spcBef>
              <a:spcPct val="0"/>
            </a:spcBef>
            <a:spcAft>
              <a:spcPct val="35000"/>
            </a:spcAft>
            <a:buNone/>
          </a:pPr>
          <a:r>
            <a:rPr lang="en-US" sz="900" kern="1200"/>
            <a:t>Order Antenna’s + Any Additional Hardware</a:t>
          </a:r>
        </a:p>
      </dsp:txBody>
      <dsp:txXfrm>
        <a:off x="500444" y="926592"/>
        <a:ext cx="1958435" cy="942847"/>
      </dsp:txXfrm>
    </dsp:sp>
    <dsp:sp modelId="{D72908B8-B2B0-4395-94AD-F2CC7F7B69B4}">
      <dsp:nvSpPr>
        <dsp:cNvPr id="0" name=""/>
        <dsp:cNvSpPr/>
      </dsp:nvSpPr>
      <dsp:spPr>
        <a:xfrm>
          <a:off x="500444" y="438911"/>
          <a:ext cx="1958435" cy="487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defRPr b="1"/>
          </a:pPr>
          <a:r>
            <a:rPr lang="en-US" sz="1200" kern="1200"/>
            <a:t>September</a:t>
          </a:r>
        </a:p>
      </dsp:txBody>
      <dsp:txXfrm>
        <a:off x="500444" y="438911"/>
        <a:ext cx="1958435" cy="487680"/>
      </dsp:txXfrm>
    </dsp:sp>
    <dsp:sp modelId="{8A353176-EB83-4F9D-B012-7A5860FD9C74}">
      <dsp:nvSpPr>
        <dsp:cNvPr id="0" name=""/>
        <dsp:cNvSpPr/>
      </dsp:nvSpPr>
      <dsp:spPr>
        <a:xfrm>
          <a:off x="235141" y="406399"/>
          <a:ext cx="31212" cy="1625600"/>
        </a:xfrm>
        <a:prstGeom prst="rect">
          <a:avLst/>
        </a:prstGeom>
        <a:solidFill>
          <a:srgbClr val="D8E4ED"/>
        </a:solidFill>
        <a:ln>
          <a:noFill/>
        </a:ln>
        <a:effectLst/>
      </dsp:spPr>
      <dsp:style>
        <a:lnRef idx="0">
          <a:scrgbClr r="0" g="0" b="0"/>
        </a:lnRef>
        <a:fillRef idx="1">
          <a:scrgbClr r="0" g="0" b="0"/>
        </a:fillRef>
        <a:effectRef idx="0">
          <a:scrgbClr r="0" g="0" b="0"/>
        </a:effectRef>
        <a:fontRef idx="minor"/>
      </dsp:style>
    </dsp:sp>
    <dsp:sp modelId="{B3E77A13-62E3-4E6E-BB4B-92EB35AA36B4}">
      <dsp:nvSpPr>
        <dsp:cNvPr id="0" name=""/>
        <dsp:cNvSpPr/>
      </dsp:nvSpPr>
      <dsp:spPr>
        <a:xfrm>
          <a:off x="1729358" y="2861056"/>
          <a:ext cx="1958435" cy="7640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00050">
            <a:lnSpc>
              <a:spcPct val="90000"/>
            </a:lnSpc>
            <a:spcBef>
              <a:spcPct val="0"/>
            </a:spcBef>
            <a:spcAft>
              <a:spcPct val="35000"/>
            </a:spcAft>
            <a:buNone/>
          </a:pPr>
          <a:r>
            <a:rPr lang="en-US" sz="900" kern="1200"/>
            <a:t>FAA Waiver </a:t>
          </a:r>
        </a:p>
        <a:p>
          <a:pPr marL="0" lvl="0" indent="0" algn="l" defTabSz="400050">
            <a:lnSpc>
              <a:spcPct val="90000"/>
            </a:lnSpc>
            <a:spcBef>
              <a:spcPct val="0"/>
            </a:spcBef>
            <a:spcAft>
              <a:spcPct val="35000"/>
            </a:spcAft>
            <a:buNone/>
          </a:pPr>
          <a:r>
            <a:rPr lang="en-US" sz="900" kern="1200"/>
            <a:t>Non-Science Flight</a:t>
          </a:r>
        </a:p>
        <a:p>
          <a:pPr marL="0" lvl="0" indent="0" algn="l" defTabSz="400050">
            <a:lnSpc>
              <a:spcPct val="90000"/>
            </a:lnSpc>
            <a:spcBef>
              <a:spcPct val="0"/>
            </a:spcBef>
            <a:spcAft>
              <a:spcPct val="35000"/>
            </a:spcAft>
            <a:buNone/>
          </a:pPr>
          <a:r>
            <a:rPr lang="en-US" sz="900" kern="1200"/>
            <a:t>Sky and Reflected IF data capture </a:t>
          </a:r>
          <a:br>
            <a:rPr lang="en-US" sz="900" kern="1200"/>
          </a:br>
          <a:r>
            <a:rPr lang="en-US" sz="900" kern="1200"/>
            <a:t>(ground test)</a:t>
          </a:r>
        </a:p>
      </dsp:txBody>
      <dsp:txXfrm>
        <a:off x="1729358" y="2861056"/>
        <a:ext cx="1958435" cy="764031"/>
      </dsp:txXfrm>
    </dsp:sp>
    <dsp:sp modelId="{DB814438-9972-4F2C-9C49-22B44DB2D78F}">
      <dsp:nvSpPr>
        <dsp:cNvPr id="0" name=""/>
        <dsp:cNvSpPr/>
      </dsp:nvSpPr>
      <dsp:spPr>
        <a:xfrm>
          <a:off x="1729358" y="2357120"/>
          <a:ext cx="1958435" cy="5039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defRPr b="1"/>
          </a:pPr>
          <a:r>
            <a:rPr lang="en-US" sz="1200" kern="1200"/>
            <a:t>October</a:t>
          </a:r>
        </a:p>
      </dsp:txBody>
      <dsp:txXfrm>
        <a:off x="1729358" y="2357120"/>
        <a:ext cx="1958435" cy="503936"/>
      </dsp:txXfrm>
    </dsp:sp>
    <dsp:sp modelId="{FBEC779D-8A84-4D66-BA6B-48BCCEE1226C}">
      <dsp:nvSpPr>
        <dsp:cNvPr id="0" name=""/>
        <dsp:cNvSpPr/>
      </dsp:nvSpPr>
      <dsp:spPr>
        <a:xfrm>
          <a:off x="1464055" y="2032000"/>
          <a:ext cx="31212" cy="1625600"/>
        </a:xfrm>
        <a:prstGeom prst="rect">
          <a:avLst/>
        </a:prstGeom>
        <a:solidFill>
          <a:srgbClr val="D8E4ED"/>
        </a:solidFill>
        <a:ln>
          <a:noFill/>
        </a:ln>
        <a:effectLst/>
      </dsp:spPr>
      <dsp:style>
        <a:lnRef idx="0">
          <a:scrgbClr r="0" g="0" b="0"/>
        </a:lnRef>
        <a:fillRef idx="1">
          <a:scrgbClr r="0" g="0" b="0"/>
        </a:fillRef>
        <a:effectRef idx="0">
          <a:scrgbClr r="0" g="0" b="0"/>
        </a:effectRef>
        <a:fontRef idx="minor"/>
      </dsp:style>
    </dsp:sp>
    <dsp:sp modelId="{EFDD3B85-CE32-427B-BA1A-CA584200E48F}">
      <dsp:nvSpPr>
        <dsp:cNvPr id="0" name=""/>
        <dsp:cNvSpPr/>
      </dsp:nvSpPr>
      <dsp:spPr>
        <a:xfrm>
          <a:off x="169595" y="1950848"/>
          <a:ext cx="162302" cy="162302"/>
        </a:xfrm>
        <a:prstGeom prst="ellipse">
          <a:avLst/>
        </a:prstGeom>
        <a:solidFill>
          <a:srgbClr val="D8E4ED"/>
        </a:solidFill>
        <a:ln w="6350" cap="flat" cmpd="sng" algn="ctr">
          <a:solidFill>
            <a:schemeClr val="lt1">
              <a:alpha val="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a:schemeClr val="lt1"/>
        </a:fontRef>
      </dsp:style>
    </dsp:sp>
    <dsp:sp modelId="{AE993CA5-A78C-42D4-8DB6-AD99C21DB82A}">
      <dsp:nvSpPr>
        <dsp:cNvPr id="0" name=""/>
        <dsp:cNvSpPr/>
      </dsp:nvSpPr>
      <dsp:spPr>
        <a:xfrm>
          <a:off x="1398510" y="1950848"/>
          <a:ext cx="162302" cy="162302"/>
        </a:xfrm>
        <a:prstGeom prst="ellipse">
          <a:avLst/>
        </a:prstGeom>
        <a:solidFill>
          <a:srgbClr val="D8E4ED"/>
        </a:solidFill>
        <a:ln w="6350" cap="flat" cmpd="sng" algn="ctr">
          <a:solidFill>
            <a:schemeClr val="lt1">
              <a:alpha val="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a:schemeClr val="lt1"/>
        </a:fontRef>
      </dsp:style>
    </dsp:sp>
    <dsp:sp modelId="{D962F152-B501-42C2-BC5B-C89B7C9A80BC}">
      <dsp:nvSpPr>
        <dsp:cNvPr id="0" name=""/>
        <dsp:cNvSpPr/>
      </dsp:nvSpPr>
      <dsp:spPr>
        <a:xfrm>
          <a:off x="2958273" y="926592"/>
          <a:ext cx="1958435" cy="9428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00050">
            <a:lnSpc>
              <a:spcPct val="90000"/>
            </a:lnSpc>
            <a:spcBef>
              <a:spcPct val="0"/>
            </a:spcBef>
            <a:spcAft>
              <a:spcPct val="35000"/>
            </a:spcAft>
            <a:buNone/>
          </a:pPr>
          <a:r>
            <a:rPr lang="en-US" sz="900" kern="1200"/>
            <a:t>System Integration Flight </a:t>
          </a:r>
        </a:p>
        <a:p>
          <a:pPr marL="57150" lvl="1" indent="-57150" algn="l" defTabSz="311150">
            <a:lnSpc>
              <a:spcPct val="90000"/>
            </a:lnSpc>
            <a:spcBef>
              <a:spcPct val="0"/>
            </a:spcBef>
            <a:spcAft>
              <a:spcPct val="15000"/>
            </a:spcAft>
            <a:buChar char="•"/>
          </a:pPr>
          <a:r>
            <a:rPr lang="en-US" sz="700" kern="1200"/>
            <a:t>Fly UAV with science payload</a:t>
          </a:r>
        </a:p>
        <a:p>
          <a:pPr marL="57150" lvl="1" indent="-57150" algn="l" defTabSz="311150">
            <a:lnSpc>
              <a:spcPct val="90000"/>
            </a:lnSpc>
            <a:spcBef>
              <a:spcPct val="0"/>
            </a:spcBef>
            <a:spcAft>
              <a:spcPct val="15000"/>
            </a:spcAft>
            <a:buChar char="•"/>
          </a:pPr>
          <a:r>
            <a:rPr lang="en-US" sz="700" kern="1200"/>
            <a:t>Demonstrate Flight Planning Software</a:t>
          </a:r>
        </a:p>
      </dsp:txBody>
      <dsp:txXfrm>
        <a:off x="2958273" y="926592"/>
        <a:ext cx="1958435" cy="942847"/>
      </dsp:txXfrm>
    </dsp:sp>
    <dsp:sp modelId="{F0C55B20-7C42-4FE2-A31A-269B3534791E}">
      <dsp:nvSpPr>
        <dsp:cNvPr id="0" name=""/>
        <dsp:cNvSpPr/>
      </dsp:nvSpPr>
      <dsp:spPr>
        <a:xfrm>
          <a:off x="2958273" y="438911"/>
          <a:ext cx="1958435" cy="487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defRPr b="1"/>
          </a:pPr>
          <a:r>
            <a:rPr lang="en-US" sz="1200" kern="1200"/>
            <a:t>November</a:t>
          </a:r>
        </a:p>
      </dsp:txBody>
      <dsp:txXfrm>
        <a:off x="2958273" y="438911"/>
        <a:ext cx="1958435" cy="487680"/>
      </dsp:txXfrm>
    </dsp:sp>
    <dsp:sp modelId="{A10792D3-8EA7-41E2-BA36-7F86E996064A}">
      <dsp:nvSpPr>
        <dsp:cNvPr id="0" name=""/>
        <dsp:cNvSpPr/>
      </dsp:nvSpPr>
      <dsp:spPr>
        <a:xfrm>
          <a:off x="2692970" y="406399"/>
          <a:ext cx="31212" cy="1625600"/>
        </a:xfrm>
        <a:prstGeom prst="rect">
          <a:avLst/>
        </a:prstGeom>
        <a:solidFill>
          <a:srgbClr val="D8E4ED"/>
        </a:solidFill>
        <a:ln>
          <a:noFill/>
        </a:ln>
        <a:effectLst/>
      </dsp:spPr>
      <dsp:style>
        <a:lnRef idx="0">
          <a:scrgbClr r="0" g="0" b="0"/>
        </a:lnRef>
        <a:fillRef idx="1">
          <a:scrgbClr r="0" g="0" b="0"/>
        </a:fillRef>
        <a:effectRef idx="0">
          <a:scrgbClr r="0" g="0" b="0"/>
        </a:effectRef>
        <a:fontRef idx="minor"/>
      </dsp:style>
    </dsp:sp>
    <dsp:sp modelId="{A6D59BC2-97F6-4026-ADA1-7D9B24029C60}">
      <dsp:nvSpPr>
        <dsp:cNvPr id="0" name=""/>
        <dsp:cNvSpPr/>
      </dsp:nvSpPr>
      <dsp:spPr>
        <a:xfrm>
          <a:off x="4187188" y="2861056"/>
          <a:ext cx="1958435" cy="764031"/>
        </a:xfrm>
        <a:prstGeom prst="rect">
          <a:avLst/>
        </a:prstGeom>
        <a:noFill/>
        <a:ln>
          <a:noFill/>
        </a:ln>
        <a:effectLst/>
      </dsp:spPr>
      <dsp:style>
        <a:lnRef idx="0">
          <a:scrgbClr r="0" g="0" b="0"/>
        </a:lnRef>
        <a:fillRef idx="0">
          <a:scrgbClr r="0" g="0" b="0"/>
        </a:fillRef>
        <a:effectRef idx="0">
          <a:scrgbClr r="0" g="0" b="0"/>
        </a:effectRef>
        <a:fontRef idx="minor"/>
      </dsp:style>
    </dsp:sp>
    <dsp:sp modelId="{AB6E5BA5-B1A4-4C59-ACA2-B17FD5287610}">
      <dsp:nvSpPr>
        <dsp:cNvPr id="0" name=""/>
        <dsp:cNvSpPr/>
      </dsp:nvSpPr>
      <dsp:spPr>
        <a:xfrm>
          <a:off x="4187188" y="2357120"/>
          <a:ext cx="1958435" cy="5039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defRPr b="1"/>
          </a:pPr>
          <a:r>
            <a:rPr lang="en-US" sz="1200" kern="1200"/>
            <a:t>End of Semester 1</a:t>
          </a:r>
        </a:p>
      </dsp:txBody>
      <dsp:txXfrm>
        <a:off x="4187188" y="2357120"/>
        <a:ext cx="1958435" cy="503936"/>
      </dsp:txXfrm>
    </dsp:sp>
    <dsp:sp modelId="{F9DEB8E3-A079-4D65-9131-97CE947431BF}">
      <dsp:nvSpPr>
        <dsp:cNvPr id="0" name=""/>
        <dsp:cNvSpPr/>
      </dsp:nvSpPr>
      <dsp:spPr>
        <a:xfrm>
          <a:off x="3921885" y="2032000"/>
          <a:ext cx="31212" cy="1625600"/>
        </a:xfrm>
        <a:prstGeom prst="rect">
          <a:avLst/>
        </a:prstGeom>
        <a:solidFill>
          <a:srgbClr val="D8E4ED"/>
        </a:solidFill>
        <a:ln>
          <a:noFill/>
        </a:ln>
        <a:effectLst/>
      </dsp:spPr>
      <dsp:style>
        <a:lnRef idx="0">
          <a:scrgbClr r="0" g="0" b="0"/>
        </a:lnRef>
        <a:fillRef idx="1">
          <a:scrgbClr r="0" g="0" b="0"/>
        </a:fillRef>
        <a:effectRef idx="0">
          <a:scrgbClr r="0" g="0" b="0"/>
        </a:effectRef>
        <a:fontRef idx="minor"/>
      </dsp:style>
    </dsp:sp>
    <dsp:sp modelId="{02121104-DC2C-4BE9-B7A1-6C7F90D18C6F}">
      <dsp:nvSpPr>
        <dsp:cNvPr id="0" name=""/>
        <dsp:cNvSpPr/>
      </dsp:nvSpPr>
      <dsp:spPr>
        <a:xfrm>
          <a:off x="2627425" y="1950848"/>
          <a:ext cx="162302" cy="162302"/>
        </a:xfrm>
        <a:prstGeom prst="ellipse">
          <a:avLst/>
        </a:prstGeom>
        <a:solidFill>
          <a:srgbClr val="D8E4ED"/>
        </a:solidFill>
        <a:ln w="6350" cap="flat" cmpd="sng" algn="ctr">
          <a:solidFill>
            <a:schemeClr val="lt1">
              <a:alpha val="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a:schemeClr val="lt1"/>
        </a:fontRef>
      </dsp:style>
    </dsp:sp>
    <dsp:sp modelId="{442856D6-F882-4CB5-A688-756170B2B188}">
      <dsp:nvSpPr>
        <dsp:cNvPr id="0" name=""/>
        <dsp:cNvSpPr/>
      </dsp:nvSpPr>
      <dsp:spPr>
        <a:xfrm>
          <a:off x="3856340" y="1950848"/>
          <a:ext cx="162302" cy="162302"/>
        </a:xfrm>
        <a:prstGeom prst="ellipse">
          <a:avLst/>
        </a:prstGeom>
        <a:solidFill>
          <a:srgbClr val="D8E4ED"/>
        </a:solidFill>
        <a:ln w="6350" cap="flat" cmpd="sng" algn="ctr">
          <a:solidFill>
            <a:schemeClr val="lt1">
              <a:alpha val="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a:schemeClr val="lt1"/>
        </a:fontRef>
      </dsp:style>
    </dsp:sp>
    <dsp:sp modelId="{7FAA9D91-AD8C-4AE1-A836-6F3095F3207D}">
      <dsp:nvSpPr>
        <dsp:cNvPr id="0" name=""/>
        <dsp:cNvSpPr/>
      </dsp:nvSpPr>
      <dsp:spPr>
        <a:xfrm>
          <a:off x="5416103" y="926592"/>
          <a:ext cx="1958435" cy="9428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00050">
            <a:lnSpc>
              <a:spcPct val="90000"/>
            </a:lnSpc>
            <a:spcBef>
              <a:spcPct val="0"/>
            </a:spcBef>
            <a:spcAft>
              <a:spcPct val="35000"/>
            </a:spcAft>
            <a:buNone/>
          </a:pPr>
          <a:r>
            <a:rPr lang="en-US" sz="900" kern="1200"/>
            <a:t>Flight Test w/ Reflection Data</a:t>
          </a:r>
        </a:p>
        <a:p>
          <a:pPr marL="57150" lvl="1" indent="-57150" algn="l" defTabSz="311150">
            <a:lnSpc>
              <a:spcPct val="90000"/>
            </a:lnSpc>
            <a:spcBef>
              <a:spcPct val="0"/>
            </a:spcBef>
            <a:spcAft>
              <a:spcPct val="15000"/>
            </a:spcAft>
            <a:buChar char="•"/>
          </a:pPr>
          <a:r>
            <a:rPr lang="en-US" sz="700" kern="1200"/>
            <a:t>Reflection Off Inland Water Body (IWB)</a:t>
          </a:r>
        </a:p>
      </dsp:txBody>
      <dsp:txXfrm>
        <a:off x="5416103" y="926592"/>
        <a:ext cx="1958435" cy="942847"/>
      </dsp:txXfrm>
    </dsp:sp>
    <dsp:sp modelId="{67F33D00-25E1-4EB0-A07C-18F0FA0EB5CD}">
      <dsp:nvSpPr>
        <dsp:cNvPr id="0" name=""/>
        <dsp:cNvSpPr/>
      </dsp:nvSpPr>
      <dsp:spPr>
        <a:xfrm>
          <a:off x="5416103" y="438911"/>
          <a:ext cx="1958435" cy="487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defRPr b="1"/>
          </a:pPr>
          <a:r>
            <a:rPr lang="en-US" sz="1200" kern="1200"/>
            <a:t>February</a:t>
          </a:r>
        </a:p>
      </dsp:txBody>
      <dsp:txXfrm>
        <a:off x="5416103" y="438911"/>
        <a:ext cx="1958435" cy="487680"/>
      </dsp:txXfrm>
    </dsp:sp>
    <dsp:sp modelId="{5768D66F-A61A-425D-80B5-675F02E96F2B}">
      <dsp:nvSpPr>
        <dsp:cNvPr id="0" name=""/>
        <dsp:cNvSpPr/>
      </dsp:nvSpPr>
      <dsp:spPr>
        <a:xfrm>
          <a:off x="5150800" y="406399"/>
          <a:ext cx="31212" cy="1625600"/>
        </a:xfrm>
        <a:prstGeom prst="rect">
          <a:avLst/>
        </a:prstGeom>
        <a:gradFill rotWithShape="0">
          <a:gsLst>
            <a:gs pos="0">
              <a:schemeClr val="accent1">
                <a:tint val="76000"/>
              </a:schemeClr>
            </a:gs>
            <a:gs pos="100000">
              <a:schemeClr val="accent1">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2843139E-F31B-4C0A-A417-1239F0D70360}">
      <dsp:nvSpPr>
        <dsp:cNvPr id="0" name=""/>
        <dsp:cNvSpPr/>
      </dsp:nvSpPr>
      <dsp:spPr>
        <a:xfrm>
          <a:off x="6645017" y="2861056"/>
          <a:ext cx="1958435" cy="7640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00050">
            <a:lnSpc>
              <a:spcPct val="90000"/>
            </a:lnSpc>
            <a:spcBef>
              <a:spcPct val="0"/>
            </a:spcBef>
            <a:spcAft>
              <a:spcPct val="35000"/>
            </a:spcAft>
            <a:buNone/>
          </a:pPr>
          <a:r>
            <a:rPr lang="en-US" sz="900" kern="1200"/>
            <a:t>Full Technology Demo Flight</a:t>
          </a:r>
        </a:p>
        <a:p>
          <a:pPr marL="0" lvl="0" indent="0" algn="l" defTabSz="400050">
            <a:lnSpc>
              <a:spcPct val="90000"/>
            </a:lnSpc>
            <a:spcBef>
              <a:spcPct val="0"/>
            </a:spcBef>
            <a:spcAft>
              <a:spcPct val="35000"/>
            </a:spcAft>
            <a:buNone/>
          </a:pPr>
          <a:r>
            <a:rPr lang="en-US" sz="900" kern="1200"/>
            <a:t>Objective 1: IWB Detection and Mapping</a:t>
          </a:r>
        </a:p>
        <a:p>
          <a:pPr marL="57150" lvl="1" indent="-57150" algn="l" defTabSz="311150">
            <a:lnSpc>
              <a:spcPct val="90000"/>
            </a:lnSpc>
            <a:spcBef>
              <a:spcPct val="0"/>
            </a:spcBef>
            <a:spcAft>
              <a:spcPct val="15000"/>
            </a:spcAft>
            <a:buChar char="•"/>
          </a:pPr>
          <a:r>
            <a:rPr lang="en-US" sz="700" kern="1200"/>
            <a:t>Objective 2: IWB Height </a:t>
          </a:r>
        </a:p>
        <a:p>
          <a:pPr marL="57150" lvl="1" indent="-57150" algn="l" defTabSz="311150">
            <a:lnSpc>
              <a:spcPct val="90000"/>
            </a:lnSpc>
            <a:spcBef>
              <a:spcPct val="0"/>
            </a:spcBef>
            <a:spcAft>
              <a:spcPct val="15000"/>
            </a:spcAft>
            <a:buChar char="•"/>
          </a:pPr>
          <a:r>
            <a:rPr lang="en-US" sz="700" kern="1200"/>
            <a:t>Objective 3: River Slope</a:t>
          </a:r>
        </a:p>
      </dsp:txBody>
      <dsp:txXfrm>
        <a:off x="6645017" y="2861056"/>
        <a:ext cx="1958435" cy="764031"/>
      </dsp:txXfrm>
    </dsp:sp>
    <dsp:sp modelId="{7657F337-14E6-489B-95BA-73125A86575C}">
      <dsp:nvSpPr>
        <dsp:cNvPr id="0" name=""/>
        <dsp:cNvSpPr/>
      </dsp:nvSpPr>
      <dsp:spPr>
        <a:xfrm>
          <a:off x="6645017" y="2357120"/>
          <a:ext cx="1958435" cy="5039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defRPr b="1"/>
          </a:pPr>
          <a:r>
            <a:rPr lang="en-US" sz="1200" kern="1200"/>
            <a:t>April</a:t>
          </a:r>
        </a:p>
      </dsp:txBody>
      <dsp:txXfrm>
        <a:off x="6645017" y="2357120"/>
        <a:ext cx="1958435" cy="503936"/>
      </dsp:txXfrm>
    </dsp:sp>
    <dsp:sp modelId="{28D1EBA8-666E-495C-B718-5439B4394196}">
      <dsp:nvSpPr>
        <dsp:cNvPr id="0" name=""/>
        <dsp:cNvSpPr/>
      </dsp:nvSpPr>
      <dsp:spPr>
        <a:xfrm>
          <a:off x="6379714" y="2032000"/>
          <a:ext cx="31212" cy="1625600"/>
        </a:xfrm>
        <a:prstGeom prst="rect">
          <a:avLst/>
        </a:prstGeom>
        <a:solidFill>
          <a:srgbClr val="D8E4ED"/>
        </a:solidFill>
        <a:ln>
          <a:noFill/>
        </a:ln>
        <a:effectLst/>
      </dsp:spPr>
      <dsp:style>
        <a:lnRef idx="0">
          <a:scrgbClr r="0" g="0" b="0"/>
        </a:lnRef>
        <a:fillRef idx="1">
          <a:scrgbClr r="0" g="0" b="0"/>
        </a:fillRef>
        <a:effectRef idx="0">
          <a:scrgbClr r="0" g="0" b="0"/>
        </a:effectRef>
        <a:fontRef idx="minor"/>
      </dsp:style>
    </dsp:sp>
    <dsp:sp modelId="{278A4AD8-BD46-4417-B456-5F9673EAFF93}">
      <dsp:nvSpPr>
        <dsp:cNvPr id="0" name=""/>
        <dsp:cNvSpPr/>
      </dsp:nvSpPr>
      <dsp:spPr>
        <a:xfrm>
          <a:off x="5085254" y="1950848"/>
          <a:ext cx="162302" cy="162302"/>
        </a:xfrm>
        <a:prstGeom prst="ellipse">
          <a:avLst/>
        </a:prstGeom>
        <a:solidFill>
          <a:schemeClr val="accent1">
            <a:hueOff val="0"/>
            <a:satOff val="0"/>
            <a:lumOff val="0"/>
            <a:alphaOff val="0"/>
          </a:schemeClr>
        </a:solidFill>
        <a:ln w="6350" cap="flat" cmpd="sng" algn="ctr">
          <a:solidFill>
            <a:schemeClr val="lt1">
              <a:alpha val="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a:schemeClr val="lt1"/>
        </a:fontRef>
      </dsp:style>
    </dsp:sp>
    <dsp:sp modelId="{787E3B4D-AF0D-438F-A759-F2F9C7F59F0A}">
      <dsp:nvSpPr>
        <dsp:cNvPr id="0" name=""/>
        <dsp:cNvSpPr/>
      </dsp:nvSpPr>
      <dsp:spPr>
        <a:xfrm>
          <a:off x="6314169" y="1950848"/>
          <a:ext cx="162302" cy="162302"/>
        </a:xfrm>
        <a:prstGeom prst="ellipse">
          <a:avLst/>
        </a:prstGeom>
        <a:solidFill>
          <a:srgbClr val="D8E4ED"/>
        </a:solidFill>
        <a:ln w="6350" cap="flat" cmpd="sng" algn="ctr">
          <a:solidFill>
            <a:schemeClr val="lt1">
              <a:alpha val="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24/layout/BulletTimeline#3">
  <dgm:title val=""/>
  <dgm:desc val=""/>
  <dgm:catLst>
    <dgm:cat type="process" pri="7450"/>
    <dgm:cat type="timeline" pri="100"/>
  </dgm:catLst>
  <dgm:sampData>
    <dgm:dataModel>
      <dgm:ptLst>
        <dgm:pt modelId="0" type="doc"/>
        <dgm:pt modelId="10">
          <dgm:prSet phldrT="Add an event" phldr="1"/>
        </dgm:pt>
        <dgm:pt modelId="11">
          <dgm:prSet phldrT="Write a description of the significance of this event" phldr="1"/>
        </dgm:pt>
        <dgm:pt modelId="20">
          <dgm:prSet phldrT="Add an event" phldr="1"/>
        </dgm:pt>
        <dgm:pt modelId="21">
          <dgm:prSet phldrT="Write a description of the significance of this event" phldr="1"/>
        </dgm:pt>
        <dgm:pt modelId="30">
          <dgm:prSet phldrT="Add an event" phldr="1"/>
        </dgm:pt>
        <dgm:pt modelId="31">
          <dgm:prSet phldrT="Write a description of the significance of this event" phldr="1"/>
        </dgm:pt>
        <dgm:pt modelId="40">
          <dgm:prSet phldrT="Add an event" phldr="1"/>
        </dgm:pt>
        <dgm:pt modelId="41">
          <dgm:prSet phldrT="Write a description of the significance of this event" phldr="1"/>
        </dgm:pt>
        <dgm:pt modelId="50">
          <dgm:prSet phldrT="Add an event" phldr="1"/>
        </dgm:pt>
        <dgm:pt modelId="51">
          <dgm:prSet phldrT="Write a description of the significance of this event" phldr="1"/>
        </dgm:pt>
      </dgm:ptLst>
      <dgm:cxnLst>
        <dgm:cxn modelId="100" srcId="0" destId="10" srcOrd="0" destOrd="0"/>
        <dgm:cxn modelId="12" srcId="10" destId="11" srcOrd="0" destOrd="0"/>
        <dgm:cxn modelId="101" srcId="0" destId="20" srcOrd="1" destOrd="0"/>
        <dgm:cxn modelId="22" srcId="20" destId="21" srcOrd="0" destOrd="0"/>
        <dgm:cxn modelId="102" srcId="0" destId="30" srcOrd="2" destOrd="0"/>
        <dgm:cxn modelId="32" srcId="30" destId="31" srcOrd="0" destOrd="0"/>
        <dgm:cxn modelId="103" srcId="0" destId="40" srcOrd="3" destOrd="0"/>
        <dgm:cxn modelId="42" srcId="40" destId="41" srcOrd="0" destOrd="0"/>
        <dgm:cxn modelId="104" srcId="0" destId="50" srcOrd="4" destOrd="0"/>
        <dgm:cxn modelId="52" srcId="50" destId="5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dir/>
      <dgm:animLvl val="lvl"/>
    </dgm:varLst>
    <dgm:alg type="composite"/>
    <dgm:shape xmlns:r="http://schemas.openxmlformats.org/officeDocument/2006/relationships" r:blip="">
      <dgm:adjLst/>
    </dgm:shape>
    <dgm:constrLst>
      <dgm:constr type="w" for="ch" forName="divider" refType="w"/>
      <dgm:constr type="h" for="ch" forName="divider" refType="h" fact="0.1"/>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dgm:alg type="composite"/>
      <dgm:shape xmlns:r="http://schemas.openxmlformats.org/officeDocument/2006/relationships" r:blip="">
        <dgm:adjLst/>
      </dgm:shape>
      <dgm:presOf/>
      <dgm:choose name="DividerDirection">
        <dgm:if name="DividerLTR" func="var" arg="dir" op="equ" val="norm">
          <dgm:constrLst>
            <dgm:constr type="w" for="ch" forName="rectBar" refType="w" fact="0.996"/>
            <dgm:constr type="h" for="ch" forName="rectBar" refType="h" fact="0.1"/>
            <dgm:constr type="l" for="ch" forName="rectBar"/>
            <dgm:constr type="ctrY" for="ch" forName="rectBar" refType="h" fact="0.5"/>
            <dgm:constr type="w" for="ch" forName="chevronArrow" refType="h" fact="0.6"/>
            <dgm:constr type="h" for="ch" forName="chevronArrow" refType="h" fact="0.8"/>
            <dgm:constr type="r" for="ch" forName="chevronArrow" refType="w"/>
            <dgm:constr type="ctrY" for="ch" forName="chevronArrow" refType="h" fact="0.5"/>
          </dgm:constrLst>
        </dgm:if>
        <dgm:else name="DividerRTL">
          <dgm:constrLst>
            <dgm:constr type="w" for="ch" forName="rectBar" refType="w" fact="0.996"/>
            <dgm:constr type="h" for="ch" forName="rectBar" refType="h" fact="0.1"/>
            <dgm:constr type="r" for="ch" forName="rectBar" refType="w"/>
            <dgm:constr type="ctrY" for="ch" forName="rectBar" refType="h" fact="0.5"/>
            <dgm:constr type="w" for="ch" forName="chevronArrow" refType="h" fact="0.6"/>
            <dgm:constr type="h" for="ch" forName="chevronArrow" refType="h" fact="0.8"/>
            <dgm:constr type="l" for="ch" forName="chevronArrow"/>
            <dgm:constr type="ctrY" for="ch" forName="chevronArrow" refType="h" fact="0.5"/>
          </dgm:constrLst>
        </dgm:else>
      </dgm:choose>
      <dgm:ruleLst/>
      <dgm:layoutNode name="rectBar" styleLbl="dkBgShp">
        <dgm:alg type="sp"/>
        <dgm:shape xmlns:r="http://schemas.openxmlformats.org/officeDocument/2006/relationships" type="rect" r:blip="" zOrderOff="-1">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ruleLst/>
      </dgm:layoutNode>
      <dgm:layoutNode name="chevronArrow" styleLbl="dkBgShp">
        <dgm:alg type="sp"/>
        <dgm:choose name="ChevronDir">
          <dgm:if name="ChevronLTR" func="var" arg="dir" op="equ" val="norm">
            <dgm:shape xmlns:r="http://schemas.openxmlformats.org/officeDocument/2006/relationships"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if>
          <dgm:else name="ChevronRTL">
            <dgm:shape xmlns:r="http://schemas.openxmlformats.org/officeDocument/2006/relationships" rot="180"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else>
        </dgm:choose>
        <dgm:presOf/>
        <dgm:constrLst/>
        <dgm:ruleLst/>
      </dgm:layoutNode>
    </dgm:layoutNode>
    <dgm:layoutNode name="nodes">
      <dgm:varLst>
        <dgm:chMax/>
        <dgm:chPref/>
        <dgm:animLvl val="lvl"/>
      </dgm:varLst>
      <dgm:choose name="Name1">
        <dgm:if name="Name2" func="var" arg="dir" op="equ" val="norm">
          <dgm:alg type="lin">
            <dgm:param type="fallback" val="1D"/>
          </dgm:alg>
        </dgm:if>
        <dgm:else name="Name3">
          <dgm:alg type="lin">
            <dgm:param type="linDir" val="fromR"/>
            <dgm:param type="fallback" val="1D"/>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DropPinPlaceHolder1" refType="h" fact="0.16"/>
                        <dgm:constr type="h" for="ch" forName="DropPinPlaceHolder1" refType="h" fact="0.16"/>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h" fact="0.16"/>
                        <dgm:constr type="b" for="ch" forName="L2TextContainer1" refType="h" fact="0.45"/>
                        <dgm:constr type="w" for="ch" forName="L1TextContainer1" refType="w" fact="0.83"/>
                        <dgm:constr type="l" for="ch" forName="L1TextContainer1" refType="r" refFor="ch" refForName="DropPinPlaceHolder1"/>
                        <dgm:constr type="t" for="ch" forName="L1TextContainer1" refType="h" fact="0.01"/>
                        <dgm:constr type="b" for="ch" forName="L1TextContainer1" refType="h" fact="0.16"/>
                        <dgm:constr type="w" for="ch" forName="ConnectLine1" refType="h" fact="0.01"/>
                        <dgm:constr type="ctrX" for="ch" forName="ConnectLine1" refType="ctrX" refFor="ch" refForName="DropPinPlaceHolder1"/>
                        <dgm:constr type="b" for="ch" forName="ConnectLine1" refType="h" fact="0.5"/>
                        <dgm:constr type="t" for="ch" forName="ConnectLine1" refType="b" refFor="ch" refForName="DropPinPlaceHolder1" fact="0"/>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DropPinPlaceHolder1" refType="h" fact="0.16"/>
                        <dgm:constr type="h" for="ch" forName="DropPinPlaceHolder1" refType="h" fact="0.16"/>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b" for="ch" forName="L1TextContainer1" refType="h" fact="0.755"/>
                        <dgm:constr type="t" for="ch" forName="L1TextContainer1" refType="h" fact="0.6"/>
                        <dgm:constr type="w" for="ch" forName="L2TextContainer1" refType="w" fact="0.83"/>
                        <dgm:constr type="l" for="ch" forName="L2TextContainer1" refType="r" refFor="ch" refForName="DropPinPlaceHolder1"/>
                        <dgm:constr type="b" for="ch" forName="L2TextContainer1" refType="h" fact="0.99"/>
                        <dgm:constr type="t" for="ch" forName="L2TextContainer1" refType="h" fact="0.755"/>
                        <dgm:constr type="w" for="ch" forName="ConnectLine1" refType="h" fact="0.01"/>
                        <dgm:constr type="ctrX" for="ch" forName="ConnectLine1" refType="ctrX" refFor="ch" refForName="DropPinPlaceHolder1"/>
                        <dgm:constr type="t" for="ch" forName="ConnectLine1" refType="h" fact="0.5"/>
                        <dgm:constr type="b" for="ch" forName="ConnectLine1" refType="b"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L1TextContainer1" refType="w" fact="0.83"/>
                        <dgm:constr type="l" for="ch" forName="L1TextContainer1" refType="w" fact="0"/>
                        <dgm:constr type="t" for="ch" forName="L1TextContainer1" refType="h" fact="0.01"/>
                        <dgm:constr type="b" for="ch" forName="L1TextContainer1" refType="h" fact="0.16"/>
                        <dgm:constr type="w" for="ch" forName="L2TextContainer1" refType="w" fact="0.83"/>
                        <dgm:constr type="l" for="ch" forName="L2TextContainer1" refType="w" fact="0"/>
                        <dgm:constr type="t" for="ch" forName="L2TextContainer1" refType="h" fact="0.16"/>
                        <dgm:constr type="b" for="ch" forName="L2TextContainer1" refType="h" fact="0.45"/>
                        <dgm:constr type="w" for="ch" forName="DropPinPlaceHolder1" refType="h" fact="0.16"/>
                        <dgm:constr type="h" for="ch" forName="DropPinPlaceHolder1" refType="h" fact="0.16"/>
                        <dgm:constr type="t" for="ch" forName="DropPinPlaceHolder1" refType="h" fact="0"/>
                        <dgm:constr type="r" for="ch" forName="DropPinPlaceHolder1" refType="w"/>
                        <dgm:constr type="w" for="ch" forName="ConnectLine1" refType="h" fact="0.01"/>
                        <dgm:constr type="ctrX" for="ch" forName="ConnectLine1" refType="ctrX" refFor="ch" refForName="DropPinPlaceHolder1"/>
                        <dgm:constr type="b" for="ch" forName="ConnectLine1" refType="h" fact="0.5"/>
                        <dgm:constr type="t" for="ch" forName="ConnectLine1" refType="b" refFor="ch" refForName="DropPinPlaceHolder1" fact="0"/>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L1TextContainer1" refType="w" fact="0.83"/>
                        <dgm:constr type="l" for="ch" forName="L1TextContainer1" refType="w" fact="0"/>
                        <dgm:constr type="b" for="ch" forName="L1TextContainer1" refType="h" fact="0.755"/>
                        <dgm:constr type="t" for="ch" forName="L1TextContainer1" refType="h" fact="0.6"/>
                        <dgm:constr type="w" for="ch" forName="L2TextContainer1" refType="w" fact="0.83"/>
                        <dgm:constr type="l" for="ch" forName="L2TextContainer1" refType="w" fact="0"/>
                        <dgm:constr type="b" for="ch" forName="L2TextContainer1" refType="h" fact="0.99"/>
                        <dgm:constr type="t" for="ch" forName="L2TextContainer1" refType="h" fact="0.755"/>
                        <dgm:constr type="w" for="ch" forName="DropPinPlaceHolder1" refType="h" fact="0.16"/>
                        <dgm:constr type="h" for="ch" forName="DropPinPlaceHolder1" refType="h" fact="0.16"/>
                        <dgm:constr type="b" for="ch" forName="DropPinPlaceHolder1" refType="h"/>
                        <dgm:constr type="r" for="ch" forName="DropPinPlaceHolder1" refType="w"/>
                        <dgm:constr type="w" for="ch" forName="ConnectLine1" refType="h" fact="0.01"/>
                        <dgm:constr type="ctrX" for="ch" forName="ConnectLine1" refType="ctrX" refFor="ch" refForName="DropPinPlaceHolder1"/>
                        <dgm:constr type="t" for="ch" forName="ConnectLine1" refType="h" fact="0.5"/>
                        <dgm:constr type="b" for="ch" forName="ConnectLine1" refType="b" refFor="ch" refForName="DropPinPlaceHolder1"/>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EmptyPlaceHolder1" refType="w"/>
                        <dgm:constr type="h" for="ch" forName="EmptyPlaceHolder1" refType="h" fact="0.5"/>
                        <dgm:constr type="t" for="ch" forName="EmptyPlaceHolder1" refType="h" fact="0"/>
                      </dgm:constrLst>
                    </dgm:else>
                  </dgm:choose>
                </dgm:else>
              </dgm:choose>
              <dgm:layoutNode name="DropPinPlaceHolder1">
                <dgm:alg type="composite"/>
                <dgm:shape xmlns:r="http://schemas.openxmlformats.org/officeDocument/2006/relationships" r:blip="">
                  <dgm:adjLst/>
                </dgm:shape>
                <dgm:constrLst>
                  <dgm:constr type="w" for="ch" forName="DropPin1" refType="w" fact="0"/>
                  <dgm:constr type="h" for="ch" forName="DropPin1" refType="h" fact="0"/>
                  <dgm:constr type="ctrX" for="ch" forName="DropPin1" refType="w" fact="0"/>
                  <dgm:constr type="ctrY" for="ch" forName="DropPin1" refType="h" fact="0"/>
                  <dgm:constr type="w" for="ch" forName="Ellipse1" refType="w" refFor="ch" refForName="DropPin1" fact="0"/>
                  <dgm:constr type="h" for="ch" forName="Ellipse1" refType="w" refFor="ch" refForName="DropPin1" fact="0"/>
                  <dgm:constr type="ctrX" for="ch" forName="Ellipse1" refType="ctrX" refFor="ch" refForName="DropPin1" fact="0"/>
                  <dgm:constr type="ctrY" for="ch" forName="Ellipse1" refType="ctrY" refFor="ch" refForName="DropPin1" fact="0"/>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1" styleLbl="dkBgShp">
                <dgm:alg type="sp"/>
                <dgm:shape xmlns:r="http://schemas.openxmlformats.org/officeDocument/2006/relationships" type="rect" r:blip="">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layoutNode>
              <dgm:layoutNode name="ConnectorPoint1" moveWith="ConnectLine1">
                <dgm:alg type="composite"/>
                <dgm:shape xmlns:r="http://schemas.openxmlformats.org/officeDocument/2006/relationships" r:blip="">
                  <dgm:adjLst/>
                </dgm:shape>
                <dgm:presOf/>
                <dgm:constrLst>
                  <dgm:constr type="w" for="ch" forName="Bullet1" refType="w"/>
                  <dgm:constr type="h" for="ch" forName="Bullet1" refType="w"/>
                  <dgm:constr type="ctrX" for="ch" forName="Bullet1" refType="w" fact="0.5"/>
                  <dgm:constr type="ctrY" for="ch" forName="Bullet1" refType="h" fact="0.5"/>
                </dgm:constrLst>
                <dgm:layoutNode name="Bullet1" styleLbl="node1NoLn">
                  <dgm:alg type="sp"/>
                  <dgm:shape xmlns:r="http://schemas.openxmlformats.org/officeDocument/2006/relationships" type="ellipse" r:blip="" zOrderOff="10">
                    <dgm:adjLst/>
                  </dgm:shape>
                  <dgm:presOf/>
                  <dgm:constrLst/>
                </dgm:layoutNode>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DropPinPlaceHolder" refType="h" fact="0.16"/>
                        <dgm:constr type="h" for="ch" forName="DropPinPlaceHolder" refType="h" fact="0.16"/>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h" fact="0.16"/>
                        <dgm:constr type="b" for="ch" forName="L2TextContainer" refType="h" fact="0.45"/>
                        <dgm:constr type="w" for="ch" forName="L1TextContainer" refType="w" fact="0.83"/>
                        <dgm:constr type="l" for="ch" forName="L1TextContainer" refType="r" refFor="ch" refForName="DropPinPlaceHolder"/>
                        <dgm:constr type="t" for="ch" forName="L1TextContainer" refType="h" fact="0.01"/>
                        <dgm:constr type="b" for="ch" forName="L1TextContainer" refType="h" fact="0.16"/>
                        <dgm:constr type="w" for="ch" forName="ConnectLine" refType="h" fact="0.01"/>
                        <dgm:constr type="ctrX" for="ch" forName="ConnectLine" refType="ctrX" refFor="ch" refForName="DropPinPlaceHolder"/>
                        <dgm:constr type="b" for="ch" forName="ConnectLine" refType="h" fact="0.5"/>
                        <dgm:constr type="t" for="ch" forName="ConnectLine" refType="b" refFor="ch" refForName="DropPinPlaceHolder" fact="0"/>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DropPinPlaceHolder" refType="h" fact="0.16"/>
                        <dgm:constr type="h" for="ch" forName="DropPinPlaceHolder" refType="h" fact="0.16"/>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b" for="ch" forName="L1TextContainer" refType="h" fact="0.755"/>
                        <dgm:constr type="t" for="ch" forName="L1TextContainer" refType="h" fact="0.6"/>
                        <dgm:constr type="w" for="ch" forName="L2TextContainer" refType="w" fact="0.83"/>
                        <dgm:constr type="l" for="ch" forName="L2TextContainer" refType="r" refFor="ch" refForName="DropPinPlaceHolder"/>
                        <dgm:constr type="b" for="ch" forName="L2TextContainer" refType="h" fact="0.99"/>
                        <dgm:constr type="t" for="ch" forName="L2TextContainer" refType="h" fact="0.755"/>
                        <dgm:constr type="w" for="ch" forName="ConnectLine" refType="h" fact="0.01"/>
                        <dgm:constr type="ctrX" for="ch" forName="ConnectLine" refType="ctrX" refFor="ch" refForName="DropPinPlaceHolder"/>
                        <dgm:constr type="t" for="ch" forName="ConnectLine" refType="h" fact="0.5"/>
                        <dgm:constr type="b" for="ch" forName="ConnectLine" refType="b"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L1TextContainer" refType="w" fact="0.83"/>
                        <dgm:constr type="l" for="ch" forName="L1TextContainer" refType="w" fact="0"/>
                        <dgm:constr type="t" for="ch" forName="L1TextContainer" refType="h" fact="0.01"/>
                        <dgm:constr type="b" for="ch" forName="L1TextContainer" refType="h" fact="0.16"/>
                        <dgm:constr type="w" for="ch" forName="L2TextContainer" refType="w" fact="0.83"/>
                        <dgm:constr type="l" for="ch" forName="L2TextContainer" refType="w" fact="0"/>
                        <dgm:constr type="t" for="ch" forName="L2TextContainer" refType="h" fact="0.16"/>
                        <dgm:constr type="b" for="ch" forName="L2TextContainer" refType="h" fact="0.45"/>
                        <dgm:constr type="w" for="ch" forName="DropPinPlaceHolder" refType="h" fact="0.16"/>
                        <dgm:constr type="h" for="ch" forName="DropPinPlaceHolder" refType="h" fact="0.16"/>
                        <dgm:constr type="t" for="ch" forName="DropPinPlaceHolder" refType="h" fact="0"/>
                        <dgm:constr type="r" for="ch" forName="DropPinPlaceHolder" refType="w"/>
                        <dgm:constr type="w" for="ch" forName="ConnectLine" refType="h" fact="0.01"/>
                        <dgm:constr type="ctrX" for="ch" forName="ConnectLine" refType="ctrX" refFor="ch" refForName="DropPinPlaceHolder"/>
                        <dgm:constr type="b" for="ch" forName="ConnectLine" refType="h" fact="0.5"/>
                        <dgm:constr type="t" for="ch" forName="ConnectLine" refType="b" refFor="ch" refForName="DropPinPlaceHolder" fact="0"/>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L1TextContainer" refType="w" fact="0.83"/>
                        <dgm:constr type="l" for="ch" forName="L1TextContainer" refType="w" fact="0"/>
                        <dgm:constr type="b" for="ch" forName="L1TextContainer" refType="h" fact="0.755"/>
                        <dgm:constr type="t" for="ch" forName="L1TextContainer" refType="h" fact="0.6"/>
                        <dgm:constr type="w" for="ch" forName="L2TextContainer" refType="w" fact="0.83"/>
                        <dgm:constr type="l" for="ch" forName="L2TextContainer" refType="w" fact="0"/>
                        <dgm:constr type="b" for="ch" forName="L2TextContainer" refType="h" fact="0.99"/>
                        <dgm:constr type="t" for="ch" forName="L2TextContainer" refType="h" fact="0.755"/>
                        <dgm:constr type="w" for="ch" forName="DropPinPlaceHolder" refType="h" fact="0.16"/>
                        <dgm:constr type="h" for="ch" forName="DropPinPlaceHolder" refType="h" fact="0.16"/>
                        <dgm:constr type="b" for="ch" forName="DropPinPlaceHolder" refType="h"/>
                        <dgm:constr type="r" for="ch" forName="DropPinPlaceHolder" refType="w"/>
                        <dgm:constr type="w" for="ch" forName="ConnectLine" refType="h" fact="0.01"/>
                        <dgm:constr type="ctrX" for="ch" forName="ConnectLine" refType="ctrX" refFor="ch" refForName="DropPinPlaceHolder"/>
                        <dgm:constr type="t" for="ch" forName="ConnectLine" refType="h" fact="0.5"/>
                        <dgm:constr type="b" for="ch" forName="ConnectLine" refType="b" refFor="ch" refForName="DropPinPlaceHolder"/>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EmptyPlaceHolder" refType="w"/>
                        <dgm:constr type="h" for="ch" forName="EmptyPlaceHolder" refType="h" fact="0.5"/>
                        <dgm:constr type="t" for="ch" forName="EmptyPlaceHolder" refType="h" fact="0"/>
                      </dgm:constrLst>
                    </dgm:else>
                  </dgm:choose>
                </dgm:else>
              </dgm:choose>
              <dgm:layoutNode name="DropPinPlaceHolder">
                <dgm:alg type="composite"/>
                <dgm:shape xmlns:r="http://schemas.openxmlformats.org/officeDocument/2006/relationships" r:blip="">
                  <dgm:adjLst/>
                </dgm:shape>
                <dgm:constrLst>
                  <dgm:constr type="w" for="ch" forName="DropPin" refType="w" fact="0"/>
                  <dgm:constr type="h" for="ch" forName="DropPin" refType="h" fact="0"/>
                  <dgm:constr type="ctrX" for="ch" forName="DropPin" refType="w" fact="0"/>
                  <dgm:constr type="ctrY" for="ch" forName="DropPin" refType="h" fact="0"/>
                  <dgm:constr type="w" for="ch" forName="Ellipse" refType="w" refFor="ch" refForName="DropPin" fact="0"/>
                  <dgm:constr type="h" for="ch" forName="Ellipse" refType="w" refFor="ch" refForName="DropPin" fact="0"/>
                  <dgm:constr type="ctrX" for="ch" forName="Ellipse" refType="ctrX" refFor="ch" refForName="DropPin" fact="0"/>
                  <dgm:constr type="ctrY" for="ch" forName="Ellipse" refType="ctrY" refFor="ch" refForName="DropPin" fact="0"/>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 styleLbl="dkBgShp">
                <dgm:alg type="sp"/>
                <dgm:shape xmlns:r="http://schemas.openxmlformats.org/officeDocument/2006/relationships" type="rect" r:blip="">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layoutNode>
              <dgm:layoutNode name="ConnectorPoint" moveWith="ConnectLine">
                <dgm:alg type="composite"/>
                <dgm:shape xmlns:r="http://schemas.openxmlformats.org/officeDocument/2006/relationships" r:blip="">
                  <dgm:adjLst/>
                </dgm:shape>
                <dgm:presOf/>
                <dgm:constrLst>
                  <dgm:constr type="w" for="ch" forName="Bullet" refType="w"/>
                  <dgm:constr type="h" for="ch" forName="Bullet" refType="w"/>
                  <dgm:constr type="ctrX" for="ch" forName="Bullet" refType="w" fact="0.5"/>
                  <dgm:constr type="ctrY" for="ch" forName="Bullet" refType="h" fact="0.5"/>
                </dgm:constrLst>
                <dgm:layoutNode name="Bullet" styleLbl="node1NoLn">
                  <dgm:alg type="sp"/>
                  <dgm:shape xmlns:r="http://schemas.openxmlformats.org/officeDocument/2006/relationships" type="ellipse" r:blip="" zOrderOff="10">
                    <dgm:adjLst/>
                  </dgm:shape>
                  <dgm:presOf/>
                  <dgm:constrLst/>
                </dgm:layoutNode>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49A2941F-CB72-46A5-B1C0-3D980C8AB026}" type="datetimeFigureOut">
              <a:t>9/9/2026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082A9B85-56C4-49C2-A726-CF192162A0F4}" type="slidenum">
              <a:t>‹#›</a:t>
            </a:fld>
            <a:endParaRPr lang="en-US"/>
          </a:p>
        </p:txBody>
      </p:sp>
    </p:spTree>
    <p:extLst>
      <p:ext uri="{BB962C8B-B14F-4D97-AF65-F5344CB8AC3E}">
        <p14:creationId xmlns:p14="http://schemas.microsoft.com/office/powerpoint/2010/main" val="29904634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1A908-F36C-7120-7E89-1B421C9FE7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5BC3BF-C560-1417-A6BC-662EC714BC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5B3C7-D94B-E19D-874F-2BB554FF337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FFA00BD-31EC-99A3-0F72-C7C79C97CD29}"/>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542977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54FDE-7224-E923-3D17-E2FBAD09EE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5D06F9-B1C4-93FD-D9D9-14C1AE73ED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3A8D12-A8C0-74CE-3592-AA089C9528A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BAC140-2B70-CFF1-8DC8-16A5F417FEFA}"/>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7701530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E31F6-31F6-B7F3-B45A-7162513472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8DAF3C-14D3-738A-F5FE-17F6631FBD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E08AEB-9185-49D8-23A0-00CF1D79BD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81E0084-0862-8FD4-3224-520520C24FAF}"/>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3019136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0534C-F3B0-FD8D-9671-360ED7B349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3360A9-7EA6-1880-097E-676322336F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858968-0899-0BE1-A454-55D0164E7AE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6A964EB-853D-1B8D-2537-924D14E6DE12}"/>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8874689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F53DB-22B2-1D1B-03A1-F72B39890C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D29554-576A-EBB1-3940-AC07EF50F2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2CF415-C18D-3334-2040-4FDF557EA7C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DF68564-3C52-1572-4EB8-435A4B7D824E}"/>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8806121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1E0D1-3F25-3989-C225-51DFE24EE9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B5E21F-C2AA-D18C-267A-768759F4D7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1002BE-0FE9-63E7-9B5B-81E79B824E8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ECB0A56-DD97-0412-D8A8-0475F7ADB111}"/>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7957002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2FB77-B721-48E1-2EBD-2BADB4846F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6647CD-AF20-6757-968B-774282C989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4092D8-02D4-E69B-2B33-CCA0395155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7C78636-0E0F-814D-0421-9C4421FE1AE8}"/>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6338360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1A907-EDC0-54E2-EDA4-A05F2C48AA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3BDB0C-CFB6-329C-0778-0C7419E37C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7D9B97-3E4B-69B0-80A8-C3CAA03BE93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1451855-E893-B1C2-AF8D-D40E7D5D6DB0}"/>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2826824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2D384-E241-4D9C-CC3A-9B88E35E8C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27925-2D28-5B7C-817A-6D27DD1A8F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916136-64A4-354E-0724-6366B7A074D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8205357-6035-18CE-8F94-231210BD5400}"/>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384501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0FA77-A8DE-1657-F7D1-1ECF91D867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E30A75-03AD-9A72-2E48-8E857F41BA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B8363-42AC-00B8-2BC3-36FCB4072A2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FF9C082-7473-B1CB-CE9D-3F37C63596E2}"/>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3430969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9.svg"/><Relationship Id="rId9" Type="http://schemas.openxmlformats.org/officeDocument/2006/relationships/image" Target="../media/image1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2340"/>
          </a:solidFill>
          <a:ln w="12700">
            <a:solidFill>
              <a:srgbClr val="0D2340"/>
            </a:solidFill>
            <a:prstDash val="solid"/>
          </a:ln>
        </p:spPr>
        <p:txBody>
          <a:bodyPr/>
          <a:lstStyle/>
          <a:p>
            <a:endParaRPr lang="en-US"/>
          </a:p>
        </p:txBody>
      </p:sp>
      <p:sp>
        <p:nvSpPr>
          <p:cNvPr id="3" name="Shape 1"/>
          <p:cNvSpPr/>
          <p:nvPr/>
        </p:nvSpPr>
        <p:spPr>
          <a:xfrm>
            <a:off x="0" y="0"/>
            <a:ext cx="164592" cy="5143500"/>
          </a:xfrm>
          <a:prstGeom prst="rect">
            <a:avLst/>
          </a:prstGeom>
          <a:solidFill>
            <a:srgbClr val="1A7A9A"/>
          </a:solidFill>
          <a:ln w="12700">
            <a:solidFill>
              <a:srgbClr val="1A7A9A"/>
            </a:solidFill>
            <a:prstDash val="solid"/>
          </a:ln>
        </p:spPr>
        <p:txBody>
          <a:bodyPr/>
          <a:lstStyle/>
          <a:p>
            <a:endParaRPr lang="en-US"/>
          </a:p>
        </p:txBody>
      </p:sp>
      <p:sp>
        <p:nvSpPr>
          <p:cNvPr id="4" name="Shape 2"/>
          <p:cNvSpPr/>
          <p:nvPr/>
        </p:nvSpPr>
        <p:spPr>
          <a:xfrm>
            <a:off x="164592" y="4754880"/>
            <a:ext cx="8979408" cy="388620"/>
          </a:xfrm>
          <a:prstGeom prst="rect">
            <a:avLst/>
          </a:prstGeom>
          <a:solidFill>
            <a:srgbClr val="CFB87C"/>
          </a:solidFill>
          <a:ln w="12700">
            <a:solidFill>
              <a:srgbClr val="CFB87C"/>
            </a:solidFill>
            <a:prstDash val="solid"/>
          </a:ln>
        </p:spPr>
        <p:txBody>
          <a:bodyPr/>
          <a:lstStyle/>
          <a:p>
            <a:endParaRPr lang="en-US"/>
          </a:p>
        </p:txBody>
      </p:sp>
      <p:sp>
        <p:nvSpPr>
          <p:cNvPr id="5" name="Shape 3"/>
          <p:cNvSpPr/>
          <p:nvPr/>
        </p:nvSpPr>
        <p:spPr>
          <a:xfrm>
            <a:off x="6217920" y="-731520"/>
            <a:ext cx="4114800" cy="4114800"/>
          </a:xfrm>
          <a:prstGeom prst="ellipse">
            <a:avLst/>
          </a:prstGeom>
          <a:solidFill>
            <a:srgbClr val="1B3A6B">
              <a:alpha val="40000"/>
            </a:srgbClr>
          </a:solidFill>
          <a:ln w="19050">
            <a:solidFill>
              <a:srgbClr val="1A7A9A"/>
            </a:solidFill>
            <a:prstDash val="solid"/>
          </a:ln>
        </p:spPr>
        <p:txBody>
          <a:bodyPr/>
          <a:lstStyle/>
          <a:p>
            <a:endParaRPr lang="en-US"/>
          </a:p>
        </p:txBody>
      </p:sp>
      <p:sp>
        <p:nvSpPr>
          <p:cNvPr id="6" name="Shape 4"/>
          <p:cNvSpPr/>
          <p:nvPr/>
        </p:nvSpPr>
        <p:spPr>
          <a:xfrm>
            <a:off x="6675120" y="-274320"/>
            <a:ext cx="3200400" cy="3200400"/>
          </a:xfrm>
          <a:prstGeom prst="ellipse">
            <a:avLst/>
          </a:prstGeom>
          <a:solidFill>
            <a:srgbClr val="1A7A9A">
              <a:alpha val="18000"/>
            </a:srgbClr>
          </a:solidFill>
          <a:ln w="12700">
            <a:solidFill>
              <a:srgbClr val="3ABFC8"/>
            </a:solidFill>
            <a:prstDash val="solid"/>
          </a:ln>
        </p:spPr>
        <p:txBody>
          <a:bodyPr/>
          <a:lstStyle/>
          <a:p>
            <a:endParaRPr lang="en-US"/>
          </a:p>
        </p:txBody>
      </p:sp>
      <p:sp>
        <p:nvSpPr>
          <p:cNvPr id="7" name="Text 5"/>
          <p:cNvSpPr txBox="1"/>
          <p:nvPr/>
        </p:nvSpPr>
        <p:spPr>
          <a:xfrm>
            <a:off x="7132320" y="228600"/>
            <a:ext cx="1737360" cy="457200"/>
          </a:xfrm>
          <a:prstGeom prst="rect">
            <a:avLst/>
          </a:prstGeom>
          <a:noFill/>
          <a:ln/>
        </p:spPr>
        <p:txBody>
          <a:bodyPr wrap="square" lIns="0" tIns="0" rIns="0" bIns="0" rtlCol="0" anchor="ctr"/>
          <a:lstStyle/>
          <a:p>
            <a:pPr marL="0" indent="0" algn="ctr">
              <a:buNone/>
            </a:pPr>
            <a:r>
              <a:rPr lang="en-US" sz="2800" b="1">
                <a:solidFill>
                  <a:srgbClr val="3ABFC8"/>
                </a:solidFill>
                <a:latin typeface="Calibri" pitchFamily="34" charset="0"/>
                <a:ea typeface="Calibri" pitchFamily="34" charset="-122"/>
                <a:cs typeface="Calibri" pitchFamily="34" charset="-120"/>
              </a:rPr>
              <a:t>HERON</a:t>
            </a:r>
            <a:endParaRPr lang="en-US" sz="2800"/>
          </a:p>
        </p:txBody>
      </p:sp>
      <p:sp>
        <p:nvSpPr>
          <p:cNvPr id="8" name="Text 6"/>
          <p:cNvSpPr txBox="1"/>
          <p:nvPr/>
        </p:nvSpPr>
        <p:spPr>
          <a:xfrm>
            <a:off x="6949440" y="658368"/>
            <a:ext cx="2011680" cy="228600"/>
          </a:xfrm>
          <a:prstGeom prst="rect">
            <a:avLst/>
          </a:prstGeom>
          <a:noFill/>
          <a:ln/>
        </p:spPr>
        <p:txBody>
          <a:bodyPr wrap="square" lIns="0" tIns="0" rIns="0" bIns="0" rtlCol="0" anchor="ctr"/>
          <a:lstStyle/>
          <a:p>
            <a:pPr marL="0" indent="0" algn="ctr">
              <a:buNone/>
            </a:pPr>
            <a:r>
              <a:rPr lang="en-US" sz="900">
                <a:solidFill>
                  <a:srgbClr val="A8DDE2"/>
                </a:solidFill>
                <a:latin typeface="Calibri" pitchFamily="34" charset="0"/>
                <a:ea typeface="Calibri" pitchFamily="34" charset="-122"/>
                <a:cs typeface="Calibri" pitchFamily="34" charset="-120"/>
              </a:rPr>
              <a:t>UAS GNSS-R</a:t>
            </a:r>
            <a:endParaRPr lang="en-US" sz="900"/>
          </a:p>
        </p:txBody>
      </p:sp>
      <p:sp>
        <p:nvSpPr>
          <p:cNvPr id="9" name="Text 7"/>
          <p:cNvSpPr txBox="1"/>
          <p:nvPr/>
        </p:nvSpPr>
        <p:spPr>
          <a:xfrm>
            <a:off x="457200" y="1325880"/>
            <a:ext cx="6217920" cy="1097280"/>
          </a:xfrm>
          <a:prstGeom prst="rect">
            <a:avLst/>
          </a:prstGeom>
          <a:noFill/>
          <a:ln/>
        </p:spPr>
        <p:txBody>
          <a:bodyPr wrap="square" lIns="0" tIns="0" rIns="0" bIns="0" rtlCol="0" anchor="ctr"/>
          <a:lstStyle/>
          <a:p>
            <a:r>
              <a:rPr lang="en-US" sz="3600" b="1">
                <a:solidFill>
                  <a:srgbClr val="FFFFFF"/>
                </a:solidFill>
                <a:latin typeface="Calibri"/>
                <a:ea typeface="Calibri"/>
                <a:cs typeface="Calibri"/>
              </a:rPr>
              <a:t>Update 1.02</a:t>
            </a:r>
            <a:endParaRPr lang="en-US"/>
          </a:p>
        </p:txBody>
      </p:sp>
      <p:sp>
        <p:nvSpPr>
          <p:cNvPr id="10" name="Text 8"/>
          <p:cNvSpPr txBox="1"/>
          <p:nvPr/>
        </p:nvSpPr>
        <p:spPr>
          <a:xfrm>
            <a:off x="457200" y="2487168"/>
            <a:ext cx="6217920" cy="347472"/>
          </a:xfrm>
          <a:prstGeom prst="rect">
            <a:avLst/>
          </a:prstGeom>
          <a:noFill/>
          <a:ln/>
        </p:spPr>
        <p:txBody>
          <a:bodyPr wrap="square" lIns="0" tIns="0" rIns="0" bIns="0" rtlCol="0" anchor="ctr"/>
          <a:lstStyle/>
          <a:p>
            <a:r>
              <a:rPr lang="en-US" sz="1600">
                <a:solidFill>
                  <a:srgbClr val="3ABFC8"/>
                </a:solidFill>
                <a:ea typeface="Calibri"/>
                <a:cs typeface="Calibri"/>
              </a:rPr>
              <a:t>HERON GNSS-Reflectometry Graduate Project</a:t>
            </a:r>
            <a:endParaRPr lang="en-US"/>
          </a:p>
        </p:txBody>
      </p:sp>
      <p:sp>
        <p:nvSpPr>
          <p:cNvPr id="11" name="Shape 9"/>
          <p:cNvSpPr/>
          <p:nvPr/>
        </p:nvSpPr>
        <p:spPr>
          <a:xfrm>
            <a:off x="457200" y="2889504"/>
            <a:ext cx="4389120" cy="22860"/>
          </a:xfrm>
          <a:prstGeom prst="rect">
            <a:avLst/>
          </a:prstGeom>
          <a:solidFill>
            <a:srgbClr val="CFB87C"/>
          </a:solidFill>
          <a:ln w="12700">
            <a:solidFill>
              <a:srgbClr val="CFB87C"/>
            </a:solidFill>
            <a:prstDash val="solid"/>
          </a:ln>
        </p:spPr>
        <p:txBody>
          <a:bodyPr/>
          <a:lstStyle/>
          <a:p>
            <a:endParaRPr lang="en-US"/>
          </a:p>
        </p:txBody>
      </p:sp>
      <p:sp>
        <p:nvSpPr>
          <p:cNvPr id="12" name="Text 10"/>
          <p:cNvSpPr txBox="1"/>
          <p:nvPr/>
        </p:nvSpPr>
        <p:spPr>
          <a:xfrm>
            <a:off x="457200" y="3075432"/>
            <a:ext cx="4572000" cy="256032"/>
          </a:xfrm>
          <a:prstGeom prst="rect">
            <a:avLst/>
          </a:prstGeom>
          <a:noFill/>
          <a:ln/>
        </p:spPr>
        <p:txBody>
          <a:bodyPr wrap="square" lIns="0" tIns="0" rIns="0" bIns="0" rtlCol="0" anchor="ctr"/>
          <a:lstStyle/>
          <a:p>
            <a:r>
              <a:rPr lang="en-US" sz="1400" b="1">
                <a:solidFill>
                  <a:srgbClr val="FFFFFF"/>
                </a:solidFill>
                <a:ea typeface="Calibri"/>
                <a:cs typeface="Calibri"/>
              </a:rPr>
              <a:t>Jack Abrams, Frances Bailey, Nathan Cohen, Grace Halbleib, Austin Hunter, Andras Szalay</a:t>
            </a:r>
          </a:p>
        </p:txBody>
      </p:sp>
      <p:sp>
        <p:nvSpPr>
          <p:cNvPr id="14" name="Text 12"/>
          <p:cNvSpPr txBox="1"/>
          <p:nvPr/>
        </p:nvSpPr>
        <p:spPr>
          <a:xfrm>
            <a:off x="457200" y="3585972"/>
            <a:ext cx="6858000" cy="201168"/>
          </a:xfrm>
          <a:prstGeom prst="rect">
            <a:avLst/>
          </a:prstGeom>
          <a:noFill/>
          <a:ln/>
        </p:spPr>
        <p:txBody>
          <a:bodyPr wrap="square" lIns="0" tIns="0" rIns="0" bIns="0" rtlCol="0" anchor="ctr"/>
          <a:lstStyle/>
          <a:p>
            <a:pPr marL="0" indent="0">
              <a:buNone/>
            </a:pPr>
            <a:r>
              <a:rPr lang="en-US" sz="1000">
                <a:solidFill>
                  <a:srgbClr val="D8E4ED"/>
                </a:solidFill>
                <a:latin typeface="Calibri" pitchFamily="34" charset="0"/>
                <a:ea typeface="Calibri" pitchFamily="34" charset="-122"/>
                <a:cs typeface="Calibri" pitchFamily="34" charset="-120"/>
              </a:rPr>
              <a:t>Smead Aerospace Engineering Sciences Dept.  ·  CCAR  ·  University of Colorado Boulder</a:t>
            </a:r>
            <a:endParaRPr lang="en-US" sz="1000"/>
          </a:p>
        </p:txBody>
      </p:sp>
      <p:sp>
        <p:nvSpPr>
          <p:cNvPr id="15" name="Text 13"/>
          <p:cNvSpPr txBox="1"/>
          <p:nvPr/>
        </p:nvSpPr>
        <p:spPr>
          <a:xfrm>
            <a:off x="457200" y="3805428"/>
            <a:ext cx="2743200" cy="201168"/>
          </a:xfrm>
          <a:prstGeom prst="rect">
            <a:avLst/>
          </a:prstGeom>
          <a:noFill/>
          <a:ln/>
        </p:spPr>
        <p:txBody>
          <a:bodyPr wrap="square" lIns="0" tIns="0" rIns="0" bIns="0" rtlCol="0" anchor="ctr"/>
          <a:lstStyle/>
          <a:p>
            <a:r>
              <a:rPr lang="en-US" sz="1000">
                <a:solidFill>
                  <a:srgbClr val="CFB87C"/>
                </a:solidFill>
                <a:ea typeface="Calibri"/>
                <a:cs typeface="Calibri"/>
              </a:rPr>
              <a:t>September 9, 2026</a:t>
            </a:r>
          </a:p>
        </p:txBody>
      </p:sp>
      <p:sp>
        <p:nvSpPr>
          <p:cNvPr id="16" name="Text 14"/>
          <p:cNvSpPr txBox="1"/>
          <p:nvPr/>
        </p:nvSpPr>
        <p:spPr>
          <a:xfrm>
            <a:off x="457200" y="4773168"/>
            <a:ext cx="7315200" cy="182880"/>
          </a:xfrm>
          <a:prstGeom prst="rect">
            <a:avLst/>
          </a:prstGeom>
          <a:noFill/>
          <a:ln/>
        </p:spPr>
        <p:txBody>
          <a:bodyPr wrap="square" lIns="0" tIns="0" rIns="0" bIns="0" rtlCol="0" anchor="ctr"/>
          <a:lstStyle/>
          <a:p>
            <a:pPr marL="0" indent="0">
              <a:buNone/>
            </a:pPr>
            <a:r>
              <a:rPr lang="en-US" sz="850" b="1">
                <a:solidFill>
                  <a:srgbClr val="0D2340"/>
                </a:solidFill>
                <a:latin typeface="Calibri" pitchFamily="34" charset="0"/>
                <a:ea typeface="Calibri" pitchFamily="34" charset="-122"/>
                <a:cs typeface="Calibri" pitchFamily="34" charset="-120"/>
              </a:rPr>
              <a:t>University of Colorado Boulder  ·  Center for Astrodynamics Research</a:t>
            </a:r>
            <a:endParaRPr lang="en-US" sz="850"/>
          </a:p>
        </p:txBody>
      </p:sp>
      <p:pic>
        <p:nvPicPr>
          <p:cNvPr id="26" name="Picture 25" descr="A logo of a satellite and a bird&#10;&#10;AI-generated content may be incorrect.">
            <a:extLst>
              <a:ext uri="{FF2B5EF4-FFF2-40B4-BE49-F238E27FC236}">
                <a16:creationId xmlns:a16="http://schemas.microsoft.com/office/drawing/2014/main" id="{BD2D0769-D324-1AC0-9227-38A360A08690}"/>
              </a:ext>
            </a:extLst>
          </p:cNvPr>
          <p:cNvPicPr>
            <a:picLocks noChangeAspect="1"/>
          </p:cNvPicPr>
          <p:nvPr/>
        </p:nvPicPr>
        <p:blipFill>
          <a:blip r:embed="rId3"/>
          <a:srcRect t="14400" r="3" b="2102"/>
          <a:stretch>
            <a:fillRect/>
          </a:stretch>
        </p:blipFill>
        <p:spPr>
          <a:xfrm>
            <a:off x="5997793" y="877271"/>
            <a:ext cx="4031828" cy="223880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3657600" cy="5143500"/>
          </a:xfrm>
          <a:prstGeom prst="rect">
            <a:avLst/>
          </a:prstGeom>
          <a:solidFill>
            <a:srgbClr val="1B3A6B"/>
          </a:solidFill>
          <a:ln w="12700">
            <a:solidFill>
              <a:srgbClr val="1B3A6B"/>
            </a:solidFill>
            <a:prstDash val="solid"/>
          </a:ln>
        </p:spPr>
        <p:txBody>
          <a:bodyPr/>
          <a:lstStyle/>
          <a:p>
            <a:endParaRPr lang="en-US"/>
          </a:p>
        </p:txBody>
      </p:sp>
      <p:sp>
        <p:nvSpPr>
          <p:cNvPr id="3" name="Shape 1"/>
          <p:cNvSpPr/>
          <p:nvPr/>
        </p:nvSpPr>
        <p:spPr>
          <a:xfrm>
            <a:off x="3657600" y="0"/>
            <a:ext cx="5486400" cy="5143500"/>
          </a:xfrm>
          <a:prstGeom prst="rect">
            <a:avLst/>
          </a:prstGeom>
          <a:solidFill>
            <a:srgbClr val="1A7A9A"/>
          </a:solidFill>
          <a:ln w="12700">
            <a:solidFill>
              <a:srgbClr val="1A7A9A"/>
            </a:solidFill>
            <a:prstDash val="solid"/>
          </a:ln>
        </p:spPr>
        <p:txBody>
          <a:bodyPr/>
          <a:lstStyle/>
          <a:p>
            <a:endParaRPr lang="en-US"/>
          </a:p>
        </p:txBody>
      </p:sp>
      <p:sp>
        <p:nvSpPr>
          <p:cNvPr id="4" name="Shape 2"/>
          <p:cNvSpPr/>
          <p:nvPr/>
        </p:nvSpPr>
        <p:spPr>
          <a:xfrm>
            <a:off x="2560320" y="822960"/>
            <a:ext cx="3474720" cy="3474720"/>
          </a:xfrm>
          <a:prstGeom prst="ellipse">
            <a:avLst/>
          </a:prstGeom>
          <a:solidFill>
            <a:srgbClr val="3ABFC8">
              <a:alpha val="15000"/>
            </a:srgbClr>
          </a:solidFill>
          <a:ln w="25400">
            <a:solidFill>
              <a:srgbClr val="3ABFC8"/>
            </a:solidFill>
            <a:prstDash val="solid"/>
          </a:ln>
        </p:spPr>
        <p:txBody>
          <a:bodyPr/>
          <a:lstStyle/>
          <a:p>
            <a:endParaRPr lang="en-US"/>
          </a:p>
        </p:txBody>
      </p:sp>
      <p:sp>
        <p:nvSpPr>
          <p:cNvPr id="5" name="Shape 3"/>
          <p:cNvSpPr/>
          <p:nvPr/>
        </p:nvSpPr>
        <p:spPr>
          <a:xfrm>
            <a:off x="3017520" y="1280160"/>
            <a:ext cx="2560320" cy="2560320"/>
          </a:xfrm>
          <a:prstGeom prst="ellipse">
            <a:avLst/>
          </a:prstGeom>
          <a:solidFill>
            <a:srgbClr val="A8DDE2">
              <a:alpha val="10000"/>
            </a:srgbClr>
          </a:solidFill>
          <a:ln w="12700">
            <a:solidFill>
              <a:srgbClr val="FFFFFF"/>
            </a:solidFill>
            <a:prstDash val="solid"/>
          </a:ln>
        </p:spPr>
        <p:txBody>
          <a:bodyPr/>
          <a:lstStyle/>
          <a:p>
            <a:endParaRPr lang="en-US"/>
          </a:p>
        </p:txBody>
      </p:sp>
      <p:sp>
        <p:nvSpPr>
          <p:cNvPr id="6" name="Text 4"/>
          <p:cNvSpPr txBox="1"/>
          <p:nvPr/>
        </p:nvSpPr>
        <p:spPr>
          <a:xfrm>
            <a:off x="320039" y="1371600"/>
            <a:ext cx="1783081" cy="822960"/>
          </a:xfrm>
          <a:prstGeom prst="rect">
            <a:avLst/>
          </a:prstGeom>
          <a:noFill/>
          <a:ln/>
        </p:spPr>
        <p:txBody>
          <a:bodyPr wrap="square" lIns="0" tIns="0" rIns="0" bIns="0" rtlCol="0" anchor="ctr"/>
          <a:lstStyle/>
          <a:p>
            <a:pPr marL="0" indent="0">
              <a:buNone/>
            </a:pPr>
            <a:r>
              <a:rPr lang="en-US" sz="6000" b="1" kern="0" spc="800">
                <a:solidFill>
                  <a:srgbClr val="CFB87C"/>
                </a:solidFill>
                <a:latin typeface="Calibri"/>
                <a:ea typeface="Calibri"/>
                <a:cs typeface="Calibri"/>
              </a:rPr>
              <a:t>1.02</a:t>
            </a:r>
            <a:endParaRPr lang="en-US" sz="6000"/>
          </a:p>
        </p:txBody>
      </p:sp>
      <p:sp>
        <p:nvSpPr>
          <p:cNvPr id="7" name="Text 5"/>
          <p:cNvSpPr txBox="1"/>
          <p:nvPr/>
        </p:nvSpPr>
        <p:spPr>
          <a:xfrm>
            <a:off x="320040" y="2286000"/>
            <a:ext cx="3200400" cy="548640"/>
          </a:xfrm>
          <a:prstGeom prst="rect">
            <a:avLst/>
          </a:prstGeom>
          <a:noFill/>
          <a:ln/>
        </p:spPr>
        <p:txBody>
          <a:bodyPr wrap="square" lIns="0" tIns="0" rIns="0" bIns="0" rtlCol="0" anchor="ctr"/>
          <a:lstStyle/>
          <a:p>
            <a:pPr marL="0" indent="0">
              <a:buNone/>
            </a:pPr>
            <a:r>
              <a:rPr lang="en-US" sz="2400" b="1">
                <a:solidFill>
                  <a:srgbClr val="FFFFFF"/>
                </a:solidFill>
                <a:latin typeface="Calibri" pitchFamily="34" charset="0"/>
                <a:ea typeface="Calibri" pitchFamily="34" charset="-122"/>
                <a:cs typeface="Calibri" pitchFamily="34" charset="-120"/>
              </a:rPr>
              <a:t>Update Outline</a:t>
            </a:r>
            <a:endParaRPr lang="en-US" sz="2400"/>
          </a:p>
        </p:txBody>
      </p:sp>
      <p:sp>
        <p:nvSpPr>
          <p:cNvPr id="9" name="Shape 7"/>
          <p:cNvSpPr/>
          <p:nvPr/>
        </p:nvSpPr>
        <p:spPr>
          <a:xfrm>
            <a:off x="3886200" y="548640"/>
            <a:ext cx="5029200" cy="658368"/>
          </a:xfrm>
          <a:prstGeom prst="rect">
            <a:avLst/>
          </a:prstGeom>
          <a:solidFill>
            <a:srgbClr val="1B3A6B">
              <a:alpha val="70000"/>
            </a:srgbClr>
          </a:solidFill>
          <a:ln w="6350">
            <a:solidFill>
              <a:srgbClr val="A8DDE2"/>
            </a:solidFill>
            <a:prstDash val="solid"/>
          </a:ln>
        </p:spPr>
        <p:txBody>
          <a:bodyPr/>
          <a:lstStyle/>
          <a:p>
            <a:endParaRPr lang="en-US"/>
          </a:p>
        </p:txBody>
      </p:sp>
      <p:sp>
        <p:nvSpPr>
          <p:cNvPr id="10" name="Text 8"/>
          <p:cNvSpPr txBox="1"/>
          <p:nvPr/>
        </p:nvSpPr>
        <p:spPr>
          <a:xfrm>
            <a:off x="4114800" y="640080"/>
            <a:ext cx="4572000" cy="475488"/>
          </a:xfrm>
          <a:prstGeom prst="rect">
            <a:avLst/>
          </a:prstGeom>
          <a:noFill/>
          <a:ln/>
        </p:spPr>
        <p:txBody>
          <a:bodyPr wrap="square" lIns="0" tIns="0" rIns="0" bIns="0" rtlCol="0" anchor="ctr"/>
          <a:lstStyle/>
          <a:p>
            <a:r>
              <a:rPr lang="en-US" sz="1300">
                <a:solidFill>
                  <a:srgbClr val="FFFFFF"/>
                </a:solidFill>
                <a:latin typeface="Calibri"/>
                <a:ea typeface="Calibri"/>
                <a:cs typeface="Calibri"/>
              </a:rPr>
              <a:t>→ Quad Chart Update</a:t>
            </a:r>
            <a:endParaRPr lang="en-US" sz="1300"/>
          </a:p>
        </p:txBody>
      </p:sp>
      <p:sp>
        <p:nvSpPr>
          <p:cNvPr id="11" name="Shape 9"/>
          <p:cNvSpPr/>
          <p:nvPr/>
        </p:nvSpPr>
        <p:spPr>
          <a:xfrm>
            <a:off x="3886200" y="1353312"/>
            <a:ext cx="5029200" cy="658368"/>
          </a:xfrm>
          <a:prstGeom prst="rect">
            <a:avLst/>
          </a:prstGeom>
          <a:solidFill>
            <a:srgbClr val="1B3A6B">
              <a:alpha val="70000"/>
            </a:srgbClr>
          </a:solidFill>
          <a:ln w="6350">
            <a:solidFill>
              <a:srgbClr val="A8DDE2"/>
            </a:solidFill>
            <a:prstDash val="solid"/>
          </a:ln>
        </p:spPr>
        <p:txBody>
          <a:bodyPr/>
          <a:lstStyle/>
          <a:p>
            <a:endParaRPr lang="en-US"/>
          </a:p>
        </p:txBody>
      </p:sp>
      <p:sp>
        <p:nvSpPr>
          <p:cNvPr id="12" name="Text 10"/>
          <p:cNvSpPr txBox="1"/>
          <p:nvPr/>
        </p:nvSpPr>
        <p:spPr>
          <a:xfrm>
            <a:off x="4114800" y="1444752"/>
            <a:ext cx="4572000" cy="475488"/>
          </a:xfrm>
          <a:prstGeom prst="rect">
            <a:avLst/>
          </a:prstGeom>
          <a:noFill/>
          <a:ln/>
        </p:spPr>
        <p:txBody>
          <a:bodyPr wrap="square" lIns="0" tIns="0" rIns="0" bIns="0" rtlCol="0" anchor="ctr"/>
          <a:lstStyle/>
          <a:p>
            <a:r>
              <a:rPr lang="en-US" sz="1300">
                <a:solidFill>
                  <a:srgbClr val="FFFFFF"/>
                </a:solidFill>
                <a:latin typeface="Calibri"/>
                <a:ea typeface="Calibri"/>
                <a:cs typeface="Calibri"/>
              </a:rPr>
              <a:t>→ Sub Team Plans</a:t>
            </a:r>
            <a:endParaRPr lang="en-US" sz="1300"/>
          </a:p>
        </p:txBody>
      </p:sp>
      <p:sp>
        <p:nvSpPr>
          <p:cNvPr id="15" name="Shape 13"/>
          <p:cNvSpPr/>
          <p:nvPr/>
        </p:nvSpPr>
        <p:spPr>
          <a:xfrm>
            <a:off x="3886200" y="2962656"/>
            <a:ext cx="5029200" cy="658368"/>
          </a:xfrm>
          <a:prstGeom prst="rect">
            <a:avLst/>
          </a:prstGeom>
          <a:solidFill>
            <a:srgbClr val="1B3A6B">
              <a:alpha val="70000"/>
            </a:srgbClr>
          </a:solidFill>
          <a:ln w="6350">
            <a:solidFill>
              <a:srgbClr val="A8DDE2"/>
            </a:solidFill>
            <a:prstDash val="solid"/>
          </a:ln>
        </p:spPr>
        <p:txBody>
          <a:bodyPr/>
          <a:lstStyle/>
          <a:p>
            <a:endParaRPr lang="en-US"/>
          </a:p>
        </p:txBody>
      </p:sp>
      <p:sp>
        <p:nvSpPr>
          <p:cNvPr id="16" name="Text 14"/>
          <p:cNvSpPr txBox="1"/>
          <p:nvPr/>
        </p:nvSpPr>
        <p:spPr>
          <a:xfrm>
            <a:off x="4114800" y="3054096"/>
            <a:ext cx="4572000" cy="475488"/>
          </a:xfrm>
          <a:prstGeom prst="rect">
            <a:avLst/>
          </a:prstGeom>
          <a:noFill/>
          <a:ln/>
        </p:spPr>
        <p:txBody>
          <a:bodyPr wrap="square" lIns="0" tIns="0" rIns="0" bIns="0" rtlCol="0" anchor="ctr"/>
          <a:lstStyle/>
          <a:p>
            <a:r>
              <a:rPr lang="en-US" sz="1300">
                <a:solidFill>
                  <a:srgbClr val="FFFFFF"/>
                </a:solidFill>
                <a:latin typeface="Calibri"/>
                <a:ea typeface="Calibri"/>
                <a:cs typeface="Calibri"/>
              </a:rPr>
              <a:t>→ SDR &amp; Data Processing</a:t>
            </a:r>
            <a:endParaRPr lang="en-US" sz="1300"/>
          </a:p>
        </p:txBody>
      </p:sp>
      <p:sp>
        <p:nvSpPr>
          <p:cNvPr id="17" name="Shape 15"/>
          <p:cNvSpPr/>
          <p:nvPr/>
        </p:nvSpPr>
        <p:spPr>
          <a:xfrm>
            <a:off x="3886200" y="3767328"/>
            <a:ext cx="5029200" cy="658368"/>
          </a:xfrm>
          <a:prstGeom prst="rect">
            <a:avLst/>
          </a:prstGeom>
          <a:solidFill>
            <a:srgbClr val="1B3A6B">
              <a:alpha val="70000"/>
            </a:srgbClr>
          </a:solidFill>
          <a:ln w="6350">
            <a:solidFill>
              <a:srgbClr val="A8DDE2"/>
            </a:solidFill>
            <a:prstDash val="solid"/>
          </a:ln>
        </p:spPr>
        <p:txBody>
          <a:bodyPr/>
          <a:lstStyle/>
          <a:p>
            <a:endParaRPr lang="en-US"/>
          </a:p>
        </p:txBody>
      </p:sp>
      <p:sp>
        <p:nvSpPr>
          <p:cNvPr id="18" name="Text 16"/>
          <p:cNvSpPr txBox="1"/>
          <p:nvPr/>
        </p:nvSpPr>
        <p:spPr>
          <a:xfrm>
            <a:off x="4114800" y="3858768"/>
            <a:ext cx="4572000" cy="475488"/>
          </a:xfrm>
          <a:prstGeom prst="rect">
            <a:avLst/>
          </a:prstGeom>
          <a:noFill/>
          <a:ln/>
        </p:spPr>
        <p:txBody>
          <a:bodyPr wrap="square" lIns="0" tIns="0" rIns="0" bIns="0" rtlCol="0" anchor="ctr"/>
          <a:lstStyle/>
          <a:p>
            <a:r>
              <a:rPr lang="en-US" sz="1300">
                <a:solidFill>
                  <a:srgbClr val="FFFFFF"/>
                </a:solidFill>
                <a:latin typeface="Calibri"/>
                <a:ea typeface="Calibri"/>
                <a:cs typeface="Calibri"/>
              </a:rPr>
              <a:t>→  Conclusions &amp; Questions</a:t>
            </a:r>
            <a:endParaRPr lang="en-US" sz="1300"/>
          </a:p>
        </p:txBody>
      </p:sp>
      <p:sp>
        <p:nvSpPr>
          <p:cNvPr id="19" name="Shape 17"/>
          <p:cNvSpPr/>
          <p:nvPr/>
        </p:nvSpPr>
        <p:spPr>
          <a:xfrm>
            <a:off x="0" y="4956048"/>
            <a:ext cx="9144000" cy="187452"/>
          </a:xfrm>
          <a:prstGeom prst="rect">
            <a:avLst/>
          </a:prstGeom>
          <a:solidFill>
            <a:srgbClr val="0D2340"/>
          </a:solidFill>
          <a:ln w="12700">
            <a:solidFill>
              <a:srgbClr val="0D2340"/>
            </a:solidFill>
            <a:prstDash val="solid"/>
          </a:ln>
        </p:spPr>
        <p:txBody>
          <a:bodyPr/>
          <a:lstStyle/>
          <a:p>
            <a:endParaRPr lang="en-US"/>
          </a:p>
        </p:txBody>
      </p:sp>
      <p:sp>
        <p:nvSpPr>
          <p:cNvPr id="20" name="Text 18"/>
          <p:cNvSpPr txBox="1"/>
          <p:nvPr/>
        </p:nvSpPr>
        <p:spPr>
          <a:xfrm>
            <a:off x="137160" y="4965192"/>
            <a:ext cx="3657600" cy="164592"/>
          </a:xfrm>
          <a:prstGeom prst="rect">
            <a:avLst/>
          </a:prstGeom>
          <a:noFill/>
          <a:ln/>
        </p:spPr>
        <p:txBody>
          <a:bodyPr wrap="square" lIns="0" tIns="0" rIns="0" bIns="0" rtlCol="0" anchor="ctr"/>
          <a:lstStyle/>
          <a:p>
            <a:pPr marL="0" indent="0">
              <a:buNone/>
            </a:pPr>
            <a:r>
              <a:rPr lang="en-US" sz="750">
                <a:solidFill>
                  <a:srgbClr val="CFB87C"/>
                </a:solidFill>
                <a:latin typeface="Calibri" pitchFamily="34" charset="0"/>
                <a:ea typeface="Calibri" pitchFamily="34" charset="-122"/>
                <a:cs typeface="Calibri" pitchFamily="34" charset="-120"/>
              </a:rPr>
              <a:t>HERON | UAS GNSS-R</a:t>
            </a:r>
            <a:endParaRPr lang="en-US" sz="750"/>
          </a:p>
        </p:txBody>
      </p:sp>
      <p:sp>
        <p:nvSpPr>
          <p:cNvPr id="21" name="Text 19"/>
          <p:cNvSpPr txBox="1"/>
          <p:nvPr/>
        </p:nvSpPr>
        <p:spPr>
          <a:xfrm>
            <a:off x="5029200" y="4965192"/>
            <a:ext cx="3977640" cy="164592"/>
          </a:xfrm>
          <a:prstGeom prst="rect">
            <a:avLst/>
          </a:prstGeom>
          <a:noFill/>
          <a:ln/>
        </p:spPr>
        <p:txBody>
          <a:bodyPr wrap="square" lIns="0" tIns="0" rIns="0" bIns="0" rtlCol="0" anchor="ctr"/>
          <a:lstStyle/>
          <a:p>
            <a:pPr marL="0" indent="0" algn="r">
              <a:buNone/>
            </a:pPr>
            <a:r>
              <a:rPr lang="en-US" sz="750">
                <a:solidFill>
                  <a:srgbClr val="A8DDE2"/>
                </a:solidFill>
                <a:latin typeface="Calibri" pitchFamily="34" charset="0"/>
                <a:ea typeface="Calibri" pitchFamily="34" charset="-122"/>
                <a:cs typeface="Calibri" pitchFamily="34" charset="-120"/>
              </a:rPr>
              <a:t>Smead AES · CCAR · University of Colorado Boulder</a:t>
            </a:r>
            <a:endParaRPr lang="en-US" sz="750"/>
          </a:p>
        </p:txBody>
      </p:sp>
      <p:sp>
        <p:nvSpPr>
          <p:cNvPr id="22" name="Shape 9">
            <a:extLst>
              <a:ext uri="{FF2B5EF4-FFF2-40B4-BE49-F238E27FC236}">
                <a16:creationId xmlns:a16="http://schemas.microsoft.com/office/drawing/2014/main" id="{8D1ADE45-0C1A-721D-09FC-2AD5D1F7A195}"/>
              </a:ext>
            </a:extLst>
          </p:cNvPr>
          <p:cNvSpPr/>
          <p:nvPr/>
        </p:nvSpPr>
        <p:spPr>
          <a:xfrm>
            <a:off x="3886200" y="2145792"/>
            <a:ext cx="5029200" cy="658368"/>
          </a:xfrm>
          <a:prstGeom prst="rect">
            <a:avLst/>
          </a:prstGeom>
          <a:solidFill>
            <a:srgbClr val="1B3A6B">
              <a:alpha val="70000"/>
            </a:srgbClr>
          </a:solidFill>
          <a:ln w="6350">
            <a:solidFill>
              <a:srgbClr val="A8DDE2"/>
            </a:solidFill>
            <a:prstDash val="solid"/>
          </a:ln>
        </p:spPr>
        <p:txBody>
          <a:bodyPr/>
          <a:lstStyle/>
          <a:p>
            <a:endParaRPr lang="en-US"/>
          </a:p>
        </p:txBody>
      </p:sp>
      <p:sp>
        <p:nvSpPr>
          <p:cNvPr id="23" name="Text 10">
            <a:extLst>
              <a:ext uri="{FF2B5EF4-FFF2-40B4-BE49-F238E27FC236}">
                <a16:creationId xmlns:a16="http://schemas.microsoft.com/office/drawing/2014/main" id="{1FEA1C6D-EF07-6948-FB68-0694B00FD74A}"/>
              </a:ext>
            </a:extLst>
          </p:cNvPr>
          <p:cNvSpPr txBox="1"/>
          <p:nvPr/>
        </p:nvSpPr>
        <p:spPr>
          <a:xfrm>
            <a:off x="4114800" y="2237232"/>
            <a:ext cx="4572000" cy="475488"/>
          </a:xfrm>
          <a:prstGeom prst="rect">
            <a:avLst/>
          </a:prstGeom>
          <a:noFill/>
          <a:ln/>
        </p:spPr>
        <p:txBody>
          <a:bodyPr wrap="square" lIns="0" tIns="0" rIns="0" bIns="0" rtlCol="0" anchor="ctr"/>
          <a:lstStyle/>
          <a:p>
            <a:r>
              <a:rPr lang="en-US" sz="1300">
                <a:solidFill>
                  <a:srgbClr val="FFFFFF"/>
                </a:solidFill>
                <a:ea typeface="Calibri"/>
                <a:cs typeface="Calibri"/>
              </a:rPr>
              <a:t>→ UAV </a:t>
            </a:r>
            <a:r>
              <a:rPr lang="en-US" sz="1300">
                <a:solidFill>
                  <a:srgbClr val="FFFFFF"/>
                </a:solidFill>
                <a:latin typeface="Calibri"/>
                <a:ea typeface="Calibri"/>
                <a:cs typeface="Calibri"/>
              </a:rPr>
              <a:t>Hardware &amp; Flight Planning </a:t>
            </a:r>
            <a:endParaRPr lang="en-US" sz="13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A9D66-9882-A665-A123-C1AF0982D26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5A1ABF5-2120-E01E-EA55-7E895FDB1140}"/>
              </a:ext>
            </a:extLst>
          </p:cNvPr>
          <p:cNvSpPr/>
          <p:nvPr/>
        </p:nvSpPr>
        <p:spPr>
          <a:xfrm>
            <a:off x="0" y="0"/>
            <a:ext cx="9144000" cy="5143500"/>
          </a:xfrm>
          <a:prstGeom prst="rect">
            <a:avLst/>
          </a:prstGeom>
          <a:solidFill>
            <a:srgbClr val="F2F7FA"/>
          </a:solidFill>
          <a:ln w="12700">
            <a:solidFill>
              <a:srgbClr val="F2F7FA"/>
            </a:solidFill>
            <a:prstDash val="solid"/>
          </a:ln>
        </p:spPr>
        <p:txBody>
          <a:bodyPr/>
          <a:lstStyle/>
          <a:p>
            <a:endParaRPr lang="en-US"/>
          </a:p>
        </p:txBody>
      </p:sp>
      <p:sp>
        <p:nvSpPr>
          <p:cNvPr id="3" name="Shape 1">
            <a:extLst>
              <a:ext uri="{FF2B5EF4-FFF2-40B4-BE49-F238E27FC236}">
                <a16:creationId xmlns:a16="http://schemas.microsoft.com/office/drawing/2014/main" id="{B6D132E3-C9FD-D485-6B7C-AA784F4BC390}"/>
              </a:ext>
            </a:extLst>
          </p:cNvPr>
          <p:cNvSpPr/>
          <p:nvPr/>
        </p:nvSpPr>
        <p:spPr>
          <a:xfrm>
            <a:off x="0" y="0"/>
            <a:ext cx="9144000" cy="594360"/>
          </a:xfrm>
          <a:prstGeom prst="rect">
            <a:avLst/>
          </a:prstGeom>
          <a:solidFill>
            <a:srgbClr val="0D2340"/>
          </a:solidFill>
          <a:ln w="12700">
            <a:solidFill>
              <a:srgbClr val="0D2340"/>
            </a:solidFill>
            <a:prstDash val="solid"/>
          </a:ln>
        </p:spPr>
        <p:txBody>
          <a:bodyPr/>
          <a:lstStyle/>
          <a:p>
            <a:endParaRPr lang="en-US"/>
          </a:p>
        </p:txBody>
      </p:sp>
      <p:sp>
        <p:nvSpPr>
          <p:cNvPr id="4" name="Text 2">
            <a:extLst>
              <a:ext uri="{FF2B5EF4-FFF2-40B4-BE49-F238E27FC236}">
                <a16:creationId xmlns:a16="http://schemas.microsoft.com/office/drawing/2014/main" id="{B001F23F-9FD1-9440-158B-2ED18C5D0B48}"/>
              </a:ext>
            </a:extLst>
          </p:cNvPr>
          <p:cNvSpPr txBox="1"/>
          <p:nvPr/>
        </p:nvSpPr>
        <p:spPr>
          <a:xfrm>
            <a:off x="256032" y="73152"/>
            <a:ext cx="6426776" cy="457200"/>
          </a:xfrm>
          <a:prstGeom prst="rect">
            <a:avLst/>
          </a:prstGeom>
          <a:noFill/>
          <a:ln/>
        </p:spPr>
        <p:txBody>
          <a:bodyPr wrap="square" lIns="0" tIns="0" rIns="0" bIns="0" rtlCol="0" anchor="ctr"/>
          <a:lstStyle/>
          <a:p>
            <a:pPr marL="0" indent="0">
              <a:buNone/>
            </a:pPr>
            <a:r>
              <a:rPr lang="en-US" sz="2600" b="1">
                <a:solidFill>
                  <a:srgbClr val="FFFFFF"/>
                </a:solidFill>
                <a:latin typeface="Calibri" pitchFamily="34" charset="0"/>
                <a:ea typeface="Calibri" pitchFamily="34" charset="-122"/>
                <a:cs typeface="Calibri" pitchFamily="34" charset="-120"/>
              </a:rPr>
              <a:t>Week Update: Sept. 9</a:t>
            </a:r>
            <a:endParaRPr lang="en-US" sz="2600"/>
          </a:p>
        </p:txBody>
      </p:sp>
      <p:sp>
        <p:nvSpPr>
          <p:cNvPr id="5" name="Shape 3">
            <a:extLst>
              <a:ext uri="{FF2B5EF4-FFF2-40B4-BE49-F238E27FC236}">
                <a16:creationId xmlns:a16="http://schemas.microsoft.com/office/drawing/2014/main" id="{64D03C81-388B-4BBD-CA78-4051FA9F29D7}"/>
              </a:ext>
            </a:extLst>
          </p:cNvPr>
          <p:cNvSpPr/>
          <p:nvPr/>
        </p:nvSpPr>
        <p:spPr>
          <a:xfrm>
            <a:off x="201168" y="2833258"/>
            <a:ext cx="4343400" cy="2029968"/>
          </a:xfrm>
          <a:prstGeom prst="rect">
            <a:avLst/>
          </a:prstGeom>
          <a:solidFill>
            <a:srgbClr val="FFFFFF"/>
          </a:solidFill>
          <a:ln w="19050">
            <a:solidFill>
              <a:schemeClr val="accent2">
                <a:lumMod val="75000"/>
              </a:schemeClr>
            </a:solidFill>
            <a:prstDash val="solid"/>
          </a:ln>
        </p:spPr>
        <p:txBody>
          <a:bodyPr/>
          <a:lstStyle/>
          <a:p>
            <a:endParaRPr lang="en-US"/>
          </a:p>
        </p:txBody>
      </p:sp>
      <p:sp>
        <p:nvSpPr>
          <p:cNvPr id="6" name="Shape 4">
            <a:extLst>
              <a:ext uri="{FF2B5EF4-FFF2-40B4-BE49-F238E27FC236}">
                <a16:creationId xmlns:a16="http://schemas.microsoft.com/office/drawing/2014/main" id="{06A6412E-C77E-6843-A24B-BF5C7C321BB7}"/>
              </a:ext>
            </a:extLst>
          </p:cNvPr>
          <p:cNvSpPr/>
          <p:nvPr/>
        </p:nvSpPr>
        <p:spPr>
          <a:xfrm>
            <a:off x="201168" y="2833258"/>
            <a:ext cx="4343400" cy="292608"/>
          </a:xfrm>
          <a:prstGeom prst="rect">
            <a:avLst/>
          </a:prstGeom>
          <a:solidFill>
            <a:schemeClr val="accent2">
              <a:lumMod val="75000"/>
            </a:schemeClr>
          </a:solidFill>
          <a:ln w="12700">
            <a:solidFill>
              <a:schemeClr val="accent2">
                <a:lumMod val="75000"/>
              </a:schemeClr>
            </a:solidFill>
            <a:prstDash val="solid"/>
          </a:ln>
        </p:spPr>
        <p:txBody>
          <a:bodyPr/>
          <a:lstStyle/>
          <a:p>
            <a:endParaRPr lang="en-US"/>
          </a:p>
        </p:txBody>
      </p:sp>
      <p:sp>
        <p:nvSpPr>
          <p:cNvPr id="7" name="Text 5">
            <a:extLst>
              <a:ext uri="{FF2B5EF4-FFF2-40B4-BE49-F238E27FC236}">
                <a16:creationId xmlns:a16="http://schemas.microsoft.com/office/drawing/2014/main" id="{709A0758-15EB-D2B4-2D0A-6D222ACAE0EE}"/>
              </a:ext>
            </a:extLst>
          </p:cNvPr>
          <p:cNvSpPr txBox="1"/>
          <p:nvPr/>
        </p:nvSpPr>
        <p:spPr>
          <a:xfrm>
            <a:off x="292608" y="2851546"/>
            <a:ext cx="4160520" cy="256032"/>
          </a:xfrm>
          <a:prstGeom prst="rect">
            <a:avLst/>
          </a:prstGeom>
          <a:noFill/>
          <a:ln/>
        </p:spPr>
        <p:txBody>
          <a:bodyPr wrap="square" lIns="0" tIns="0" rIns="0" bIns="0" rtlCol="0" anchor="ctr"/>
          <a:lstStyle/>
          <a:p>
            <a:pPr marL="0" indent="0">
              <a:buNone/>
            </a:pPr>
            <a:r>
              <a:rPr lang="en-US" sz="1000" b="1">
                <a:solidFill>
                  <a:srgbClr val="FFFFFF"/>
                </a:solidFill>
                <a:latin typeface="Calibri" pitchFamily="34" charset="0"/>
                <a:ea typeface="Calibri" pitchFamily="34" charset="-122"/>
                <a:cs typeface="Calibri" pitchFamily="34" charset="-120"/>
              </a:rPr>
              <a:t>Current Challenges</a:t>
            </a:r>
            <a:endParaRPr lang="en-US" sz="1000"/>
          </a:p>
        </p:txBody>
      </p:sp>
      <p:sp>
        <p:nvSpPr>
          <p:cNvPr id="9" name="Shape 7">
            <a:extLst>
              <a:ext uri="{FF2B5EF4-FFF2-40B4-BE49-F238E27FC236}">
                <a16:creationId xmlns:a16="http://schemas.microsoft.com/office/drawing/2014/main" id="{2733B32E-3639-8A68-0913-DA4031DC672A}"/>
              </a:ext>
            </a:extLst>
          </p:cNvPr>
          <p:cNvSpPr/>
          <p:nvPr/>
        </p:nvSpPr>
        <p:spPr>
          <a:xfrm>
            <a:off x="4654296" y="2833258"/>
            <a:ext cx="4343400" cy="2029968"/>
          </a:xfrm>
          <a:prstGeom prst="rect">
            <a:avLst/>
          </a:prstGeom>
          <a:solidFill>
            <a:srgbClr val="FFFFFF"/>
          </a:solidFill>
          <a:ln w="19050">
            <a:solidFill>
              <a:srgbClr val="2D6B2D"/>
            </a:solidFill>
            <a:prstDash val="solid"/>
          </a:ln>
        </p:spPr>
        <p:txBody>
          <a:bodyPr/>
          <a:lstStyle/>
          <a:p>
            <a:endParaRPr lang="en-US"/>
          </a:p>
        </p:txBody>
      </p:sp>
      <p:sp>
        <p:nvSpPr>
          <p:cNvPr id="10" name="Shape 8">
            <a:extLst>
              <a:ext uri="{FF2B5EF4-FFF2-40B4-BE49-F238E27FC236}">
                <a16:creationId xmlns:a16="http://schemas.microsoft.com/office/drawing/2014/main" id="{D3EEEADE-DAB0-367B-8FF6-257E60165C7A}"/>
              </a:ext>
            </a:extLst>
          </p:cNvPr>
          <p:cNvSpPr/>
          <p:nvPr/>
        </p:nvSpPr>
        <p:spPr>
          <a:xfrm>
            <a:off x="4654296" y="2833258"/>
            <a:ext cx="4343400" cy="292608"/>
          </a:xfrm>
          <a:prstGeom prst="rect">
            <a:avLst/>
          </a:prstGeom>
          <a:solidFill>
            <a:srgbClr val="2D6B2D"/>
          </a:solidFill>
          <a:ln w="12700">
            <a:solidFill>
              <a:srgbClr val="2D6B2D"/>
            </a:solidFill>
            <a:prstDash val="solid"/>
          </a:ln>
        </p:spPr>
        <p:txBody>
          <a:bodyPr/>
          <a:lstStyle/>
          <a:p>
            <a:endParaRPr lang="en-US"/>
          </a:p>
        </p:txBody>
      </p:sp>
      <p:sp>
        <p:nvSpPr>
          <p:cNvPr id="11" name="Text 9">
            <a:extLst>
              <a:ext uri="{FF2B5EF4-FFF2-40B4-BE49-F238E27FC236}">
                <a16:creationId xmlns:a16="http://schemas.microsoft.com/office/drawing/2014/main" id="{78C62A3A-D09A-154E-93AA-E4A7C3492A6F}"/>
              </a:ext>
            </a:extLst>
          </p:cNvPr>
          <p:cNvSpPr txBox="1"/>
          <p:nvPr/>
        </p:nvSpPr>
        <p:spPr>
          <a:xfrm>
            <a:off x="4745736" y="2851546"/>
            <a:ext cx="4160520" cy="256032"/>
          </a:xfrm>
          <a:prstGeom prst="rect">
            <a:avLst/>
          </a:prstGeom>
          <a:noFill/>
          <a:ln/>
        </p:spPr>
        <p:txBody>
          <a:bodyPr wrap="square" lIns="0" tIns="0" rIns="0" bIns="0" rtlCol="0" anchor="ctr"/>
          <a:lstStyle/>
          <a:p>
            <a:pPr marL="0" indent="0">
              <a:buNone/>
            </a:pPr>
            <a:r>
              <a:rPr lang="en-US" sz="1000" b="1">
                <a:solidFill>
                  <a:srgbClr val="FFFFFF"/>
                </a:solidFill>
                <a:latin typeface="Calibri" pitchFamily="34" charset="0"/>
                <a:ea typeface="Calibri" pitchFamily="34" charset="-122"/>
                <a:cs typeface="Calibri" pitchFamily="34" charset="-120"/>
              </a:rPr>
              <a:t>Proposed Solutions</a:t>
            </a:r>
            <a:endParaRPr lang="en-US" sz="1000"/>
          </a:p>
        </p:txBody>
      </p:sp>
      <p:sp>
        <p:nvSpPr>
          <p:cNvPr id="13" name="Shape 11">
            <a:extLst>
              <a:ext uri="{FF2B5EF4-FFF2-40B4-BE49-F238E27FC236}">
                <a16:creationId xmlns:a16="http://schemas.microsoft.com/office/drawing/2014/main" id="{9AF73EE4-8CAF-B57B-59FC-EB69510EED88}"/>
              </a:ext>
            </a:extLst>
          </p:cNvPr>
          <p:cNvSpPr/>
          <p:nvPr/>
        </p:nvSpPr>
        <p:spPr>
          <a:xfrm>
            <a:off x="201168" y="704640"/>
            <a:ext cx="4343400" cy="2029968"/>
          </a:xfrm>
          <a:prstGeom prst="rect">
            <a:avLst/>
          </a:prstGeom>
          <a:solidFill>
            <a:srgbClr val="FFFFFF"/>
          </a:solidFill>
          <a:ln w="19050">
            <a:solidFill>
              <a:schemeClr val="accent3">
                <a:lumMod val="75000"/>
              </a:schemeClr>
            </a:solidFill>
            <a:prstDash val="solid"/>
          </a:ln>
        </p:spPr>
        <p:txBody>
          <a:bodyPr/>
          <a:lstStyle/>
          <a:p>
            <a:endParaRPr lang="en-US"/>
          </a:p>
        </p:txBody>
      </p:sp>
      <p:sp>
        <p:nvSpPr>
          <p:cNvPr id="14" name="Shape 12">
            <a:extLst>
              <a:ext uri="{FF2B5EF4-FFF2-40B4-BE49-F238E27FC236}">
                <a16:creationId xmlns:a16="http://schemas.microsoft.com/office/drawing/2014/main" id="{A1FB4035-86FF-D4F0-B404-F40132A37D7D}"/>
              </a:ext>
            </a:extLst>
          </p:cNvPr>
          <p:cNvSpPr/>
          <p:nvPr/>
        </p:nvSpPr>
        <p:spPr>
          <a:xfrm>
            <a:off x="201168" y="704640"/>
            <a:ext cx="4343400" cy="292608"/>
          </a:xfrm>
          <a:prstGeom prst="rect">
            <a:avLst/>
          </a:prstGeom>
          <a:solidFill>
            <a:schemeClr val="accent3">
              <a:lumMod val="75000"/>
            </a:schemeClr>
          </a:solidFill>
          <a:ln w="12700">
            <a:solidFill>
              <a:schemeClr val="accent3">
                <a:lumMod val="75000"/>
              </a:schemeClr>
            </a:solidFill>
            <a:prstDash val="solid"/>
          </a:ln>
        </p:spPr>
        <p:txBody>
          <a:bodyPr/>
          <a:lstStyle/>
          <a:p>
            <a:endParaRPr lang="en-US"/>
          </a:p>
        </p:txBody>
      </p:sp>
      <p:sp>
        <p:nvSpPr>
          <p:cNvPr id="15" name="Text 13">
            <a:extLst>
              <a:ext uri="{FF2B5EF4-FFF2-40B4-BE49-F238E27FC236}">
                <a16:creationId xmlns:a16="http://schemas.microsoft.com/office/drawing/2014/main" id="{63AF96B3-C3F7-6717-5008-E9B80BA1DC94}"/>
              </a:ext>
            </a:extLst>
          </p:cNvPr>
          <p:cNvSpPr txBox="1"/>
          <p:nvPr/>
        </p:nvSpPr>
        <p:spPr>
          <a:xfrm>
            <a:off x="292608" y="722928"/>
            <a:ext cx="4160520" cy="256032"/>
          </a:xfrm>
          <a:prstGeom prst="rect">
            <a:avLst/>
          </a:prstGeom>
          <a:noFill/>
          <a:ln/>
        </p:spPr>
        <p:txBody>
          <a:bodyPr wrap="square" lIns="0" tIns="0" rIns="0" bIns="0" rtlCol="0" anchor="ctr"/>
          <a:lstStyle/>
          <a:p>
            <a:pPr marL="0" indent="0">
              <a:buNone/>
            </a:pPr>
            <a:r>
              <a:rPr lang="en-US" sz="1000" b="1">
                <a:solidFill>
                  <a:srgbClr val="FFFFFF"/>
                </a:solidFill>
                <a:latin typeface="Calibri" pitchFamily="34" charset="0"/>
                <a:ea typeface="Calibri" pitchFamily="34" charset="-122"/>
                <a:cs typeface="Calibri" pitchFamily="34" charset="-120"/>
              </a:rPr>
              <a:t>Accomplished This Week</a:t>
            </a:r>
            <a:endParaRPr lang="en-US" sz="1000"/>
          </a:p>
        </p:txBody>
      </p:sp>
      <p:sp>
        <p:nvSpPr>
          <p:cNvPr id="17" name="Shape 15">
            <a:extLst>
              <a:ext uri="{FF2B5EF4-FFF2-40B4-BE49-F238E27FC236}">
                <a16:creationId xmlns:a16="http://schemas.microsoft.com/office/drawing/2014/main" id="{DFBCB692-A242-8C75-E4B0-F65944E76808}"/>
              </a:ext>
            </a:extLst>
          </p:cNvPr>
          <p:cNvSpPr/>
          <p:nvPr/>
        </p:nvSpPr>
        <p:spPr>
          <a:xfrm>
            <a:off x="4654296" y="704640"/>
            <a:ext cx="4343400" cy="2029968"/>
          </a:xfrm>
          <a:prstGeom prst="rect">
            <a:avLst/>
          </a:prstGeom>
          <a:solidFill>
            <a:srgbClr val="FFFFFF"/>
          </a:solidFill>
          <a:ln w="19050">
            <a:solidFill>
              <a:srgbClr val="1B3A6B"/>
            </a:solidFill>
            <a:prstDash val="solid"/>
          </a:ln>
        </p:spPr>
        <p:txBody>
          <a:bodyPr/>
          <a:lstStyle/>
          <a:p>
            <a:endParaRPr lang="en-US"/>
          </a:p>
        </p:txBody>
      </p:sp>
      <p:sp>
        <p:nvSpPr>
          <p:cNvPr id="18" name="Shape 16">
            <a:extLst>
              <a:ext uri="{FF2B5EF4-FFF2-40B4-BE49-F238E27FC236}">
                <a16:creationId xmlns:a16="http://schemas.microsoft.com/office/drawing/2014/main" id="{6114883A-29FE-F0BC-A6FE-BE83EB0B7E46}"/>
              </a:ext>
            </a:extLst>
          </p:cNvPr>
          <p:cNvSpPr/>
          <p:nvPr/>
        </p:nvSpPr>
        <p:spPr>
          <a:xfrm>
            <a:off x="4654296" y="704640"/>
            <a:ext cx="4343400" cy="292608"/>
          </a:xfrm>
          <a:prstGeom prst="rect">
            <a:avLst/>
          </a:prstGeom>
          <a:solidFill>
            <a:srgbClr val="1B3A6B"/>
          </a:solidFill>
          <a:ln w="12700">
            <a:solidFill>
              <a:srgbClr val="1B3A6B"/>
            </a:solidFill>
            <a:prstDash val="solid"/>
          </a:ln>
        </p:spPr>
        <p:txBody>
          <a:bodyPr/>
          <a:lstStyle/>
          <a:p>
            <a:endParaRPr lang="en-US"/>
          </a:p>
        </p:txBody>
      </p:sp>
      <p:sp>
        <p:nvSpPr>
          <p:cNvPr id="19" name="Text 17">
            <a:extLst>
              <a:ext uri="{FF2B5EF4-FFF2-40B4-BE49-F238E27FC236}">
                <a16:creationId xmlns:a16="http://schemas.microsoft.com/office/drawing/2014/main" id="{2F95B543-3E50-1D54-DF5A-DF051A8D357C}"/>
              </a:ext>
            </a:extLst>
          </p:cNvPr>
          <p:cNvSpPr txBox="1"/>
          <p:nvPr/>
        </p:nvSpPr>
        <p:spPr>
          <a:xfrm>
            <a:off x="4745736" y="722928"/>
            <a:ext cx="4160520" cy="256032"/>
          </a:xfrm>
          <a:prstGeom prst="rect">
            <a:avLst/>
          </a:prstGeom>
          <a:noFill/>
          <a:ln/>
        </p:spPr>
        <p:txBody>
          <a:bodyPr wrap="square" lIns="0" tIns="0" rIns="0" bIns="0" rtlCol="0" anchor="ctr"/>
          <a:lstStyle/>
          <a:p>
            <a:pPr marL="0" indent="0">
              <a:buNone/>
            </a:pPr>
            <a:r>
              <a:rPr lang="en-US" sz="1000" b="1">
                <a:solidFill>
                  <a:srgbClr val="FFFFFF"/>
                </a:solidFill>
                <a:latin typeface="Calibri" pitchFamily="34" charset="0"/>
                <a:ea typeface="Calibri" pitchFamily="34" charset="-122"/>
                <a:cs typeface="Calibri" pitchFamily="34" charset="-120"/>
              </a:rPr>
              <a:t>Planned for the Next Week</a:t>
            </a:r>
            <a:endParaRPr lang="en-US" sz="1000"/>
          </a:p>
        </p:txBody>
      </p:sp>
      <p:sp>
        <p:nvSpPr>
          <p:cNvPr id="21" name="Shape 19">
            <a:extLst>
              <a:ext uri="{FF2B5EF4-FFF2-40B4-BE49-F238E27FC236}">
                <a16:creationId xmlns:a16="http://schemas.microsoft.com/office/drawing/2014/main" id="{1B2F7E6B-1A37-9CF8-2E2F-8684A84AEBDC}"/>
              </a:ext>
            </a:extLst>
          </p:cNvPr>
          <p:cNvSpPr/>
          <p:nvPr/>
        </p:nvSpPr>
        <p:spPr>
          <a:xfrm>
            <a:off x="0" y="4956048"/>
            <a:ext cx="9144000" cy="187452"/>
          </a:xfrm>
          <a:prstGeom prst="rect">
            <a:avLst/>
          </a:prstGeom>
          <a:solidFill>
            <a:srgbClr val="0D2340"/>
          </a:solidFill>
          <a:ln w="12700">
            <a:solidFill>
              <a:srgbClr val="0D2340"/>
            </a:solidFill>
            <a:prstDash val="solid"/>
          </a:ln>
        </p:spPr>
        <p:txBody>
          <a:bodyPr/>
          <a:lstStyle/>
          <a:p>
            <a:endParaRPr lang="en-US"/>
          </a:p>
        </p:txBody>
      </p:sp>
      <p:sp>
        <p:nvSpPr>
          <p:cNvPr id="22" name="Text 20">
            <a:extLst>
              <a:ext uri="{FF2B5EF4-FFF2-40B4-BE49-F238E27FC236}">
                <a16:creationId xmlns:a16="http://schemas.microsoft.com/office/drawing/2014/main" id="{0D1EB068-52D5-59D7-0089-B9623BBFB55C}"/>
              </a:ext>
            </a:extLst>
          </p:cNvPr>
          <p:cNvSpPr txBox="1"/>
          <p:nvPr/>
        </p:nvSpPr>
        <p:spPr>
          <a:xfrm>
            <a:off x="137160" y="4965192"/>
            <a:ext cx="3657600" cy="164592"/>
          </a:xfrm>
          <a:prstGeom prst="rect">
            <a:avLst/>
          </a:prstGeom>
          <a:noFill/>
          <a:ln/>
        </p:spPr>
        <p:txBody>
          <a:bodyPr wrap="square" lIns="0" tIns="0" rIns="0" bIns="0" rtlCol="0" anchor="ctr"/>
          <a:lstStyle/>
          <a:p>
            <a:pPr marL="0" indent="0">
              <a:buNone/>
            </a:pPr>
            <a:r>
              <a:rPr lang="en-US" sz="750">
                <a:solidFill>
                  <a:srgbClr val="CFB87C"/>
                </a:solidFill>
                <a:latin typeface="Calibri" pitchFamily="34" charset="0"/>
                <a:ea typeface="Calibri" pitchFamily="34" charset="-122"/>
                <a:cs typeface="Calibri" pitchFamily="34" charset="-120"/>
              </a:rPr>
              <a:t>HERON | UAS GNSS-R</a:t>
            </a:r>
            <a:endParaRPr lang="en-US" sz="750"/>
          </a:p>
        </p:txBody>
      </p:sp>
      <p:sp>
        <p:nvSpPr>
          <p:cNvPr id="23" name="Text 21">
            <a:extLst>
              <a:ext uri="{FF2B5EF4-FFF2-40B4-BE49-F238E27FC236}">
                <a16:creationId xmlns:a16="http://schemas.microsoft.com/office/drawing/2014/main" id="{59F42ABF-8DC4-F3CD-C624-E0D714544620}"/>
              </a:ext>
            </a:extLst>
          </p:cNvPr>
          <p:cNvSpPr txBox="1"/>
          <p:nvPr/>
        </p:nvSpPr>
        <p:spPr>
          <a:xfrm>
            <a:off x="5029200" y="4965192"/>
            <a:ext cx="3977640" cy="164592"/>
          </a:xfrm>
          <a:prstGeom prst="rect">
            <a:avLst/>
          </a:prstGeom>
          <a:noFill/>
          <a:ln/>
        </p:spPr>
        <p:txBody>
          <a:bodyPr wrap="square" lIns="0" tIns="0" rIns="0" bIns="0" rtlCol="0" anchor="ctr"/>
          <a:lstStyle/>
          <a:p>
            <a:pPr marL="0" indent="0" algn="r">
              <a:buNone/>
            </a:pPr>
            <a:r>
              <a:rPr lang="en-US" sz="750">
                <a:solidFill>
                  <a:srgbClr val="A8DDE2"/>
                </a:solidFill>
                <a:latin typeface="Calibri" pitchFamily="34" charset="0"/>
                <a:ea typeface="Calibri" pitchFamily="34" charset="-122"/>
                <a:cs typeface="Calibri" pitchFamily="34" charset="-120"/>
              </a:rPr>
              <a:t>Smead AES · CCAR · University of Colorado Boulder</a:t>
            </a:r>
            <a:endParaRPr lang="en-US" sz="750"/>
          </a:p>
        </p:txBody>
      </p:sp>
      <p:sp>
        <p:nvSpPr>
          <p:cNvPr id="24" name="Rectangle 23">
            <a:extLst>
              <a:ext uri="{FF2B5EF4-FFF2-40B4-BE49-F238E27FC236}">
                <a16:creationId xmlns:a16="http://schemas.microsoft.com/office/drawing/2014/main" id="{2266C912-6B2D-F3BE-EDE6-62E9E931E06E}"/>
              </a:ext>
            </a:extLst>
          </p:cNvPr>
          <p:cNvSpPr/>
          <p:nvPr/>
        </p:nvSpPr>
        <p:spPr>
          <a:xfrm>
            <a:off x="15510217" y="3685309"/>
            <a:ext cx="332509" cy="3394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Shape 4">
            <a:extLst>
              <a:ext uri="{FF2B5EF4-FFF2-40B4-BE49-F238E27FC236}">
                <a16:creationId xmlns:a16="http://schemas.microsoft.com/office/drawing/2014/main" id="{EE239202-0B77-73B7-684C-F69EAF493B12}"/>
              </a:ext>
            </a:extLst>
          </p:cNvPr>
          <p:cNvSpPr/>
          <p:nvPr/>
        </p:nvSpPr>
        <p:spPr>
          <a:xfrm>
            <a:off x="6794407" y="59436"/>
            <a:ext cx="1047404" cy="435898"/>
          </a:xfrm>
          <a:prstGeom prst="rect">
            <a:avLst/>
          </a:prstGeom>
          <a:solidFill>
            <a:srgbClr val="1A7A9A"/>
          </a:solidFill>
          <a:ln w="12700">
            <a:solidFill>
              <a:srgbClr val="1A7A9A"/>
            </a:solidFill>
            <a:prstDash val="solid"/>
          </a:ln>
        </p:spPr>
        <p:txBody>
          <a:bodyPr/>
          <a:lstStyle/>
          <a:p>
            <a:endParaRPr lang="en-US"/>
          </a:p>
        </p:txBody>
      </p:sp>
      <p:sp>
        <p:nvSpPr>
          <p:cNvPr id="28" name="Text 5">
            <a:extLst>
              <a:ext uri="{FF2B5EF4-FFF2-40B4-BE49-F238E27FC236}">
                <a16:creationId xmlns:a16="http://schemas.microsoft.com/office/drawing/2014/main" id="{10492296-FE01-F774-795A-5B09D167ED4B}"/>
              </a:ext>
            </a:extLst>
          </p:cNvPr>
          <p:cNvSpPr txBox="1"/>
          <p:nvPr/>
        </p:nvSpPr>
        <p:spPr>
          <a:xfrm>
            <a:off x="6825996" y="51497"/>
            <a:ext cx="984227" cy="457553"/>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UAV Hardware &amp; Flight Planning  </a:t>
            </a:r>
            <a:endParaRPr lang="en-US" sz="900"/>
          </a:p>
        </p:txBody>
      </p:sp>
      <p:sp>
        <p:nvSpPr>
          <p:cNvPr id="30" name="Shape 4">
            <a:extLst>
              <a:ext uri="{FF2B5EF4-FFF2-40B4-BE49-F238E27FC236}">
                <a16:creationId xmlns:a16="http://schemas.microsoft.com/office/drawing/2014/main" id="{0476030C-9AC2-5DB8-8982-3308A7821B09}"/>
              </a:ext>
            </a:extLst>
          </p:cNvPr>
          <p:cNvSpPr/>
          <p:nvPr/>
        </p:nvSpPr>
        <p:spPr>
          <a:xfrm>
            <a:off x="7953408" y="59436"/>
            <a:ext cx="1047404" cy="435898"/>
          </a:xfrm>
          <a:prstGeom prst="rect">
            <a:avLst/>
          </a:prstGeom>
          <a:solidFill>
            <a:srgbClr val="B09040"/>
          </a:solidFill>
          <a:ln w="12700">
            <a:solidFill>
              <a:srgbClr val="B09040"/>
            </a:solidFill>
            <a:prstDash val="solid"/>
          </a:ln>
        </p:spPr>
        <p:txBody>
          <a:bodyPr/>
          <a:lstStyle/>
          <a:p>
            <a:endParaRPr lang="en-US"/>
          </a:p>
        </p:txBody>
      </p:sp>
      <p:sp>
        <p:nvSpPr>
          <p:cNvPr id="32" name="Text 5">
            <a:extLst>
              <a:ext uri="{FF2B5EF4-FFF2-40B4-BE49-F238E27FC236}">
                <a16:creationId xmlns:a16="http://schemas.microsoft.com/office/drawing/2014/main" id="{4C1D959E-9E37-2AB4-82A3-4A561EA766ED}"/>
              </a:ext>
            </a:extLst>
          </p:cNvPr>
          <p:cNvSpPr txBox="1"/>
          <p:nvPr/>
        </p:nvSpPr>
        <p:spPr>
          <a:xfrm>
            <a:off x="7984997" y="51497"/>
            <a:ext cx="984227" cy="457553"/>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SDR &amp; Data Processing</a:t>
            </a:r>
            <a:endParaRPr lang="en-US" sz="900"/>
          </a:p>
        </p:txBody>
      </p:sp>
      <p:sp>
        <p:nvSpPr>
          <p:cNvPr id="33" name="Rectangle 32">
            <a:extLst>
              <a:ext uri="{FF2B5EF4-FFF2-40B4-BE49-F238E27FC236}">
                <a16:creationId xmlns:a16="http://schemas.microsoft.com/office/drawing/2014/main" id="{3293CADA-850F-13B5-8033-E556646F1133}"/>
              </a:ext>
            </a:extLst>
          </p:cNvPr>
          <p:cNvSpPr/>
          <p:nvPr/>
        </p:nvSpPr>
        <p:spPr>
          <a:xfrm>
            <a:off x="420815" y="1088688"/>
            <a:ext cx="1828800" cy="1554480"/>
          </a:xfrm>
          <a:prstGeom prst="rect">
            <a:avLst/>
          </a:prstGeom>
          <a:noFill/>
          <a:ln w="28575">
            <a:solidFill>
              <a:srgbClr val="1A7A9A"/>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a:p>
        </p:txBody>
      </p:sp>
      <p:sp>
        <p:nvSpPr>
          <p:cNvPr id="35" name="Rectangle 34">
            <a:extLst>
              <a:ext uri="{FF2B5EF4-FFF2-40B4-BE49-F238E27FC236}">
                <a16:creationId xmlns:a16="http://schemas.microsoft.com/office/drawing/2014/main" id="{D5434C08-A5CC-7767-5A3A-A7438910AFAF}"/>
              </a:ext>
            </a:extLst>
          </p:cNvPr>
          <p:cNvSpPr/>
          <p:nvPr/>
        </p:nvSpPr>
        <p:spPr>
          <a:xfrm>
            <a:off x="2448479" y="1088688"/>
            <a:ext cx="1828800" cy="1554480"/>
          </a:xfrm>
          <a:prstGeom prst="rect">
            <a:avLst/>
          </a:prstGeom>
          <a:noFill/>
          <a:ln w="28575">
            <a:solidFill>
              <a:srgbClr val="B09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1A0197A8-E0AE-5847-ACE2-2CB372E93F96}"/>
              </a:ext>
            </a:extLst>
          </p:cNvPr>
          <p:cNvSpPr txBox="1"/>
          <p:nvPr/>
        </p:nvSpPr>
        <p:spPr>
          <a:xfrm>
            <a:off x="462829" y="1124397"/>
            <a:ext cx="1744772" cy="1615827"/>
          </a:xfrm>
          <a:prstGeom prst="rect">
            <a:avLst/>
          </a:prstGeom>
          <a:noFill/>
        </p:spPr>
        <p:txBody>
          <a:bodyPr wrap="square" lIns="91440" tIns="45720" rIns="91440" bIns="45720" rtlCol="0" anchor="t">
            <a:spAutoFit/>
          </a:bodyPr>
          <a:lstStyle/>
          <a:p>
            <a:pPr marL="171450" indent="-171450">
              <a:buFont typeface="Wingdings" panose="05000000000000000000" pitchFamily="2" charset="2"/>
              <a:buChar char="ü"/>
            </a:pPr>
            <a:r>
              <a:rPr lang="en-US" sz="1100"/>
              <a:t>Heard back from CU Flight Ops</a:t>
            </a:r>
          </a:p>
          <a:p>
            <a:pPr marL="171450" indent="-171450">
              <a:buFont typeface="Wingdings" panose="05000000000000000000" pitchFamily="2" charset="2"/>
              <a:buChar char="ü"/>
            </a:pPr>
            <a:r>
              <a:rPr lang="en-US" sz="1100">
                <a:ea typeface="Calibri"/>
                <a:cs typeface="Calibri"/>
              </a:rPr>
              <a:t>Found part 107 waiver guidelines</a:t>
            </a:r>
          </a:p>
          <a:p>
            <a:pPr marL="171450" indent="-171450">
              <a:buFont typeface="Wingdings" panose="05000000000000000000" pitchFamily="2" charset="2"/>
              <a:buChar char="ü"/>
            </a:pPr>
            <a:r>
              <a:rPr lang="en-US" sz="1100">
                <a:ea typeface="Calibri"/>
                <a:cs typeface="Calibri"/>
              </a:rPr>
              <a:t>Verified UAV GCS/flight-controller connection, sensors, initial battery checks</a:t>
            </a:r>
          </a:p>
          <a:p>
            <a:pPr marL="171450" indent="-171450">
              <a:buFont typeface="Wingdings" panose="05000000000000000000" pitchFamily="2" charset="2"/>
              <a:buChar char="ü"/>
            </a:pPr>
            <a:endParaRPr lang="en-US" sz="1100">
              <a:ea typeface="Calibri"/>
              <a:cs typeface="Calibri"/>
            </a:endParaRPr>
          </a:p>
        </p:txBody>
      </p:sp>
      <p:sp>
        <p:nvSpPr>
          <p:cNvPr id="38" name="TextBox 37">
            <a:extLst>
              <a:ext uri="{FF2B5EF4-FFF2-40B4-BE49-F238E27FC236}">
                <a16:creationId xmlns:a16="http://schemas.microsoft.com/office/drawing/2014/main" id="{0D85B1D7-EF08-4E44-08E7-F14997EBB694}"/>
              </a:ext>
            </a:extLst>
          </p:cNvPr>
          <p:cNvSpPr txBox="1"/>
          <p:nvPr/>
        </p:nvSpPr>
        <p:spPr>
          <a:xfrm>
            <a:off x="2490493" y="1148726"/>
            <a:ext cx="1744772" cy="1277273"/>
          </a:xfrm>
          <a:prstGeom prst="rect">
            <a:avLst/>
          </a:prstGeom>
          <a:noFill/>
        </p:spPr>
        <p:txBody>
          <a:bodyPr wrap="square" rtlCol="0" anchor="t">
            <a:spAutoFit/>
          </a:bodyPr>
          <a:lstStyle/>
          <a:p>
            <a:pPr marL="171450" indent="-171450">
              <a:buFont typeface="Wingdings" panose="05000000000000000000" pitchFamily="2" charset="2"/>
              <a:buChar char="ü"/>
            </a:pPr>
            <a:r>
              <a:rPr lang="en-US" sz="1100"/>
              <a:t>Developed a finalized plan for SDRs</a:t>
            </a:r>
          </a:p>
          <a:p>
            <a:pPr marL="171450" indent="-171450">
              <a:buFont typeface="Wingdings" panose="05000000000000000000" pitchFamily="2" charset="2"/>
              <a:buChar char="ü"/>
            </a:pPr>
            <a:r>
              <a:rPr lang="en-US" sz="1100"/>
              <a:t>Performed raw IF capture with B200</a:t>
            </a:r>
          </a:p>
          <a:p>
            <a:pPr marL="171450" indent="-171450">
              <a:buFont typeface="Wingdings" panose="05000000000000000000" pitchFamily="2" charset="2"/>
              <a:buChar char="ü"/>
            </a:pPr>
            <a:endParaRPr lang="en-US" sz="1100"/>
          </a:p>
          <a:p>
            <a:pPr marL="171450" indent="-171450">
              <a:buFont typeface="Wingdings" panose="05000000000000000000" pitchFamily="2" charset="2"/>
              <a:buChar char="ü"/>
            </a:pPr>
            <a:r>
              <a:rPr lang="en-US" sz="1100" err="1"/>
              <a:t>gps</a:t>
            </a:r>
            <a:r>
              <a:rPr lang="en-US" sz="1100"/>
              <a:t>-tracking-example code working</a:t>
            </a:r>
          </a:p>
        </p:txBody>
      </p:sp>
      <p:sp>
        <p:nvSpPr>
          <p:cNvPr id="40" name="Rectangle 39">
            <a:extLst>
              <a:ext uri="{FF2B5EF4-FFF2-40B4-BE49-F238E27FC236}">
                <a16:creationId xmlns:a16="http://schemas.microsoft.com/office/drawing/2014/main" id="{3A0EEAB5-51EB-59A9-68E6-79C7AC77DF0D}"/>
              </a:ext>
            </a:extLst>
          </p:cNvPr>
          <p:cNvSpPr/>
          <p:nvPr/>
        </p:nvSpPr>
        <p:spPr>
          <a:xfrm>
            <a:off x="4885044" y="1095546"/>
            <a:ext cx="1828800" cy="1554480"/>
          </a:xfrm>
          <a:prstGeom prst="rect">
            <a:avLst/>
          </a:prstGeom>
          <a:noFill/>
          <a:ln w="28575">
            <a:solidFill>
              <a:srgbClr val="1A7A9A"/>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a:p>
        </p:txBody>
      </p:sp>
      <p:sp>
        <p:nvSpPr>
          <p:cNvPr id="42" name="Rectangle 41">
            <a:extLst>
              <a:ext uri="{FF2B5EF4-FFF2-40B4-BE49-F238E27FC236}">
                <a16:creationId xmlns:a16="http://schemas.microsoft.com/office/drawing/2014/main" id="{8E2EF33A-02EC-EF0D-97D3-BCF29E88E264}"/>
              </a:ext>
            </a:extLst>
          </p:cNvPr>
          <p:cNvSpPr/>
          <p:nvPr/>
        </p:nvSpPr>
        <p:spPr>
          <a:xfrm>
            <a:off x="6912708" y="1095546"/>
            <a:ext cx="1828800" cy="1554480"/>
          </a:xfrm>
          <a:prstGeom prst="rect">
            <a:avLst/>
          </a:prstGeom>
          <a:noFill/>
          <a:ln w="28575">
            <a:solidFill>
              <a:srgbClr val="B09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7BA7AE71-9AEC-6A81-81DE-ED8C33F57C10}"/>
              </a:ext>
            </a:extLst>
          </p:cNvPr>
          <p:cNvSpPr txBox="1"/>
          <p:nvPr/>
        </p:nvSpPr>
        <p:spPr>
          <a:xfrm>
            <a:off x="4927058" y="1131255"/>
            <a:ext cx="1744772" cy="1107996"/>
          </a:xfrm>
          <a:prstGeom prst="rect">
            <a:avLst/>
          </a:prstGeom>
          <a:noFill/>
        </p:spPr>
        <p:txBody>
          <a:bodyPr wrap="square" lIns="91440" tIns="45720" rIns="91440" bIns="45720" rtlCol="0" anchor="t">
            <a:spAutoFit/>
          </a:bodyPr>
          <a:lstStyle/>
          <a:p>
            <a:pPr marL="171450" indent="-171450">
              <a:buFont typeface="Wingdings" panose="05000000000000000000" pitchFamily="2" charset="2"/>
              <a:buChar char="ü"/>
            </a:pPr>
            <a:r>
              <a:rPr lang="en-US" sz="1100"/>
              <a:t>Reply to CU Flight Ops</a:t>
            </a:r>
            <a:endParaRPr lang="en-US"/>
          </a:p>
          <a:p>
            <a:pPr marL="171450" indent="-171450">
              <a:buFont typeface="Wingdings" panose="05000000000000000000" pitchFamily="2" charset="2"/>
              <a:buChar char="ü"/>
            </a:pPr>
            <a:r>
              <a:rPr lang="en-US" sz="1100">
                <a:ea typeface="Calibri"/>
                <a:cs typeface="Calibri"/>
              </a:rPr>
              <a:t>Order Remote ID</a:t>
            </a:r>
            <a:endParaRPr lang="en-US"/>
          </a:p>
          <a:p>
            <a:pPr marL="171450" indent="-171450">
              <a:buFont typeface="Wingdings" panose="05000000000000000000" pitchFamily="2" charset="2"/>
              <a:buChar char="ü"/>
            </a:pPr>
            <a:r>
              <a:rPr lang="en-US" sz="1100">
                <a:ea typeface="Calibri"/>
                <a:cs typeface="Calibri"/>
              </a:rPr>
              <a:t>Capacity-test batteries</a:t>
            </a:r>
            <a:endParaRPr lang="en-US"/>
          </a:p>
          <a:p>
            <a:pPr marL="171450" indent="-171450">
              <a:buFont typeface="Wingdings" panose="05000000000000000000" pitchFamily="2" charset="2"/>
              <a:buChar char="ü"/>
            </a:pPr>
            <a:r>
              <a:rPr lang="en-US" sz="1100">
                <a:ea typeface="Calibri"/>
                <a:cs typeface="Calibri"/>
              </a:rPr>
              <a:t>Finalize UAV hardware/electrical system block diagram</a:t>
            </a:r>
          </a:p>
        </p:txBody>
      </p:sp>
      <p:sp>
        <p:nvSpPr>
          <p:cNvPr id="46" name="TextBox 45">
            <a:extLst>
              <a:ext uri="{FF2B5EF4-FFF2-40B4-BE49-F238E27FC236}">
                <a16:creationId xmlns:a16="http://schemas.microsoft.com/office/drawing/2014/main" id="{5AD08145-C393-0133-AEE5-D4C4D276991C}"/>
              </a:ext>
            </a:extLst>
          </p:cNvPr>
          <p:cNvSpPr txBox="1"/>
          <p:nvPr/>
        </p:nvSpPr>
        <p:spPr>
          <a:xfrm>
            <a:off x="6954722" y="1155584"/>
            <a:ext cx="1744772" cy="1615827"/>
          </a:xfrm>
          <a:prstGeom prst="rect">
            <a:avLst/>
          </a:prstGeom>
          <a:noFill/>
        </p:spPr>
        <p:txBody>
          <a:bodyPr wrap="square" rtlCol="0" anchor="t">
            <a:spAutoFit/>
          </a:bodyPr>
          <a:lstStyle/>
          <a:p>
            <a:pPr marL="171450" indent="-171450">
              <a:buFont typeface="Wingdings" panose="05000000000000000000" pitchFamily="2" charset="2"/>
              <a:buChar char="ü"/>
            </a:pPr>
            <a:r>
              <a:rPr lang="en-US" sz="1100"/>
              <a:t>Place SDR orders</a:t>
            </a:r>
          </a:p>
          <a:p>
            <a:pPr marL="171450" indent="-171450">
              <a:buFont typeface="Wingdings" panose="05000000000000000000" pitchFamily="2" charset="2"/>
              <a:buChar char="ü"/>
            </a:pPr>
            <a:endParaRPr lang="en-US" sz="1100"/>
          </a:p>
          <a:p>
            <a:pPr marL="171450" indent="-171450">
              <a:buFont typeface="Wingdings" panose="05000000000000000000" pitchFamily="2" charset="2"/>
              <a:buChar char="ü"/>
            </a:pPr>
            <a:r>
              <a:rPr lang="en-US" sz="1100"/>
              <a:t>Determine Clock needs</a:t>
            </a:r>
          </a:p>
          <a:p>
            <a:pPr marL="171450" indent="-171450">
              <a:buFont typeface="Wingdings" panose="05000000000000000000" pitchFamily="2" charset="2"/>
              <a:buChar char="ü"/>
            </a:pPr>
            <a:endParaRPr lang="en-US" sz="1100"/>
          </a:p>
          <a:p>
            <a:pPr marL="171450" indent="-171450">
              <a:buFont typeface="Wingdings" panose="05000000000000000000" pitchFamily="2" charset="2"/>
              <a:buChar char="ü"/>
            </a:pPr>
            <a:r>
              <a:rPr lang="en-US" sz="1100"/>
              <a:t>Collect open sky data</a:t>
            </a:r>
          </a:p>
          <a:p>
            <a:pPr marL="171450" indent="-171450">
              <a:buFont typeface="Wingdings" panose="05000000000000000000" pitchFamily="2" charset="2"/>
              <a:buChar char="ü"/>
            </a:pPr>
            <a:endParaRPr lang="en-US" sz="1100"/>
          </a:p>
          <a:p>
            <a:pPr marL="171450" indent="-171450">
              <a:buFont typeface="Wingdings" panose="05000000000000000000" pitchFamily="2" charset="2"/>
              <a:buChar char="ü"/>
            </a:pPr>
            <a:endParaRPr lang="en-US" sz="1100"/>
          </a:p>
          <a:p>
            <a:pPr marL="171450" indent="-171450">
              <a:buFont typeface="Wingdings" panose="05000000000000000000" pitchFamily="2" charset="2"/>
              <a:buChar char="ü"/>
            </a:pPr>
            <a:endParaRPr lang="en-US" sz="1100"/>
          </a:p>
          <a:p>
            <a:pPr marL="171450" indent="-171450">
              <a:buFont typeface="Wingdings" panose="05000000000000000000" pitchFamily="2" charset="2"/>
              <a:buChar char="ü"/>
            </a:pPr>
            <a:endParaRPr lang="en-US" sz="1100"/>
          </a:p>
        </p:txBody>
      </p:sp>
      <p:sp>
        <p:nvSpPr>
          <p:cNvPr id="20" name="Rectangle 19">
            <a:extLst>
              <a:ext uri="{FF2B5EF4-FFF2-40B4-BE49-F238E27FC236}">
                <a16:creationId xmlns:a16="http://schemas.microsoft.com/office/drawing/2014/main" id="{F5EC442C-C31B-6154-32B4-404A69E35E02}"/>
              </a:ext>
            </a:extLst>
          </p:cNvPr>
          <p:cNvSpPr/>
          <p:nvPr/>
        </p:nvSpPr>
        <p:spPr>
          <a:xfrm>
            <a:off x="2448479" y="3206228"/>
            <a:ext cx="1828800" cy="1554480"/>
          </a:xfrm>
          <a:prstGeom prst="rect">
            <a:avLst/>
          </a:prstGeom>
          <a:noFill/>
          <a:ln w="28575">
            <a:solidFill>
              <a:srgbClr val="B09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7167D56A-9D89-0752-BD65-12464DD01DB2}"/>
              </a:ext>
            </a:extLst>
          </p:cNvPr>
          <p:cNvSpPr txBox="1"/>
          <p:nvPr/>
        </p:nvSpPr>
        <p:spPr>
          <a:xfrm>
            <a:off x="2490493" y="3370166"/>
            <a:ext cx="1828800" cy="1277273"/>
          </a:xfrm>
          <a:prstGeom prst="rect">
            <a:avLst/>
          </a:prstGeom>
          <a:noFill/>
        </p:spPr>
        <p:txBody>
          <a:bodyPr wrap="square" rtlCol="0" anchor="t">
            <a:spAutoFit/>
          </a:bodyPr>
          <a:lstStyle/>
          <a:p>
            <a:pPr marL="171450" indent="-171450">
              <a:buFont typeface="Wingdings" panose="05000000000000000000" pitchFamily="2" charset="2"/>
              <a:buChar char="q"/>
            </a:pPr>
            <a:r>
              <a:rPr lang="en-US" sz="1100"/>
              <a:t>What are the clock needs of our system?</a:t>
            </a:r>
          </a:p>
          <a:p>
            <a:pPr marL="171450" indent="-171450">
              <a:buFont typeface="Wingdings" panose="05000000000000000000" pitchFamily="2" charset="2"/>
              <a:buChar char="q"/>
            </a:pPr>
            <a:endParaRPr lang="en-US" sz="1100"/>
          </a:p>
          <a:p>
            <a:pPr marL="171450" indent="-171450">
              <a:buFont typeface="Wingdings" panose="05000000000000000000" pitchFamily="2" charset="2"/>
              <a:buChar char="q"/>
            </a:pPr>
            <a:r>
              <a:rPr lang="en-US" sz="1100"/>
              <a:t>Can the Intel </a:t>
            </a:r>
            <a:r>
              <a:rPr lang="en-US" sz="1100" err="1"/>
              <a:t>Nuc</a:t>
            </a:r>
            <a:r>
              <a:rPr lang="en-US" sz="1100"/>
              <a:t> without overflow on 6 channels simultaneously?</a:t>
            </a:r>
          </a:p>
          <a:p>
            <a:pPr marL="171450" indent="-171450">
              <a:buFont typeface="Wingdings" panose="05000000000000000000" pitchFamily="2" charset="2"/>
              <a:buChar char="ü"/>
            </a:pPr>
            <a:endParaRPr lang="en-US" sz="1100"/>
          </a:p>
        </p:txBody>
      </p:sp>
      <p:sp>
        <p:nvSpPr>
          <p:cNvPr id="31" name="Rectangle 30">
            <a:extLst>
              <a:ext uri="{FF2B5EF4-FFF2-40B4-BE49-F238E27FC236}">
                <a16:creationId xmlns:a16="http://schemas.microsoft.com/office/drawing/2014/main" id="{ED4E4246-A08E-2841-7DE7-39B0A3F49ACD}"/>
              </a:ext>
            </a:extLst>
          </p:cNvPr>
          <p:cNvSpPr/>
          <p:nvPr/>
        </p:nvSpPr>
        <p:spPr>
          <a:xfrm>
            <a:off x="6912708" y="3217306"/>
            <a:ext cx="1828800" cy="1554480"/>
          </a:xfrm>
          <a:prstGeom prst="rect">
            <a:avLst/>
          </a:prstGeom>
          <a:noFill/>
          <a:ln w="28575">
            <a:solidFill>
              <a:srgbClr val="B09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91091F3A-0AE6-0E4D-8EF2-0522BCB1E7D1}"/>
              </a:ext>
            </a:extLst>
          </p:cNvPr>
          <p:cNvSpPr txBox="1"/>
          <p:nvPr/>
        </p:nvSpPr>
        <p:spPr>
          <a:xfrm>
            <a:off x="6912708" y="3265687"/>
            <a:ext cx="1744772" cy="430887"/>
          </a:xfrm>
          <a:prstGeom prst="rect">
            <a:avLst/>
          </a:prstGeom>
          <a:noFill/>
        </p:spPr>
        <p:txBody>
          <a:bodyPr wrap="square" rtlCol="0" anchor="t">
            <a:spAutoFit/>
          </a:bodyPr>
          <a:lstStyle/>
          <a:p>
            <a:pPr marL="171450" indent="-171450">
              <a:buFont typeface="Wingdings" panose="05000000000000000000" pitchFamily="2" charset="2"/>
              <a:buChar char="ü"/>
            </a:pPr>
            <a:r>
              <a:rPr lang="en-US" sz="1100"/>
              <a:t>TRADE STUDIES &amp; EXTERNAL EXPERTISE</a:t>
            </a:r>
          </a:p>
        </p:txBody>
      </p:sp>
      <p:sp>
        <p:nvSpPr>
          <p:cNvPr id="39" name="Rectangle 38">
            <a:extLst>
              <a:ext uri="{FF2B5EF4-FFF2-40B4-BE49-F238E27FC236}">
                <a16:creationId xmlns:a16="http://schemas.microsoft.com/office/drawing/2014/main" id="{69112236-34F4-BCEF-DBFF-1AB3884BAA86}"/>
              </a:ext>
            </a:extLst>
          </p:cNvPr>
          <p:cNvSpPr/>
          <p:nvPr/>
        </p:nvSpPr>
        <p:spPr>
          <a:xfrm>
            <a:off x="6125017" y="2314475"/>
            <a:ext cx="1397109" cy="220133"/>
          </a:xfrm>
          <a:prstGeom prst="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t>Submit URSI Abstract</a:t>
            </a:r>
          </a:p>
        </p:txBody>
      </p:sp>
    </p:spTree>
    <p:extLst>
      <p:ext uri="{BB962C8B-B14F-4D97-AF65-F5344CB8AC3E}">
        <p14:creationId xmlns:p14="http://schemas.microsoft.com/office/powerpoint/2010/main" val="29491488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4A3BE-9E13-AD89-0F0D-43824838467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B78641A-CEDA-C4D1-29A8-E1CE52079A60}"/>
              </a:ext>
            </a:extLst>
          </p:cNvPr>
          <p:cNvSpPr/>
          <p:nvPr/>
        </p:nvSpPr>
        <p:spPr>
          <a:xfrm>
            <a:off x="0" y="0"/>
            <a:ext cx="9144000" cy="5143500"/>
          </a:xfrm>
          <a:prstGeom prst="rect">
            <a:avLst/>
          </a:prstGeom>
          <a:solidFill>
            <a:srgbClr val="F2F7FA"/>
          </a:solidFill>
          <a:ln w="12700">
            <a:solidFill>
              <a:srgbClr val="F2F7FA"/>
            </a:solidFill>
            <a:prstDash val="solid"/>
          </a:ln>
        </p:spPr>
        <p:txBody>
          <a:bodyPr/>
          <a:lstStyle/>
          <a:p>
            <a:endParaRPr lang="en-US"/>
          </a:p>
        </p:txBody>
      </p:sp>
      <p:sp>
        <p:nvSpPr>
          <p:cNvPr id="3" name="Shape 1">
            <a:extLst>
              <a:ext uri="{FF2B5EF4-FFF2-40B4-BE49-F238E27FC236}">
                <a16:creationId xmlns:a16="http://schemas.microsoft.com/office/drawing/2014/main" id="{7D0C5ADC-970D-3A98-1AF2-662645C9B5F6}"/>
              </a:ext>
            </a:extLst>
          </p:cNvPr>
          <p:cNvSpPr/>
          <p:nvPr/>
        </p:nvSpPr>
        <p:spPr>
          <a:xfrm>
            <a:off x="0" y="0"/>
            <a:ext cx="9144000" cy="594360"/>
          </a:xfrm>
          <a:prstGeom prst="rect">
            <a:avLst/>
          </a:prstGeom>
          <a:solidFill>
            <a:srgbClr val="1B3A6B"/>
          </a:solidFill>
          <a:ln w="12700">
            <a:solidFill>
              <a:srgbClr val="1B3A6B"/>
            </a:solidFill>
            <a:prstDash val="solid"/>
          </a:ln>
        </p:spPr>
        <p:txBody>
          <a:bodyPr/>
          <a:lstStyle/>
          <a:p>
            <a:endParaRPr lang="en-US"/>
          </a:p>
        </p:txBody>
      </p:sp>
      <p:sp>
        <p:nvSpPr>
          <p:cNvPr id="4" name="Shape 2">
            <a:extLst>
              <a:ext uri="{FF2B5EF4-FFF2-40B4-BE49-F238E27FC236}">
                <a16:creationId xmlns:a16="http://schemas.microsoft.com/office/drawing/2014/main" id="{4A50C999-FA1D-56E4-1962-EC5B9E612141}"/>
              </a:ext>
            </a:extLst>
          </p:cNvPr>
          <p:cNvSpPr/>
          <p:nvPr/>
        </p:nvSpPr>
        <p:spPr>
          <a:xfrm>
            <a:off x="0" y="594360"/>
            <a:ext cx="109728" cy="4361688"/>
          </a:xfrm>
          <a:prstGeom prst="rect">
            <a:avLst/>
          </a:prstGeom>
          <a:solidFill>
            <a:srgbClr val="1A7A9A"/>
          </a:solidFill>
          <a:ln w="12700">
            <a:solidFill>
              <a:srgbClr val="1A7A9A"/>
            </a:solidFill>
            <a:prstDash val="solid"/>
          </a:ln>
        </p:spPr>
        <p:txBody>
          <a:bodyPr/>
          <a:lstStyle/>
          <a:p>
            <a:endParaRPr lang="en-US"/>
          </a:p>
        </p:txBody>
      </p:sp>
      <p:sp>
        <p:nvSpPr>
          <p:cNvPr id="6" name="Shape 4">
            <a:extLst>
              <a:ext uri="{FF2B5EF4-FFF2-40B4-BE49-F238E27FC236}">
                <a16:creationId xmlns:a16="http://schemas.microsoft.com/office/drawing/2014/main" id="{82F2BB08-17E1-2736-ACF0-DE762095307C}"/>
              </a:ext>
            </a:extLst>
          </p:cNvPr>
          <p:cNvSpPr/>
          <p:nvPr/>
        </p:nvSpPr>
        <p:spPr>
          <a:xfrm>
            <a:off x="256032" y="768096"/>
            <a:ext cx="54864" cy="877824"/>
          </a:xfrm>
          <a:prstGeom prst="rect">
            <a:avLst/>
          </a:prstGeom>
          <a:solidFill>
            <a:srgbClr val="1A7A9A"/>
          </a:solidFill>
          <a:ln w="12700">
            <a:solidFill>
              <a:srgbClr val="1A7A9A"/>
            </a:solidFill>
            <a:prstDash val="solid"/>
          </a:ln>
        </p:spPr>
        <p:txBody>
          <a:bodyPr/>
          <a:lstStyle/>
          <a:p>
            <a:endParaRPr lang="en-US"/>
          </a:p>
        </p:txBody>
      </p:sp>
      <p:sp>
        <p:nvSpPr>
          <p:cNvPr id="18" name="Shape 16">
            <a:extLst>
              <a:ext uri="{FF2B5EF4-FFF2-40B4-BE49-F238E27FC236}">
                <a16:creationId xmlns:a16="http://schemas.microsoft.com/office/drawing/2014/main" id="{73BF9C4A-BB42-DA63-66D1-554A08CAE859}"/>
              </a:ext>
            </a:extLst>
          </p:cNvPr>
          <p:cNvSpPr/>
          <p:nvPr/>
        </p:nvSpPr>
        <p:spPr>
          <a:xfrm>
            <a:off x="0" y="4956048"/>
            <a:ext cx="9144000" cy="187452"/>
          </a:xfrm>
          <a:prstGeom prst="rect">
            <a:avLst/>
          </a:prstGeom>
          <a:solidFill>
            <a:srgbClr val="0D2340"/>
          </a:solidFill>
          <a:ln w="12700">
            <a:solidFill>
              <a:srgbClr val="0D2340"/>
            </a:solidFill>
            <a:prstDash val="solid"/>
          </a:ln>
        </p:spPr>
        <p:txBody>
          <a:bodyPr/>
          <a:lstStyle/>
          <a:p>
            <a:endParaRPr lang="en-US"/>
          </a:p>
        </p:txBody>
      </p:sp>
      <p:sp>
        <p:nvSpPr>
          <p:cNvPr id="19" name="Text 17">
            <a:extLst>
              <a:ext uri="{FF2B5EF4-FFF2-40B4-BE49-F238E27FC236}">
                <a16:creationId xmlns:a16="http://schemas.microsoft.com/office/drawing/2014/main" id="{134582EF-1098-FBC3-0BA3-248652361A6D}"/>
              </a:ext>
            </a:extLst>
          </p:cNvPr>
          <p:cNvSpPr txBox="1"/>
          <p:nvPr/>
        </p:nvSpPr>
        <p:spPr>
          <a:xfrm>
            <a:off x="137160" y="4965192"/>
            <a:ext cx="3657600" cy="164592"/>
          </a:xfrm>
          <a:prstGeom prst="rect">
            <a:avLst/>
          </a:prstGeom>
          <a:noFill/>
          <a:ln/>
        </p:spPr>
        <p:txBody>
          <a:bodyPr wrap="square" lIns="0" tIns="0" rIns="0" bIns="0" rtlCol="0" anchor="ctr"/>
          <a:lstStyle/>
          <a:p>
            <a:pPr marL="0" indent="0">
              <a:buNone/>
            </a:pPr>
            <a:r>
              <a:rPr lang="en-US" sz="750">
                <a:solidFill>
                  <a:srgbClr val="CFB87C"/>
                </a:solidFill>
                <a:latin typeface="Calibri" pitchFamily="34" charset="0"/>
                <a:ea typeface="Calibri" pitchFamily="34" charset="-122"/>
                <a:cs typeface="Calibri" pitchFamily="34" charset="-120"/>
              </a:rPr>
              <a:t>HERON | UAS GNSS-R</a:t>
            </a:r>
            <a:endParaRPr lang="en-US" sz="750"/>
          </a:p>
        </p:txBody>
      </p:sp>
      <p:sp>
        <p:nvSpPr>
          <p:cNvPr id="20" name="Text 18">
            <a:extLst>
              <a:ext uri="{FF2B5EF4-FFF2-40B4-BE49-F238E27FC236}">
                <a16:creationId xmlns:a16="http://schemas.microsoft.com/office/drawing/2014/main" id="{22BDEC70-CD29-17B0-285A-E732632C53AA}"/>
              </a:ext>
            </a:extLst>
          </p:cNvPr>
          <p:cNvSpPr txBox="1"/>
          <p:nvPr/>
        </p:nvSpPr>
        <p:spPr>
          <a:xfrm>
            <a:off x="5029200" y="4965192"/>
            <a:ext cx="3977640" cy="164592"/>
          </a:xfrm>
          <a:prstGeom prst="rect">
            <a:avLst/>
          </a:prstGeom>
          <a:noFill/>
          <a:ln/>
        </p:spPr>
        <p:txBody>
          <a:bodyPr wrap="square" lIns="0" tIns="0" rIns="0" bIns="0" rtlCol="0" anchor="ctr"/>
          <a:lstStyle/>
          <a:p>
            <a:pPr marL="0" indent="0" algn="r">
              <a:buNone/>
            </a:pPr>
            <a:r>
              <a:rPr lang="en-US" sz="750">
                <a:solidFill>
                  <a:srgbClr val="A8DDE2"/>
                </a:solidFill>
                <a:latin typeface="Calibri" pitchFamily="34" charset="0"/>
                <a:ea typeface="Calibri" pitchFamily="34" charset="-122"/>
                <a:cs typeface="Calibri" pitchFamily="34" charset="-120"/>
              </a:rPr>
              <a:t>Smead AES · CCAR · University of Colorado Boulder</a:t>
            </a:r>
            <a:endParaRPr lang="en-US" sz="750"/>
          </a:p>
        </p:txBody>
      </p:sp>
      <p:sp>
        <p:nvSpPr>
          <p:cNvPr id="22" name="Shape 4">
            <a:extLst>
              <a:ext uri="{FF2B5EF4-FFF2-40B4-BE49-F238E27FC236}">
                <a16:creationId xmlns:a16="http://schemas.microsoft.com/office/drawing/2014/main" id="{C51EF966-DC00-5988-98BF-48D0B94F3AD2}"/>
              </a:ext>
            </a:extLst>
          </p:cNvPr>
          <p:cNvSpPr/>
          <p:nvPr/>
        </p:nvSpPr>
        <p:spPr>
          <a:xfrm>
            <a:off x="4690872" y="767566"/>
            <a:ext cx="54864" cy="877824"/>
          </a:xfrm>
          <a:prstGeom prst="rect">
            <a:avLst/>
          </a:prstGeom>
          <a:solidFill>
            <a:srgbClr val="B09040"/>
          </a:solidFill>
          <a:ln w="12700">
            <a:solidFill>
              <a:srgbClr val="B09040"/>
            </a:solidFill>
            <a:prstDash val="solid"/>
          </a:ln>
        </p:spPr>
        <p:txBody>
          <a:bodyPr/>
          <a:lstStyle/>
          <a:p>
            <a:endParaRPr lang="en-US"/>
          </a:p>
        </p:txBody>
      </p:sp>
      <p:sp>
        <p:nvSpPr>
          <p:cNvPr id="16" name="Shape 4">
            <a:extLst>
              <a:ext uri="{FF2B5EF4-FFF2-40B4-BE49-F238E27FC236}">
                <a16:creationId xmlns:a16="http://schemas.microsoft.com/office/drawing/2014/main" id="{F747E426-D3B3-1E9E-E19F-2D6CCCA37CC5}"/>
              </a:ext>
            </a:extLst>
          </p:cNvPr>
          <p:cNvSpPr/>
          <p:nvPr/>
        </p:nvSpPr>
        <p:spPr>
          <a:xfrm>
            <a:off x="256032" y="2169679"/>
            <a:ext cx="54864" cy="877824"/>
          </a:xfrm>
          <a:prstGeom prst="rect">
            <a:avLst/>
          </a:prstGeom>
          <a:solidFill>
            <a:srgbClr val="1A7A9A"/>
          </a:solidFill>
          <a:ln w="12700">
            <a:solidFill>
              <a:srgbClr val="1A7A9A"/>
            </a:solidFill>
            <a:prstDash val="solid"/>
          </a:ln>
        </p:spPr>
        <p:txBody>
          <a:bodyPr/>
          <a:lstStyle/>
          <a:p>
            <a:endParaRPr lang="en-US"/>
          </a:p>
        </p:txBody>
      </p:sp>
      <p:sp>
        <p:nvSpPr>
          <p:cNvPr id="28" name="Shape 4">
            <a:extLst>
              <a:ext uri="{FF2B5EF4-FFF2-40B4-BE49-F238E27FC236}">
                <a16:creationId xmlns:a16="http://schemas.microsoft.com/office/drawing/2014/main" id="{CCEFC459-9354-AB17-DA9D-0EFA658200D0}"/>
              </a:ext>
            </a:extLst>
          </p:cNvPr>
          <p:cNvSpPr/>
          <p:nvPr/>
        </p:nvSpPr>
        <p:spPr>
          <a:xfrm>
            <a:off x="256032" y="3574141"/>
            <a:ext cx="54864" cy="877824"/>
          </a:xfrm>
          <a:prstGeom prst="rect">
            <a:avLst/>
          </a:prstGeom>
          <a:solidFill>
            <a:srgbClr val="1A7A9A"/>
          </a:solidFill>
          <a:ln w="12700">
            <a:solidFill>
              <a:srgbClr val="1A7A9A"/>
            </a:solidFill>
            <a:prstDash val="solid"/>
          </a:ln>
        </p:spPr>
        <p:txBody>
          <a:bodyPr/>
          <a:lstStyle/>
          <a:p>
            <a:endParaRPr lang="en-US"/>
          </a:p>
        </p:txBody>
      </p:sp>
      <p:sp>
        <p:nvSpPr>
          <p:cNvPr id="34" name="Shape 4">
            <a:extLst>
              <a:ext uri="{FF2B5EF4-FFF2-40B4-BE49-F238E27FC236}">
                <a16:creationId xmlns:a16="http://schemas.microsoft.com/office/drawing/2014/main" id="{F77CEDAD-847B-C4D0-E4B9-E571E23E08F0}"/>
              </a:ext>
            </a:extLst>
          </p:cNvPr>
          <p:cNvSpPr/>
          <p:nvPr/>
        </p:nvSpPr>
        <p:spPr>
          <a:xfrm>
            <a:off x="4690872" y="3571263"/>
            <a:ext cx="54864" cy="877824"/>
          </a:xfrm>
          <a:prstGeom prst="rect">
            <a:avLst/>
          </a:prstGeom>
          <a:solidFill>
            <a:srgbClr val="B09040"/>
          </a:solidFill>
          <a:ln w="12700">
            <a:solidFill>
              <a:srgbClr val="B09040"/>
            </a:solidFill>
            <a:prstDash val="solid"/>
          </a:ln>
        </p:spPr>
        <p:txBody>
          <a:bodyPr/>
          <a:lstStyle/>
          <a:p>
            <a:endParaRPr lang="en-US"/>
          </a:p>
        </p:txBody>
      </p:sp>
      <p:sp>
        <p:nvSpPr>
          <p:cNvPr id="40" name="Shape 4">
            <a:extLst>
              <a:ext uri="{FF2B5EF4-FFF2-40B4-BE49-F238E27FC236}">
                <a16:creationId xmlns:a16="http://schemas.microsoft.com/office/drawing/2014/main" id="{368E56D5-B602-6856-677F-427017C0E104}"/>
              </a:ext>
            </a:extLst>
          </p:cNvPr>
          <p:cNvSpPr/>
          <p:nvPr/>
        </p:nvSpPr>
        <p:spPr>
          <a:xfrm>
            <a:off x="4690872" y="2169679"/>
            <a:ext cx="54864" cy="877824"/>
          </a:xfrm>
          <a:prstGeom prst="rect">
            <a:avLst/>
          </a:prstGeom>
          <a:solidFill>
            <a:srgbClr val="B09040"/>
          </a:solidFill>
          <a:ln w="12700">
            <a:solidFill>
              <a:srgbClr val="B09040"/>
            </a:solidFill>
            <a:prstDash val="solid"/>
          </a:ln>
        </p:spPr>
        <p:txBody>
          <a:bodyPr/>
          <a:lstStyle/>
          <a:p>
            <a:endParaRPr lang="en-US"/>
          </a:p>
        </p:txBody>
      </p:sp>
      <p:sp>
        <p:nvSpPr>
          <p:cNvPr id="10" name="Shape 4">
            <a:extLst>
              <a:ext uri="{FF2B5EF4-FFF2-40B4-BE49-F238E27FC236}">
                <a16:creationId xmlns:a16="http://schemas.microsoft.com/office/drawing/2014/main" id="{544D25B6-F576-527F-062E-E53A06537F19}"/>
              </a:ext>
            </a:extLst>
          </p:cNvPr>
          <p:cNvSpPr/>
          <p:nvPr/>
        </p:nvSpPr>
        <p:spPr>
          <a:xfrm>
            <a:off x="310896" y="104055"/>
            <a:ext cx="4114800" cy="575733"/>
          </a:xfrm>
          <a:prstGeom prst="rect">
            <a:avLst/>
          </a:prstGeom>
          <a:solidFill>
            <a:srgbClr val="1A7A9A"/>
          </a:solidFill>
          <a:ln w="12700">
            <a:solidFill>
              <a:srgbClr val="1A7A9A"/>
            </a:solidFill>
            <a:prstDash val="solid"/>
          </a:ln>
        </p:spPr>
        <p:txBody>
          <a:bodyPr/>
          <a:lstStyle/>
          <a:p>
            <a:endParaRPr lang="en-US"/>
          </a:p>
        </p:txBody>
      </p:sp>
      <p:sp>
        <p:nvSpPr>
          <p:cNvPr id="12" name="Text 5">
            <a:extLst>
              <a:ext uri="{FF2B5EF4-FFF2-40B4-BE49-F238E27FC236}">
                <a16:creationId xmlns:a16="http://schemas.microsoft.com/office/drawing/2014/main" id="{0042EB55-2AA0-1EE5-EB5B-F79BE31E365B}"/>
              </a:ext>
            </a:extLst>
          </p:cNvPr>
          <p:cNvSpPr txBox="1"/>
          <p:nvPr/>
        </p:nvSpPr>
        <p:spPr>
          <a:xfrm>
            <a:off x="457200" y="131487"/>
            <a:ext cx="3749040" cy="457553"/>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UAV Hardware &amp; Flight Planning  </a:t>
            </a:r>
            <a:endParaRPr lang="en-US" sz="1400"/>
          </a:p>
        </p:txBody>
      </p:sp>
      <p:sp>
        <p:nvSpPr>
          <p:cNvPr id="14" name="Shape 12">
            <a:extLst>
              <a:ext uri="{FF2B5EF4-FFF2-40B4-BE49-F238E27FC236}">
                <a16:creationId xmlns:a16="http://schemas.microsoft.com/office/drawing/2014/main" id="{B04F1236-36C4-456D-FAF6-70AB139279E5}"/>
              </a:ext>
            </a:extLst>
          </p:cNvPr>
          <p:cNvSpPr/>
          <p:nvPr/>
        </p:nvSpPr>
        <p:spPr>
          <a:xfrm>
            <a:off x="4745736" y="83388"/>
            <a:ext cx="4114800" cy="594360"/>
          </a:xfrm>
          <a:prstGeom prst="rect">
            <a:avLst/>
          </a:prstGeom>
          <a:solidFill>
            <a:srgbClr val="B09040"/>
          </a:solidFill>
          <a:ln w="12700">
            <a:solidFill>
              <a:srgbClr val="B09040"/>
            </a:solidFill>
            <a:prstDash val="solid"/>
          </a:ln>
        </p:spPr>
        <p:txBody>
          <a:bodyPr/>
          <a:lstStyle/>
          <a:p>
            <a:endParaRPr lang="en-US"/>
          </a:p>
        </p:txBody>
      </p:sp>
      <p:sp>
        <p:nvSpPr>
          <p:cNvPr id="17" name="Text 13">
            <a:extLst>
              <a:ext uri="{FF2B5EF4-FFF2-40B4-BE49-F238E27FC236}">
                <a16:creationId xmlns:a16="http://schemas.microsoft.com/office/drawing/2014/main" id="{D8968B9A-1935-688E-B1F4-B6999AD0D9F5}"/>
              </a:ext>
            </a:extLst>
          </p:cNvPr>
          <p:cNvSpPr txBox="1"/>
          <p:nvPr/>
        </p:nvSpPr>
        <p:spPr>
          <a:xfrm>
            <a:off x="4892040" y="110819"/>
            <a:ext cx="3749040" cy="502243"/>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Software Defined Radio (SDR) &amp; Data Processing </a:t>
            </a:r>
            <a:endParaRPr lang="en-US" sz="1400"/>
          </a:p>
        </p:txBody>
      </p:sp>
      <p:sp>
        <p:nvSpPr>
          <p:cNvPr id="5" name="TextBox 4">
            <a:extLst>
              <a:ext uri="{FF2B5EF4-FFF2-40B4-BE49-F238E27FC236}">
                <a16:creationId xmlns:a16="http://schemas.microsoft.com/office/drawing/2014/main" id="{62505EE7-E291-8956-FDBD-089945145F6A}"/>
              </a:ext>
            </a:extLst>
          </p:cNvPr>
          <p:cNvSpPr txBox="1"/>
          <p:nvPr/>
        </p:nvSpPr>
        <p:spPr>
          <a:xfrm>
            <a:off x="4835236" y="767566"/>
            <a:ext cx="4025300" cy="307777"/>
          </a:xfrm>
          <a:prstGeom prst="rect">
            <a:avLst/>
          </a:prstGeom>
          <a:noFill/>
        </p:spPr>
        <p:txBody>
          <a:bodyPr wrap="square" rtlCol="0">
            <a:spAutoFit/>
          </a:bodyPr>
          <a:lstStyle/>
          <a:p>
            <a:r>
              <a:rPr lang="en-US" sz="1400"/>
              <a:t>SDR hardware plan for flight payload</a:t>
            </a:r>
          </a:p>
        </p:txBody>
      </p:sp>
      <p:sp>
        <p:nvSpPr>
          <p:cNvPr id="9" name="TextBox 8">
            <a:extLst>
              <a:ext uri="{FF2B5EF4-FFF2-40B4-BE49-F238E27FC236}">
                <a16:creationId xmlns:a16="http://schemas.microsoft.com/office/drawing/2014/main" id="{4F2D853D-A264-216E-184F-9FC32F6F33DC}"/>
              </a:ext>
            </a:extLst>
          </p:cNvPr>
          <p:cNvSpPr txBox="1"/>
          <p:nvPr/>
        </p:nvSpPr>
        <p:spPr>
          <a:xfrm>
            <a:off x="4932218" y="3567435"/>
            <a:ext cx="4025300" cy="307777"/>
          </a:xfrm>
          <a:prstGeom prst="rect">
            <a:avLst/>
          </a:prstGeom>
          <a:noFill/>
        </p:spPr>
        <p:txBody>
          <a:bodyPr wrap="square" rtlCol="0">
            <a:spAutoFit/>
          </a:bodyPr>
          <a:lstStyle/>
          <a:p>
            <a:r>
              <a:rPr lang="en-US" sz="1400"/>
              <a:t>Raw IF data Collect</a:t>
            </a:r>
          </a:p>
        </p:txBody>
      </p:sp>
      <p:sp>
        <p:nvSpPr>
          <p:cNvPr id="13" name="TextBox 12">
            <a:extLst>
              <a:ext uri="{FF2B5EF4-FFF2-40B4-BE49-F238E27FC236}">
                <a16:creationId xmlns:a16="http://schemas.microsoft.com/office/drawing/2014/main" id="{C2AFACD8-23A5-BA1C-0DC1-183BF38D4696}"/>
              </a:ext>
            </a:extLst>
          </p:cNvPr>
          <p:cNvSpPr txBox="1"/>
          <p:nvPr/>
        </p:nvSpPr>
        <p:spPr>
          <a:xfrm>
            <a:off x="4892040" y="2123512"/>
            <a:ext cx="4025300" cy="523220"/>
          </a:xfrm>
          <a:prstGeom prst="rect">
            <a:avLst/>
          </a:prstGeom>
          <a:noFill/>
        </p:spPr>
        <p:txBody>
          <a:bodyPr wrap="square" rtlCol="0">
            <a:spAutoFit/>
          </a:bodyPr>
          <a:lstStyle/>
          <a:p>
            <a:r>
              <a:rPr lang="en-US" sz="1400" err="1"/>
              <a:t>gps</a:t>
            </a:r>
            <a:r>
              <a:rPr lang="en-US" sz="1400"/>
              <a:t>-tracking-example replication of Jiawei figures on Haleakala data</a:t>
            </a:r>
          </a:p>
        </p:txBody>
      </p:sp>
      <p:sp>
        <p:nvSpPr>
          <p:cNvPr id="23" name="TextBox 22">
            <a:extLst>
              <a:ext uri="{FF2B5EF4-FFF2-40B4-BE49-F238E27FC236}">
                <a16:creationId xmlns:a16="http://schemas.microsoft.com/office/drawing/2014/main" id="{69605FC2-C2E8-C0B2-BA92-CAD9FD319387}"/>
              </a:ext>
            </a:extLst>
          </p:cNvPr>
          <p:cNvSpPr txBox="1"/>
          <p:nvPr/>
        </p:nvSpPr>
        <p:spPr>
          <a:xfrm>
            <a:off x="457200" y="754844"/>
            <a:ext cx="4025300" cy="307777"/>
          </a:xfrm>
          <a:prstGeom prst="rect">
            <a:avLst/>
          </a:prstGeom>
          <a:noFill/>
        </p:spPr>
        <p:txBody>
          <a:bodyPr wrap="square" lIns="91440" tIns="45720" rIns="91440" bIns="45720" rtlCol="0" anchor="t">
            <a:spAutoFit/>
          </a:bodyPr>
          <a:lstStyle/>
          <a:p>
            <a:r>
              <a:rPr lang="en-US" sz="1400"/>
              <a:t>UAV Hardware Cataloging</a:t>
            </a:r>
            <a:endParaRPr lang="en-US"/>
          </a:p>
        </p:txBody>
      </p:sp>
      <p:sp>
        <p:nvSpPr>
          <p:cNvPr id="26" name="TextBox 25">
            <a:extLst>
              <a:ext uri="{FF2B5EF4-FFF2-40B4-BE49-F238E27FC236}">
                <a16:creationId xmlns:a16="http://schemas.microsoft.com/office/drawing/2014/main" id="{5EA490F5-193F-7722-64CC-FA09600A0F82}"/>
              </a:ext>
            </a:extLst>
          </p:cNvPr>
          <p:cNvSpPr txBox="1"/>
          <p:nvPr/>
        </p:nvSpPr>
        <p:spPr>
          <a:xfrm>
            <a:off x="457200" y="2169679"/>
            <a:ext cx="4025300" cy="954107"/>
          </a:xfrm>
          <a:prstGeom prst="rect">
            <a:avLst/>
          </a:prstGeom>
          <a:noFill/>
        </p:spPr>
        <p:txBody>
          <a:bodyPr wrap="square" lIns="91440" tIns="45720" rIns="91440" bIns="45720" rtlCol="0" anchor="t">
            <a:spAutoFit/>
          </a:bodyPr>
          <a:lstStyle/>
          <a:p>
            <a:r>
              <a:rPr lang="en-US" sz="1400"/>
              <a:t>FAA/CU Flight Ops Communication</a:t>
            </a:r>
          </a:p>
          <a:p>
            <a:pPr marL="285750" indent="-285750">
              <a:buFont typeface="Calibri"/>
              <a:buChar char="-"/>
            </a:pPr>
            <a:r>
              <a:rPr lang="en-US" sz="1400">
                <a:ea typeface="Calibri"/>
                <a:cs typeface="Calibri"/>
              </a:rPr>
              <a:t>Currently have a contact</a:t>
            </a:r>
          </a:p>
          <a:p>
            <a:pPr marL="285750" indent="-285750">
              <a:buFont typeface="Calibri"/>
              <a:buChar char="-"/>
            </a:pPr>
            <a:r>
              <a:rPr lang="en-US" sz="1400">
                <a:ea typeface="Calibri"/>
                <a:cs typeface="Calibri"/>
              </a:rPr>
              <a:t>Collecting information to send them</a:t>
            </a:r>
          </a:p>
          <a:p>
            <a:pPr marL="285750" indent="-285750">
              <a:buFont typeface="Calibri"/>
              <a:buChar char="-"/>
            </a:pPr>
            <a:r>
              <a:rPr lang="en-US" sz="1400">
                <a:ea typeface="Calibri"/>
                <a:cs typeface="Calibri"/>
              </a:rPr>
              <a:t>Waiting to begin any waivers with the FAA</a:t>
            </a:r>
          </a:p>
        </p:txBody>
      </p:sp>
      <p:sp>
        <p:nvSpPr>
          <p:cNvPr id="7" name="TextBox 6">
            <a:extLst>
              <a:ext uri="{FF2B5EF4-FFF2-40B4-BE49-F238E27FC236}">
                <a16:creationId xmlns:a16="http://schemas.microsoft.com/office/drawing/2014/main" id="{2ED646B7-3463-2A96-D854-E54EADC0A719}"/>
              </a:ext>
            </a:extLst>
          </p:cNvPr>
          <p:cNvSpPr txBox="1"/>
          <p:nvPr/>
        </p:nvSpPr>
        <p:spPr>
          <a:xfrm>
            <a:off x="398700" y="3573679"/>
            <a:ext cx="4025300" cy="307777"/>
          </a:xfrm>
          <a:prstGeom prst="rect">
            <a:avLst/>
          </a:prstGeom>
          <a:noFill/>
        </p:spPr>
        <p:txBody>
          <a:bodyPr wrap="square" lIns="91440" tIns="45720" rIns="91440" bIns="45720" rtlCol="0" anchor="t">
            <a:spAutoFit/>
          </a:bodyPr>
          <a:lstStyle/>
          <a:p>
            <a:r>
              <a:rPr lang="en-US" sz="1400"/>
              <a:t>GCS/Flight Planning</a:t>
            </a:r>
            <a:endParaRPr lang="en-US"/>
          </a:p>
        </p:txBody>
      </p:sp>
    </p:spTree>
    <p:extLst>
      <p:ext uri="{BB962C8B-B14F-4D97-AF65-F5344CB8AC3E}">
        <p14:creationId xmlns:p14="http://schemas.microsoft.com/office/powerpoint/2010/main" val="41776038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2F7FA"/>
          </a:solidFill>
          <a:ln w="12700">
            <a:solidFill>
              <a:srgbClr val="F2F7FA"/>
            </a:solidFill>
            <a:prstDash val="solid"/>
          </a:ln>
        </p:spPr>
        <p:txBody>
          <a:bodyPr/>
          <a:lstStyle/>
          <a:p>
            <a:endParaRPr lang="en-US"/>
          </a:p>
        </p:txBody>
      </p:sp>
      <p:sp>
        <p:nvSpPr>
          <p:cNvPr id="3" name="Shape 1"/>
          <p:cNvSpPr/>
          <p:nvPr/>
        </p:nvSpPr>
        <p:spPr>
          <a:xfrm>
            <a:off x="0" y="0"/>
            <a:ext cx="9144000" cy="594360"/>
          </a:xfrm>
          <a:prstGeom prst="rect">
            <a:avLst/>
          </a:prstGeom>
          <a:solidFill>
            <a:srgbClr val="1A7A9A"/>
          </a:solidFill>
          <a:ln w="12700">
            <a:solidFill>
              <a:srgbClr val="1A7A9A"/>
            </a:solidFill>
            <a:prstDash val="solid"/>
          </a:ln>
        </p:spPr>
        <p:txBody>
          <a:bodyPr/>
          <a:lstStyle/>
          <a:p>
            <a:endParaRPr lang="en-US"/>
          </a:p>
        </p:txBody>
      </p:sp>
      <p:sp>
        <p:nvSpPr>
          <p:cNvPr id="4" name="Shape 2"/>
          <p:cNvSpPr/>
          <p:nvPr/>
        </p:nvSpPr>
        <p:spPr>
          <a:xfrm>
            <a:off x="0" y="594360"/>
            <a:ext cx="109728" cy="4361688"/>
          </a:xfrm>
          <a:prstGeom prst="rect">
            <a:avLst/>
          </a:prstGeom>
          <a:solidFill>
            <a:srgbClr val="1A7A9A"/>
          </a:solidFill>
          <a:ln w="12700">
            <a:solidFill>
              <a:srgbClr val="1A7A9A"/>
            </a:solidFill>
            <a:prstDash val="solid"/>
          </a:ln>
        </p:spPr>
        <p:txBody>
          <a:bodyPr/>
          <a:lstStyle/>
          <a:p>
            <a:endParaRPr lang="en-US"/>
          </a:p>
        </p:txBody>
      </p:sp>
      <p:sp>
        <p:nvSpPr>
          <p:cNvPr id="5" name="Text 3"/>
          <p:cNvSpPr txBox="1"/>
          <p:nvPr/>
        </p:nvSpPr>
        <p:spPr>
          <a:xfrm>
            <a:off x="256032" y="73152"/>
            <a:ext cx="8229600" cy="457200"/>
          </a:xfrm>
          <a:prstGeom prst="rect">
            <a:avLst/>
          </a:prstGeom>
          <a:noFill/>
          <a:ln/>
        </p:spPr>
        <p:txBody>
          <a:bodyPr wrap="square" lIns="0" tIns="0" rIns="0" bIns="0" rtlCol="0" anchor="ctr"/>
          <a:lstStyle/>
          <a:p>
            <a:pPr marL="0" indent="0">
              <a:buNone/>
            </a:pPr>
            <a:r>
              <a:rPr lang="en-US" sz="2600" b="1">
                <a:solidFill>
                  <a:srgbClr val="FFFFFF"/>
                </a:solidFill>
                <a:latin typeface="Calibri" pitchFamily="34" charset="0"/>
                <a:ea typeface="Calibri" pitchFamily="34" charset="-122"/>
                <a:cs typeface="Calibri" pitchFamily="34" charset="-120"/>
              </a:rPr>
              <a:t>UAV Hardware + Flight Planning</a:t>
            </a:r>
            <a:endParaRPr lang="en-US" sz="2600"/>
          </a:p>
        </p:txBody>
      </p:sp>
      <p:sp>
        <p:nvSpPr>
          <p:cNvPr id="18" name="Shape 16"/>
          <p:cNvSpPr/>
          <p:nvPr/>
        </p:nvSpPr>
        <p:spPr>
          <a:xfrm>
            <a:off x="0" y="4956048"/>
            <a:ext cx="9144000" cy="187452"/>
          </a:xfrm>
          <a:prstGeom prst="rect">
            <a:avLst/>
          </a:prstGeom>
          <a:solidFill>
            <a:srgbClr val="0D2340"/>
          </a:solidFill>
          <a:ln w="12700">
            <a:solidFill>
              <a:srgbClr val="0D2340"/>
            </a:solidFill>
            <a:prstDash val="solid"/>
          </a:ln>
        </p:spPr>
        <p:txBody>
          <a:bodyPr/>
          <a:lstStyle/>
          <a:p>
            <a:endParaRPr lang="en-US"/>
          </a:p>
        </p:txBody>
      </p:sp>
      <p:sp>
        <p:nvSpPr>
          <p:cNvPr id="19" name="Text 17"/>
          <p:cNvSpPr txBox="1"/>
          <p:nvPr/>
        </p:nvSpPr>
        <p:spPr>
          <a:xfrm>
            <a:off x="137160" y="4965192"/>
            <a:ext cx="3657600" cy="164592"/>
          </a:xfrm>
          <a:prstGeom prst="rect">
            <a:avLst/>
          </a:prstGeom>
          <a:noFill/>
          <a:ln/>
        </p:spPr>
        <p:txBody>
          <a:bodyPr wrap="square" lIns="0" tIns="0" rIns="0" bIns="0" rtlCol="0" anchor="ctr"/>
          <a:lstStyle/>
          <a:p>
            <a:pPr marL="0" indent="0">
              <a:buNone/>
            </a:pPr>
            <a:r>
              <a:rPr lang="en-US" sz="750">
                <a:solidFill>
                  <a:srgbClr val="CFB87C"/>
                </a:solidFill>
                <a:latin typeface="Calibri" pitchFamily="34" charset="0"/>
                <a:ea typeface="Calibri" pitchFamily="34" charset="-122"/>
                <a:cs typeface="Calibri" pitchFamily="34" charset="-120"/>
              </a:rPr>
              <a:t>HERON | UAS GNSS-R</a:t>
            </a:r>
            <a:endParaRPr lang="en-US" sz="750"/>
          </a:p>
        </p:txBody>
      </p:sp>
      <p:sp>
        <p:nvSpPr>
          <p:cNvPr id="20" name="Text 18"/>
          <p:cNvSpPr txBox="1"/>
          <p:nvPr/>
        </p:nvSpPr>
        <p:spPr>
          <a:xfrm>
            <a:off x="5029200" y="4965192"/>
            <a:ext cx="3977640" cy="164592"/>
          </a:xfrm>
          <a:prstGeom prst="rect">
            <a:avLst/>
          </a:prstGeom>
          <a:noFill/>
          <a:ln/>
        </p:spPr>
        <p:txBody>
          <a:bodyPr wrap="square" lIns="0" tIns="0" rIns="0" bIns="0" rtlCol="0" anchor="ctr"/>
          <a:lstStyle/>
          <a:p>
            <a:pPr marL="0" indent="0" algn="r">
              <a:buNone/>
            </a:pPr>
            <a:r>
              <a:rPr lang="en-US" sz="750">
                <a:solidFill>
                  <a:srgbClr val="A8DDE2"/>
                </a:solidFill>
                <a:latin typeface="Calibri" pitchFamily="34" charset="0"/>
                <a:ea typeface="Calibri" pitchFamily="34" charset="-122"/>
                <a:cs typeface="Calibri" pitchFamily="34" charset="-120"/>
              </a:rPr>
              <a:t>Smead AES · CCAR · University of Colorado Boulder</a:t>
            </a:r>
            <a:endParaRPr lang="en-US" sz="750"/>
          </a:p>
        </p:txBody>
      </p:sp>
      <p:pic>
        <p:nvPicPr>
          <p:cNvPr id="6" name="Picture 5">
            <a:extLst>
              <a:ext uri="{FF2B5EF4-FFF2-40B4-BE49-F238E27FC236}">
                <a16:creationId xmlns:a16="http://schemas.microsoft.com/office/drawing/2014/main" id="{B05AD787-FF02-8CFB-1EF5-ED76BE421CAF}"/>
              </a:ext>
            </a:extLst>
          </p:cNvPr>
          <p:cNvPicPr>
            <a:picLocks noChangeAspect="1"/>
          </p:cNvPicPr>
          <p:nvPr/>
        </p:nvPicPr>
        <p:blipFill>
          <a:blip r:embed="rId3"/>
          <a:stretch>
            <a:fillRect/>
          </a:stretch>
        </p:blipFill>
        <p:spPr>
          <a:xfrm>
            <a:off x="5194852" y="2773673"/>
            <a:ext cx="3641863" cy="1944023"/>
          </a:xfrm>
          <a:prstGeom prst="rect">
            <a:avLst/>
          </a:prstGeom>
        </p:spPr>
      </p:pic>
      <p:pic>
        <p:nvPicPr>
          <p:cNvPr id="7" name="Picture 6">
            <a:extLst>
              <a:ext uri="{FF2B5EF4-FFF2-40B4-BE49-F238E27FC236}">
                <a16:creationId xmlns:a16="http://schemas.microsoft.com/office/drawing/2014/main" id="{36F89075-E044-E07A-EE8C-4DA01B71E181}"/>
              </a:ext>
            </a:extLst>
          </p:cNvPr>
          <p:cNvPicPr>
            <a:picLocks noChangeAspect="1"/>
          </p:cNvPicPr>
          <p:nvPr/>
        </p:nvPicPr>
        <p:blipFill>
          <a:blip r:embed="rId4"/>
          <a:srcRect l="27407" t="-656" r="248" b="328"/>
          <a:stretch>
            <a:fillRect/>
          </a:stretch>
        </p:blipFill>
        <p:spPr>
          <a:xfrm rot="5400000">
            <a:off x="6034855" y="640297"/>
            <a:ext cx="1811037" cy="1902525"/>
          </a:xfrm>
          <a:prstGeom prst="rect">
            <a:avLst/>
          </a:prstGeom>
        </p:spPr>
      </p:pic>
      <p:sp>
        <p:nvSpPr>
          <p:cNvPr id="9" name="TextBox 8">
            <a:extLst>
              <a:ext uri="{FF2B5EF4-FFF2-40B4-BE49-F238E27FC236}">
                <a16:creationId xmlns:a16="http://schemas.microsoft.com/office/drawing/2014/main" id="{5F2CEEC1-E6EB-AC19-E805-05F8C6509FD7}"/>
              </a:ext>
            </a:extLst>
          </p:cNvPr>
          <p:cNvSpPr txBox="1"/>
          <p:nvPr/>
        </p:nvSpPr>
        <p:spPr>
          <a:xfrm>
            <a:off x="254393" y="682170"/>
            <a:ext cx="4938733" cy="40194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Arial"/>
              <a:buChar char="•"/>
            </a:pPr>
            <a:r>
              <a:rPr lang="en-US" sz="1400" b="1">
                <a:ea typeface="Calibri"/>
                <a:cs typeface="Calibri"/>
              </a:rPr>
              <a:t>UAV</a:t>
            </a:r>
          </a:p>
          <a:p>
            <a:pPr marL="742950" lvl="1" indent="-285750">
              <a:buFont typeface="Courier New"/>
              <a:buChar char="o"/>
            </a:pPr>
            <a:r>
              <a:rPr lang="en-US" sz="1200">
                <a:ea typeface="Calibri"/>
                <a:cs typeface="Calibri"/>
              </a:rPr>
              <a:t>Verified GCS connection and flight controller status; confirmed core sensors/telemetry recognized</a:t>
            </a:r>
          </a:p>
          <a:p>
            <a:pPr marL="742950" lvl="1" indent="-285750">
              <a:buFont typeface="Courier New"/>
              <a:buChar char="o"/>
            </a:pPr>
            <a:r>
              <a:rPr lang="en-US" sz="1200">
                <a:ea typeface="Calibri"/>
                <a:cs typeface="Calibri"/>
              </a:rPr>
              <a:t>Identified need for Remote ID module and began sourcing options</a:t>
            </a:r>
          </a:p>
          <a:p>
            <a:pPr marL="742950" lvl="1" indent="-285750">
              <a:buFont typeface="Courier New"/>
              <a:buChar char="o"/>
            </a:pPr>
            <a:r>
              <a:rPr lang="en-US" sz="1200">
                <a:ea typeface="Calibri"/>
                <a:cs typeface="Calibri"/>
              </a:rPr>
              <a:t>Checked 4x 6S Li-ion batteries; restored low cells to storage voltage; need to do capacity testing next</a:t>
            </a:r>
          </a:p>
          <a:p>
            <a:pPr marL="742950" lvl="1" indent="-285750">
              <a:buFont typeface="Courier New"/>
              <a:buChar char="o"/>
            </a:pPr>
            <a:r>
              <a:rPr lang="en-US" sz="1200">
                <a:ea typeface="Calibri"/>
                <a:cs typeface="Calibri"/>
              </a:rPr>
              <a:t>Began mapping UAV components and electrical connections; system block diagram in progress</a:t>
            </a:r>
          </a:p>
          <a:p>
            <a:pPr lvl="1"/>
            <a:endParaRPr lang="en-US" sz="1200">
              <a:ea typeface="Calibri"/>
              <a:cs typeface="Calibri"/>
            </a:endParaRPr>
          </a:p>
          <a:p>
            <a:pPr marL="285750" indent="-285750">
              <a:buFont typeface="Arial"/>
              <a:buChar char="•"/>
            </a:pPr>
            <a:r>
              <a:rPr lang="en-US" sz="1400" b="1">
                <a:ea typeface="Calibri"/>
                <a:cs typeface="Calibri"/>
              </a:rPr>
              <a:t>Flight Planning / Operations</a:t>
            </a:r>
          </a:p>
          <a:p>
            <a:pPr marL="742950" lvl="1" indent="-285750">
              <a:buFont typeface="Courier New"/>
              <a:buChar char="o"/>
            </a:pPr>
            <a:r>
              <a:rPr lang="en-US" sz="1200">
                <a:ea typeface="Calibri"/>
                <a:cs typeface="Calibri"/>
              </a:rPr>
              <a:t>Complete updated airworthiness registration through flight ops</a:t>
            </a:r>
          </a:p>
          <a:p>
            <a:pPr marL="1200150" lvl="2" indent="-285750">
              <a:buFont typeface="Wingdings,sans-serif"/>
              <a:buChar char="§"/>
            </a:pPr>
            <a:r>
              <a:rPr lang="en-US" sz="1200">
                <a:ea typeface="Calibri"/>
                <a:cs typeface="Calibri"/>
              </a:rPr>
              <a:t>All modifications + current configuration</a:t>
            </a:r>
          </a:p>
          <a:p>
            <a:pPr marL="1200150" lvl="2" indent="-285750">
              <a:buFont typeface="Wingdings,sans-serif"/>
              <a:buChar char="§"/>
            </a:pPr>
            <a:r>
              <a:rPr lang="en-US" sz="1200">
                <a:ea typeface="Calibri"/>
                <a:cs typeface="Calibri"/>
              </a:rPr>
              <a:t>FAA registration</a:t>
            </a:r>
          </a:p>
          <a:p>
            <a:pPr marL="1200150" lvl="2" indent="-285750">
              <a:buFont typeface="Wingdings,sans-serif"/>
              <a:buChar char="§"/>
            </a:pPr>
            <a:r>
              <a:rPr lang="en-US" sz="1200">
                <a:ea typeface="Calibri"/>
                <a:cs typeface="Calibri"/>
              </a:rPr>
              <a:t>Weight &amp; balance</a:t>
            </a:r>
          </a:p>
          <a:p>
            <a:pPr marL="742950" lvl="1" indent="-285750">
              <a:buFont typeface="Courier New"/>
              <a:buChar char="o"/>
            </a:pPr>
            <a:r>
              <a:rPr lang="en-US" sz="1200">
                <a:ea typeface="Calibri"/>
                <a:cs typeface="Calibri"/>
              </a:rPr>
              <a:t>Submit mission FRAT through Alaris Pro 48 </a:t>
            </a:r>
            <a:r>
              <a:rPr lang="en-US" sz="1200" err="1">
                <a:ea typeface="Calibri"/>
                <a:cs typeface="Calibri"/>
              </a:rPr>
              <a:t>hrs</a:t>
            </a:r>
            <a:r>
              <a:rPr lang="en-US" sz="1200">
                <a:ea typeface="Calibri"/>
                <a:cs typeface="Calibri"/>
              </a:rPr>
              <a:t> in advance of testing &amp; 1 member must undergo field orientation prior</a:t>
            </a:r>
          </a:p>
          <a:p>
            <a:pPr marL="742950" lvl="1" indent="-285750">
              <a:buFont typeface="Courier New"/>
              <a:buChar char="o"/>
            </a:pPr>
            <a:r>
              <a:rPr lang="en-US" sz="1200">
                <a:ea typeface="Calibri"/>
                <a:cs typeface="Calibri"/>
              </a:rPr>
              <a:t>Justify waiver to Flight Ops before proceeding with FAA</a:t>
            </a:r>
          </a:p>
          <a:p>
            <a:pPr marL="742950" lvl="1" indent="-285750">
              <a:buFont typeface="Courier New"/>
              <a:buChar char="o"/>
            </a:pPr>
            <a:r>
              <a:rPr lang="en-US" sz="1200">
                <a:ea typeface="Calibri"/>
                <a:cs typeface="Calibri"/>
              </a:rPr>
              <a:t>Developed GCS MVP for specular-point waypoint generation (demo next week)</a:t>
            </a:r>
          </a:p>
          <a:p>
            <a:pPr marL="742950" lvl="1" indent="-285750">
              <a:buFont typeface="Courier New"/>
              <a:buChar char="o"/>
            </a:pPr>
            <a:endParaRPr lang="en-US" sz="1200">
              <a:ea typeface="Calibri"/>
              <a:cs typeface="Calibri"/>
            </a:endParaRPr>
          </a:p>
        </p:txBody>
      </p:sp>
      <p:sp>
        <p:nvSpPr>
          <p:cNvPr id="13" name="TextBox 12">
            <a:extLst>
              <a:ext uri="{FF2B5EF4-FFF2-40B4-BE49-F238E27FC236}">
                <a16:creationId xmlns:a16="http://schemas.microsoft.com/office/drawing/2014/main" id="{0734A7E4-BBC4-0FF6-0584-311D72C881EE}"/>
              </a:ext>
            </a:extLst>
          </p:cNvPr>
          <p:cNvSpPr txBox="1"/>
          <p:nvPr/>
        </p:nvSpPr>
        <p:spPr>
          <a:xfrm>
            <a:off x="6194786" y="2450163"/>
            <a:ext cx="1498253"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a:ea typeface="Calibri"/>
                <a:cs typeface="Calibri"/>
              </a:rPr>
              <a:t>Aurelia X6 UAV Platform</a:t>
            </a:r>
          </a:p>
        </p:txBody>
      </p:sp>
      <p:sp>
        <p:nvSpPr>
          <p:cNvPr id="16" name="TextBox 15">
            <a:extLst>
              <a:ext uri="{FF2B5EF4-FFF2-40B4-BE49-F238E27FC236}">
                <a16:creationId xmlns:a16="http://schemas.microsoft.com/office/drawing/2014/main" id="{B3D3763C-334D-371D-EDB8-7A696DB5E8BB}"/>
              </a:ext>
            </a:extLst>
          </p:cNvPr>
          <p:cNvSpPr txBox="1"/>
          <p:nvPr/>
        </p:nvSpPr>
        <p:spPr>
          <a:xfrm>
            <a:off x="5648134" y="4717527"/>
            <a:ext cx="2709585"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a:ea typeface="+mn-lt"/>
                <a:cs typeface="+mn-lt"/>
              </a:rPr>
              <a:t>Specular-Point Flight Planning Software MVP</a:t>
            </a:r>
            <a:endParaRPr lang="en-US" b="1">
              <a:ea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D82D7-1382-AC71-7E37-E05C5979516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54408F8-A7CA-A6C3-DCAD-3CC4C5F0B053}"/>
              </a:ext>
            </a:extLst>
          </p:cNvPr>
          <p:cNvSpPr/>
          <p:nvPr/>
        </p:nvSpPr>
        <p:spPr>
          <a:xfrm>
            <a:off x="0" y="0"/>
            <a:ext cx="9144000" cy="5143500"/>
          </a:xfrm>
          <a:prstGeom prst="rect">
            <a:avLst/>
          </a:prstGeom>
          <a:solidFill>
            <a:srgbClr val="F2F7FA"/>
          </a:solidFill>
          <a:ln w="12700">
            <a:solidFill>
              <a:srgbClr val="F2F7FA"/>
            </a:solidFill>
            <a:prstDash val="solid"/>
          </a:ln>
        </p:spPr>
        <p:txBody>
          <a:bodyPr/>
          <a:lstStyle/>
          <a:p>
            <a:endParaRPr lang="en-US"/>
          </a:p>
        </p:txBody>
      </p:sp>
      <p:sp>
        <p:nvSpPr>
          <p:cNvPr id="3" name="Shape 1">
            <a:extLst>
              <a:ext uri="{FF2B5EF4-FFF2-40B4-BE49-F238E27FC236}">
                <a16:creationId xmlns:a16="http://schemas.microsoft.com/office/drawing/2014/main" id="{0E15E1CA-421F-1844-1A0C-2AEFC60D4BE0}"/>
              </a:ext>
            </a:extLst>
          </p:cNvPr>
          <p:cNvSpPr/>
          <p:nvPr/>
        </p:nvSpPr>
        <p:spPr>
          <a:xfrm>
            <a:off x="0" y="0"/>
            <a:ext cx="9144000" cy="594360"/>
          </a:xfrm>
          <a:prstGeom prst="rect">
            <a:avLst/>
          </a:prstGeom>
          <a:solidFill>
            <a:srgbClr val="B09040"/>
          </a:solidFill>
          <a:ln w="12700">
            <a:solidFill>
              <a:srgbClr val="B09040"/>
            </a:solidFill>
            <a:prstDash val="solid"/>
          </a:ln>
        </p:spPr>
        <p:txBody>
          <a:bodyPr/>
          <a:lstStyle/>
          <a:p>
            <a:endParaRPr lang="en-US"/>
          </a:p>
        </p:txBody>
      </p:sp>
      <p:sp>
        <p:nvSpPr>
          <p:cNvPr id="4" name="Shape 2">
            <a:extLst>
              <a:ext uri="{FF2B5EF4-FFF2-40B4-BE49-F238E27FC236}">
                <a16:creationId xmlns:a16="http://schemas.microsoft.com/office/drawing/2014/main" id="{D405FCEE-AB05-8EA8-F2BD-7A2E8EB63635}"/>
              </a:ext>
            </a:extLst>
          </p:cNvPr>
          <p:cNvSpPr/>
          <p:nvPr/>
        </p:nvSpPr>
        <p:spPr>
          <a:xfrm>
            <a:off x="0" y="594360"/>
            <a:ext cx="109728" cy="4361688"/>
          </a:xfrm>
          <a:prstGeom prst="rect">
            <a:avLst/>
          </a:prstGeom>
          <a:solidFill>
            <a:srgbClr val="B09040"/>
          </a:solidFill>
          <a:ln w="12700">
            <a:solidFill>
              <a:srgbClr val="B09040"/>
            </a:solidFill>
            <a:prstDash val="solid"/>
          </a:ln>
        </p:spPr>
        <p:txBody>
          <a:bodyPr/>
          <a:lstStyle/>
          <a:p>
            <a:endParaRPr lang="en-US"/>
          </a:p>
        </p:txBody>
      </p:sp>
      <p:sp>
        <p:nvSpPr>
          <p:cNvPr id="5" name="Text 3">
            <a:extLst>
              <a:ext uri="{FF2B5EF4-FFF2-40B4-BE49-F238E27FC236}">
                <a16:creationId xmlns:a16="http://schemas.microsoft.com/office/drawing/2014/main" id="{D4186665-089C-AC7D-21FE-8C72CE14ADD6}"/>
              </a:ext>
            </a:extLst>
          </p:cNvPr>
          <p:cNvSpPr txBox="1"/>
          <p:nvPr/>
        </p:nvSpPr>
        <p:spPr>
          <a:xfrm>
            <a:off x="256032" y="73152"/>
            <a:ext cx="8229600" cy="457200"/>
          </a:xfrm>
          <a:prstGeom prst="rect">
            <a:avLst/>
          </a:prstGeom>
          <a:noFill/>
          <a:ln/>
        </p:spPr>
        <p:txBody>
          <a:bodyPr wrap="square" lIns="0" tIns="0" rIns="0" bIns="0" rtlCol="0" anchor="ctr"/>
          <a:lstStyle/>
          <a:p>
            <a:pPr marL="0" indent="0">
              <a:buNone/>
            </a:pPr>
            <a:r>
              <a:rPr lang="en-US" sz="2600" b="1">
                <a:solidFill>
                  <a:srgbClr val="FFFFFF"/>
                </a:solidFill>
                <a:latin typeface="Calibri" pitchFamily="34" charset="0"/>
                <a:ea typeface="Calibri" pitchFamily="34" charset="-122"/>
                <a:cs typeface="Calibri" pitchFamily="34" charset="-120"/>
              </a:rPr>
              <a:t>SDR Hardware Plan</a:t>
            </a:r>
            <a:endParaRPr lang="en-US" sz="2600"/>
          </a:p>
        </p:txBody>
      </p:sp>
      <p:sp>
        <p:nvSpPr>
          <p:cNvPr id="18" name="Shape 16">
            <a:extLst>
              <a:ext uri="{FF2B5EF4-FFF2-40B4-BE49-F238E27FC236}">
                <a16:creationId xmlns:a16="http://schemas.microsoft.com/office/drawing/2014/main" id="{4ECB2830-9FA2-C54F-A71D-12AEA00BAF6A}"/>
              </a:ext>
            </a:extLst>
          </p:cNvPr>
          <p:cNvSpPr/>
          <p:nvPr/>
        </p:nvSpPr>
        <p:spPr>
          <a:xfrm>
            <a:off x="0" y="4956048"/>
            <a:ext cx="9144000" cy="187452"/>
          </a:xfrm>
          <a:prstGeom prst="rect">
            <a:avLst/>
          </a:prstGeom>
          <a:solidFill>
            <a:srgbClr val="0D2340"/>
          </a:solidFill>
          <a:ln w="12700">
            <a:solidFill>
              <a:srgbClr val="0D2340"/>
            </a:solidFill>
            <a:prstDash val="solid"/>
          </a:ln>
        </p:spPr>
        <p:txBody>
          <a:bodyPr/>
          <a:lstStyle/>
          <a:p>
            <a:endParaRPr lang="en-US"/>
          </a:p>
        </p:txBody>
      </p:sp>
      <p:sp>
        <p:nvSpPr>
          <p:cNvPr id="19" name="Text 17">
            <a:extLst>
              <a:ext uri="{FF2B5EF4-FFF2-40B4-BE49-F238E27FC236}">
                <a16:creationId xmlns:a16="http://schemas.microsoft.com/office/drawing/2014/main" id="{0A4E61F8-AC8F-D7CB-2593-8B58BD0A91A0}"/>
              </a:ext>
            </a:extLst>
          </p:cNvPr>
          <p:cNvSpPr txBox="1"/>
          <p:nvPr/>
        </p:nvSpPr>
        <p:spPr>
          <a:xfrm>
            <a:off x="137160" y="4965192"/>
            <a:ext cx="3657600" cy="164592"/>
          </a:xfrm>
          <a:prstGeom prst="rect">
            <a:avLst/>
          </a:prstGeom>
          <a:noFill/>
          <a:ln/>
        </p:spPr>
        <p:txBody>
          <a:bodyPr wrap="square" lIns="0" tIns="0" rIns="0" bIns="0" rtlCol="0" anchor="ctr"/>
          <a:lstStyle/>
          <a:p>
            <a:pPr marL="0" indent="0">
              <a:buNone/>
            </a:pPr>
            <a:r>
              <a:rPr lang="en-US" sz="750">
                <a:solidFill>
                  <a:srgbClr val="CFB87C"/>
                </a:solidFill>
                <a:latin typeface="Calibri" pitchFamily="34" charset="0"/>
                <a:ea typeface="Calibri" pitchFamily="34" charset="-122"/>
                <a:cs typeface="Calibri" pitchFamily="34" charset="-120"/>
              </a:rPr>
              <a:t>HERON | UAS GNSS-R</a:t>
            </a:r>
            <a:endParaRPr lang="en-US" sz="750"/>
          </a:p>
        </p:txBody>
      </p:sp>
      <p:sp>
        <p:nvSpPr>
          <p:cNvPr id="20" name="Text 18">
            <a:extLst>
              <a:ext uri="{FF2B5EF4-FFF2-40B4-BE49-F238E27FC236}">
                <a16:creationId xmlns:a16="http://schemas.microsoft.com/office/drawing/2014/main" id="{CD3DEDCD-3957-3193-D3C6-58E0AEA73D8C}"/>
              </a:ext>
            </a:extLst>
          </p:cNvPr>
          <p:cNvSpPr txBox="1"/>
          <p:nvPr/>
        </p:nvSpPr>
        <p:spPr>
          <a:xfrm>
            <a:off x="5029200" y="4965192"/>
            <a:ext cx="3977640" cy="164592"/>
          </a:xfrm>
          <a:prstGeom prst="rect">
            <a:avLst/>
          </a:prstGeom>
          <a:noFill/>
          <a:ln/>
        </p:spPr>
        <p:txBody>
          <a:bodyPr wrap="square" lIns="0" tIns="0" rIns="0" bIns="0" rtlCol="0" anchor="ctr"/>
          <a:lstStyle/>
          <a:p>
            <a:pPr marL="0" indent="0" algn="r">
              <a:buNone/>
            </a:pPr>
            <a:r>
              <a:rPr lang="en-US" sz="750">
                <a:solidFill>
                  <a:srgbClr val="A8DDE2"/>
                </a:solidFill>
                <a:latin typeface="Calibri" pitchFamily="34" charset="0"/>
                <a:ea typeface="Calibri" pitchFamily="34" charset="-122"/>
                <a:cs typeface="Calibri" pitchFamily="34" charset="-120"/>
              </a:rPr>
              <a:t>Smead AES · CCAR · University of Colorado Boulder</a:t>
            </a:r>
            <a:endParaRPr lang="en-US" sz="750"/>
          </a:p>
        </p:txBody>
      </p:sp>
      <p:sp>
        <p:nvSpPr>
          <p:cNvPr id="7" name="TextBox 6">
            <a:extLst>
              <a:ext uri="{FF2B5EF4-FFF2-40B4-BE49-F238E27FC236}">
                <a16:creationId xmlns:a16="http://schemas.microsoft.com/office/drawing/2014/main" id="{12F3C619-00FE-BF92-7DF6-08AABEEB8906}"/>
              </a:ext>
            </a:extLst>
          </p:cNvPr>
          <p:cNvSpPr txBox="1"/>
          <p:nvPr/>
        </p:nvSpPr>
        <p:spPr>
          <a:xfrm>
            <a:off x="374515" y="685800"/>
            <a:ext cx="3200400" cy="1115690"/>
          </a:xfrm>
          <a:prstGeom prst="rect">
            <a:avLst/>
          </a:prstGeom>
          <a:noFill/>
        </p:spPr>
        <p:txBody>
          <a:bodyPr wrap="square" rtlCol="0">
            <a:spAutoFit/>
          </a:bodyPr>
          <a:lstStyle/>
          <a:p>
            <a:r>
              <a:rPr lang="en-US" sz="1400"/>
              <a:t>Duplicate ARGO capability</a:t>
            </a:r>
          </a:p>
          <a:p>
            <a:r>
              <a:rPr lang="en-US" sz="1050"/>
              <a:t>Unsurprisingly, this appears to be an optimal option for GNSS-R technology research</a:t>
            </a:r>
          </a:p>
          <a:p>
            <a:pPr marL="171450" indent="-171450">
              <a:buFont typeface="Arial" panose="020B0604020202020204" pitchFamily="34" charset="0"/>
              <a:buChar char="•"/>
            </a:pPr>
            <a:r>
              <a:rPr lang="en-US" sz="1050"/>
              <a:t>Testbed matches Navy Payload</a:t>
            </a:r>
          </a:p>
          <a:p>
            <a:pPr marL="171450" indent="-171450">
              <a:buFont typeface="Arial" panose="020B0604020202020204" pitchFamily="34" charset="0"/>
              <a:buChar char="•"/>
            </a:pPr>
            <a:r>
              <a:rPr lang="en-US" sz="1050"/>
              <a:t>Enables direct (RHCP) + reflected signals (L&amp;R HCP)</a:t>
            </a:r>
          </a:p>
          <a:p>
            <a:pPr marL="171450" indent="-171450">
              <a:buFont typeface="Arial" panose="020B0604020202020204" pitchFamily="34" charset="0"/>
              <a:buChar char="•"/>
            </a:pPr>
            <a:r>
              <a:rPr lang="en-US" sz="1050"/>
              <a:t>Keeps </a:t>
            </a:r>
            <a:r>
              <a:rPr lang="en-US" sz="1050" err="1"/>
              <a:t>SWaP</a:t>
            </a:r>
            <a:r>
              <a:rPr lang="en-US" sz="1050"/>
              <a:t> + Cost lower than other USRP options </a:t>
            </a:r>
          </a:p>
        </p:txBody>
      </p:sp>
      <p:sp>
        <p:nvSpPr>
          <p:cNvPr id="36" name="Rectangle 35">
            <a:extLst>
              <a:ext uri="{FF2B5EF4-FFF2-40B4-BE49-F238E27FC236}">
                <a16:creationId xmlns:a16="http://schemas.microsoft.com/office/drawing/2014/main" id="{303FA1EB-B6F4-3316-8DE5-2EDB01C5F885}"/>
              </a:ext>
            </a:extLst>
          </p:cNvPr>
          <p:cNvSpPr/>
          <p:nvPr/>
        </p:nvSpPr>
        <p:spPr>
          <a:xfrm>
            <a:off x="1758950" y="3553044"/>
            <a:ext cx="965200" cy="488950"/>
          </a:xfrm>
          <a:prstGeom prst="rect">
            <a:avLst/>
          </a:prstGeom>
          <a:solidFill>
            <a:srgbClr val="B09040"/>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B210</a:t>
            </a:r>
          </a:p>
        </p:txBody>
      </p:sp>
      <p:sp>
        <p:nvSpPr>
          <p:cNvPr id="38" name="Rectangle 37">
            <a:extLst>
              <a:ext uri="{FF2B5EF4-FFF2-40B4-BE49-F238E27FC236}">
                <a16:creationId xmlns:a16="http://schemas.microsoft.com/office/drawing/2014/main" id="{29201D57-7440-E0E5-A133-111972E09204}"/>
              </a:ext>
            </a:extLst>
          </p:cNvPr>
          <p:cNvSpPr/>
          <p:nvPr/>
        </p:nvSpPr>
        <p:spPr>
          <a:xfrm>
            <a:off x="1758950" y="4183695"/>
            <a:ext cx="965200" cy="488950"/>
          </a:xfrm>
          <a:prstGeom prst="rect">
            <a:avLst/>
          </a:prstGeom>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B210</a:t>
            </a:r>
          </a:p>
        </p:txBody>
      </p:sp>
      <p:sp>
        <p:nvSpPr>
          <p:cNvPr id="40" name="Rectangle 39">
            <a:extLst>
              <a:ext uri="{FF2B5EF4-FFF2-40B4-BE49-F238E27FC236}">
                <a16:creationId xmlns:a16="http://schemas.microsoft.com/office/drawing/2014/main" id="{21593C3E-0A42-B396-6164-DA59957145BA}"/>
              </a:ext>
            </a:extLst>
          </p:cNvPr>
          <p:cNvSpPr/>
          <p:nvPr/>
        </p:nvSpPr>
        <p:spPr>
          <a:xfrm>
            <a:off x="2000250" y="2434832"/>
            <a:ext cx="723900" cy="352952"/>
          </a:xfrm>
          <a:prstGeom prst="rect">
            <a:avLst/>
          </a:prstGeom>
          <a:solidFill>
            <a:srgbClr val="B09040"/>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t>B206mini</a:t>
            </a:r>
          </a:p>
        </p:txBody>
      </p:sp>
      <p:sp>
        <p:nvSpPr>
          <p:cNvPr id="42" name="Rectangle 41">
            <a:extLst>
              <a:ext uri="{FF2B5EF4-FFF2-40B4-BE49-F238E27FC236}">
                <a16:creationId xmlns:a16="http://schemas.microsoft.com/office/drawing/2014/main" id="{4A59726C-60D8-C33D-DE25-2F194DDCD534}"/>
              </a:ext>
            </a:extLst>
          </p:cNvPr>
          <p:cNvSpPr/>
          <p:nvPr/>
        </p:nvSpPr>
        <p:spPr>
          <a:xfrm>
            <a:off x="2000250" y="2844449"/>
            <a:ext cx="723900" cy="352952"/>
          </a:xfrm>
          <a:prstGeom prst="rect">
            <a:avLst/>
          </a:prstGeom>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t>B206mini</a:t>
            </a:r>
          </a:p>
        </p:txBody>
      </p:sp>
      <p:sp>
        <p:nvSpPr>
          <p:cNvPr id="43" name="Isosceles Triangle 42">
            <a:extLst>
              <a:ext uri="{FF2B5EF4-FFF2-40B4-BE49-F238E27FC236}">
                <a16:creationId xmlns:a16="http://schemas.microsoft.com/office/drawing/2014/main" id="{59E38295-E039-5D28-D0A5-4EC965CDAE97}"/>
              </a:ext>
            </a:extLst>
          </p:cNvPr>
          <p:cNvSpPr/>
          <p:nvPr/>
        </p:nvSpPr>
        <p:spPr>
          <a:xfrm rot="10800000">
            <a:off x="887595" y="2165555"/>
            <a:ext cx="271018" cy="187452"/>
          </a:xfrm>
          <a:prstGeom prst="triangle">
            <a:avLst/>
          </a:prstGeom>
          <a:solidFill>
            <a:schemeClr val="bg2">
              <a:lumMod val="75000"/>
            </a:schemeClr>
          </a:solidFill>
          <a:ln w="28575">
            <a:solidFill>
              <a:srgbClr val="2D6B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4B72ACD5-7CB0-0652-7001-5D21B901B9D6}"/>
              </a:ext>
            </a:extLst>
          </p:cNvPr>
          <p:cNvSpPr/>
          <p:nvPr/>
        </p:nvSpPr>
        <p:spPr>
          <a:xfrm>
            <a:off x="2000250" y="2089150"/>
            <a:ext cx="723900" cy="256764"/>
          </a:xfrm>
          <a:prstGeom prst="rect">
            <a:avLst/>
          </a:prstGeom>
          <a:solidFill>
            <a:schemeClr val="bg2">
              <a:lumMod val="75000"/>
            </a:schemeClr>
          </a:solidFill>
          <a:ln w="19050">
            <a:solidFill>
              <a:srgbClr val="2D6B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GNSS Rx</a:t>
            </a:r>
          </a:p>
        </p:txBody>
      </p:sp>
      <p:sp>
        <p:nvSpPr>
          <p:cNvPr id="45" name="Rectangle 44">
            <a:extLst>
              <a:ext uri="{FF2B5EF4-FFF2-40B4-BE49-F238E27FC236}">
                <a16:creationId xmlns:a16="http://schemas.microsoft.com/office/drawing/2014/main" id="{6ADB1224-602C-2B6A-04D7-168D699896E6}"/>
              </a:ext>
            </a:extLst>
          </p:cNvPr>
          <p:cNvSpPr/>
          <p:nvPr/>
        </p:nvSpPr>
        <p:spPr>
          <a:xfrm>
            <a:off x="3282815" y="3179662"/>
            <a:ext cx="650266" cy="429587"/>
          </a:xfrm>
          <a:prstGeom prst="rect">
            <a:avLst/>
          </a:prstGeom>
          <a:solidFill>
            <a:srgbClr val="1A7A9A"/>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Ext. GPSDO</a:t>
            </a:r>
          </a:p>
        </p:txBody>
      </p:sp>
      <p:sp>
        <p:nvSpPr>
          <p:cNvPr id="46" name="Rectangle 45">
            <a:extLst>
              <a:ext uri="{FF2B5EF4-FFF2-40B4-BE49-F238E27FC236}">
                <a16:creationId xmlns:a16="http://schemas.microsoft.com/office/drawing/2014/main" id="{27E85EBB-EEA6-1868-F3BA-E71D8964DFE5}"/>
              </a:ext>
            </a:extLst>
          </p:cNvPr>
          <p:cNvSpPr/>
          <p:nvPr/>
        </p:nvSpPr>
        <p:spPr>
          <a:xfrm>
            <a:off x="4197350" y="3091621"/>
            <a:ext cx="723900" cy="605668"/>
          </a:xfrm>
          <a:prstGeom prst="rect">
            <a:avLst/>
          </a:prstGeom>
          <a:ln w="28575">
            <a:solidFill>
              <a:srgbClr val="2D6B2D"/>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Intel </a:t>
            </a:r>
            <a:r>
              <a:rPr lang="en-US" err="1"/>
              <a:t>Nuc</a:t>
            </a:r>
            <a:endParaRPr lang="en-US"/>
          </a:p>
        </p:txBody>
      </p:sp>
      <p:sp>
        <p:nvSpPr>
          <p:cNvPr id="48" name="Isosceles Triangle 47">
            <a:extLst>
              <a:ext uri="{FF2B5EF4-FFF2-40B4-BE49-F238E27FC236}">
                <a16:creationId xmlns:a16="http://schemas.microsoft.com/office/drawing/2014/main" id="{AFD2AFFB-1EEE-7F22-2048-DCDC4753A3D1}"/>
              </a:ext>
            </a:extLst>
          </p:cNvPr>
          <p:cNvSpPr/>
          <p:nvPr/>
        </p:nvSpPr>
        <p:spPr>
          <a:xfrm rot="4387203">
            <a:off x="333173" y="4135697"/>
            <a:ext cx="330976" cy="182226"/>
          </a:xfrm>
          <a:prstGeom prst="triangle">
            <a:avLst/>
          </a:prstGeom>
          <a:solidFill>
            <a:schemeClr val="bg2">
              <a:lumMod val="75000"/>
            </a:schemeClr>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B12903CB-2A36-2887-DA83-5F233BBFFCFB}"/>
              </a:ext>
            </a:extLst>
          </p:cNvPr>
          <p:cNvSpPr txBox="1"/>
          <p:nvPr/>
        </p:nvSpPr>
        <p:spPr>
          <a:xfrm>
            <a:off x="717292" y="1924050"/>
            <a:ext cx="984508" cy="230832"/>
          </a:xfrm>
          <a:prstGeom prst="rect">
            <a:avLst/>
          </a:prstGeom>
          <a:noFill/>
        </p:spPr>
        <p:txBody>
          <a:bodyPr wrap="square" rtlCol="0">
            <a:spAutoFit/>
          </a:bodyPr>
          <a:lstStyle/>
          <a:p>
            <a:r>
              <a:rPr lang="en-US" sz="900"/>
              <a:t>Zenith Antenna</a:t>
            </a:r>
          </a:p>
        </p:txBody>
      </p:sp>
      <p:sp>
        <p:nvSpPr>
          <p:cNvPr id="51" name="TextBox 50">
            <a:extLst>
              <a:ext uri="{FF2B5EF4-FFF2-40B4-BE49-F238E27FC236}">
                <a16:creationId xmlns:a16="http://schemas.microsoft.com/office/drawing/2014/main" id="{ACA475B8-83F1-CEB6-7E42-2CE9E585F87C}"/>
              </a:ext>
            </a:extLst>
          </p:cNvPr>
          <p:cNvSpPr txBox="1"/>
          <p:nvPr/>
        </p:nvSpPr>
        <p:spPr>
          <a:xfrm>
            <a:off x="124856" y="4614372"/>
            <a:ext cx="1139190" cy="230832"/>
          </a:xfrm>
          <a:prstGeom prst="rect">
            <a:avLst/>
          </a:prstGeom>
          <a:noFill/>
        </p:spPr>
        <p:txBody>
          <a:bodyPr wrap="square" rtlCol="0">
            <a:spAutoFit/>
          </a:bodyPr>
          <a:lstStyle/>
          <a:p>
            <a:r>
              <a:rPr lang="en-US" sz="900"/>
              <a:t>GNSS-R Antenna(s)</a:t>
            </a:r>
          </a:p>
        </p:txBody>
      </p:sp>
      <p:sp>
        <p:nvSpPr>
          <p:cNvPr id="55" name="Isosceles Triangle 54">
            <a:extLst>
              <a:ext uri="{FF2B5EF4-FFF2-40B4-BE49-F238E27FC236}">
                <a16:creationId xmlns:a16="http://schemas.microsoft.com/office/drawing/2014/main" id="{E7C14875-D4A9-27E9-F8A8-4AB050DB7B43}"/>
              </a:ext>
            </a:extLst>
          </p:cNvPr>
          <p:cNvSpPr/>
          <p:nvPr/>
        </p:nvSpPr>
        <p:spPr>
          <a:xfrm rot="4387203">
            <a:off x="468413" y="4309296"/>
            <a:ext cx="330976" cy="182226"/>
          </a:xfrm>
          <a:prstGeom prst="triangle">
            <a:avLst/>
          </a:prstGeom>
          <a:solidFill>
            <a:schemeClr val="bg2">
              <a:lumMod val="75000"/>
            </a:schemeClr>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Connector: Elbow 56">
            <a:extLst>
              <a:ext uri="{FF2B5EF4-FFF2-40B4-BE49-F238E27FC236}">
                <a16:creationId xmlns:a16="http://schemas.microsoft.com/office/drawing/2014/main" id="{4B6E6F59-211C-2428-03D8-CB25DCDA016B}"/>
              </a:ext>
            </a:extLst>
          </p:cNvPr>
          <p:cNvCxnSpPr>
            <a:cxnSpLocks/>
            <a:stCxn id="43" idx="0"/>
            <a:endCxn id="40" idx="1"/>
          </p:cNvCxnSpPr>
          <p:nvPr/>
        </p:nvCxnSpPr>
        <p:spPr>
          <a:xfrm rot="16200000" flipH="1">
            <a:off x="1382527" y="1993584"/>
            <a:ext cx="258301" cy="977146"/>
          </a:xfrm>
          <a:prstGeom prst="bentConnector2">
            <a:avLst/>
          </a:prstGeom>
          <a:ln w="190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60" name="Connector: Elbow 59">
            <a:extLst>
              <a:ext uri="{FF2B5EF4-FFF2-40B4-BE49-F238E27FC236}">
                <a16:creationId xmlns:a16="http://schemas.microsoft.com/office/drawing/2014/main" id="{DC5AE645-9BD9-8013-D18E-3272DD3158B7}"/>
              </a:ext>
            </a:extLst>
          </p:cNvPr>
          <p:cNvCxnSpPr>
            <a:stCxn id="43" idx="0"/>
            <a:endCxn id="42" idx="1"/>
          </p:cNvCxnSpPr>
          <p:nvPr/>
        </p:nvCxnSpPr>
        <p:spPr>
          <a:xfrm rot="16200000" flipH="1">
            <a:off x="1177718" y="2198393"/>
            <a:ext cx="667918" cy="977146"/>
          </a:xfrm>
          <a:prstGeom prst="bentConnector2">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2" name="Connector: Elbow 61">
            <a:extLst>
              <a:ext uri="{FF2B5EF4-FFF2-40B4-BE49-F238E27FC236}">
                <a16:creationId xmlns:a16="http://schemas.microsoft.com/office/drawing/2014/main" id="{CCC0BE05-811B-C365-6F04-104019A3413E}"/>
              </a:ext>
            </a:extLst>
          </p:cNvPr>
          <p:cNvCxnSpPr>
            <a:stCxn id="48" idx="0"/>
          </p:cNvCxnSpPr>
          <p:nvPr/>
        </p:nvCxnSpPr>
        <p:spPr>
          <a:xfrm flipV="1">
            <a:off x="585848" y="3684910"/>
            <a:ext cx="1173102" cy="515444"/>
          </a:xfrm>
          <a:prstGeom prst="bentConnector3">
            <a:avLst>
              <a:gd name="adj1" fmla="val 56496"/>
            </a:avLst>
          </a:prstGeom>
          <a:ln w="19050">
            <a:solidFill>
              <a:schemeClr val="accent4"/>
            </a:solidFill>
            <a:prstDash val="dashDot"/>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5E1A19C4-69A8-EC3C-4F9B-D7D7E9FFB034}"/>
              </a:ext>
            </a:extLst>
          </p:cNvPr>
          <p:cNvCxnSpPr>
            <a:stCxn id="48" idx="0"/>
          </p:cNvCxnSpPr>
          <p:nvPr/>
        </p:nvCxnSpPr>
        <p:spPr>
          <a:xfrm flipV="1">
            <a:off x="585848" y="3921401"/>
            <a:ext cx="1173102" cy="278953"/>
          </a:xfrm>
          <a:prstGeom prst="bentConnector3">
            <a:avLst>
              <a:gd name="adj1" fmla="val 18605"/>
            </a:avLst>
          </a:prstGeom>
          <a:ln w="190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66" name="Connector: Elbow 65">
            <a:extLst>
              <a:ext uri="{FF2B5EF4-FFF2-40B4-BE49-F238E27FC236}">
                <a16:creationId xmlns:a16="http://schemas.microsoft.com/office/drawing/2014/main" id="{78ABAEED-8714-7D15-D48D-CF45312B8947}"/>
              </a:ext>
            </a:extLst>
          </p:cNvPr>
          <p:cNvCxnSpPr>
            <a:stCxn id="55" idx="0"/>
          </p:cNvCxnSpPr>
          <p:nvPr/>
        </p:nvCxnSpPr>
        <p:spPr>
          <a:xfrm flipV="1">
            <a:off x="721088" y="4330178"/>
            <a:ext cx="1037862" cy="43775"/>
          </a:xfrm>
          <a:prstGeom prst="bentConnector3">
            <a:avLst>
              <a:gd name="adj1" fmla="val -782"/>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8" name="Connector: Elbow 67">
            <a:extLst>
              <a:ext uri="{FF2B5EF4-FFF2-40B4-BE49-F238E27FC236}">
                <a16:creationId xmlns:a16="http://schemas.microsoft.com/office/drawing/2014/main" id="{05B7AC3B-9344-21A5-D6D2-8D7C4453C9BC}"/>
              </a:ext>
            </a:extLst>
          </p:cNvPr>
          <p:cNvCxnSpPr>
            <a:stCxn id="55" idx="0"/>
          </p:cNvCxnSpPr>
          <p:nvPr/>
        </p:nvCxnSpPr>
        <p:spPr>
          <a:xfrm>
            <a:off x="721088" y="4373953"/>
            <a:ext cx="1037862" cy="211271"/>
          </a:xfrm>
          <a:prstGeom prst="bentConnector3">
            <a:avLst>
              <a:gd name="adj1" fmla="val 57342"/>
            </a:avLst>
          </a:prstGeom>
          <a:ln w="19050">
            <a:prstDash val="dashDot"/>
            <a:tailEnd type="triangle"/>
          </a:ln>
        </p:spPr>
        <p:style>
          <a:lnRef idx="1">
            <a:schemeClr val="accent1"/>
          </a:lnRef>
          <a:fillRef idx="0">
            <a:schemeClr val="accent1"/>
          </a:fillRef>
          <a:effectRef idx="0">
            <a:schemeClr val="accent1"/>
          </a:effectRef>
          <a:fontRef idx="minor">
            <a:schemeClr val="tx1"/>
          </a:fontRef>
        </p:style>
      </p:cxnSp>
      <p:cxnSp>
        <p:nvCxnSpPr>
          <p:cNvPr id="75" name="Connector: Elbow 74">
            <a:extLst>
              <a:ext uri="{FF2B5EF4-FFF2-40B4-BE49-F238E27FC236}">
                <a16:creationId xmlns:a16="http://schemas.microsoft.com/office/drawing/2014/main" id="{848146DE-EA63-360B-CD6C-803930A33BB2}"/>
              </a:ext>
            </a:extLst>
          </p:cNvPr>
          <p:cNvCxnSpPr>
            <a:cxnSpLocks/>
            <a:stCxn id="45" idx="1"/>
            <a:endCxn id="40" idx="3"/>
          </p:cNvCxnSpPr>
          <p:nvPr/>
        </p:nvCxnSpPr>
        <p:spPr>
          <a:xfrm rot="10800000">
            <a:off x="2724151" y="2611308"/>
            <a:ext cx="558665" cy="783148"/>
          </a:xfrm>
          <a:prstGeom prst="bentConnector3">
            <a:avLst/>
          </a:prstGeom>
          <a:ln w="12700">
            <a:solidFill>
              <a:srgbClr val="1A7A9A"/>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77" name="Connector: Elbow 76">
            <a:extLst>
              <a:ext uri="{FF2B5EF4-FFF2-40B4-BE49-F238E27FC236}">
                <a16:creationId xmlns:a16="http://schemas.microsoft.com/office/drawing/2014/main" id="{7D01B809-8FD7-64A5-461A-B265FF0B0A7D}"/>
              </a:ext>
            </a:extLst>
          </p:cNvPr>
          <p:cNvCxnSpPr>
            <a:cxnSpLocks/>
            <a:stCxn id="45" idx="1"/>
            <a:endCxn id="42" idx="3"/>
          </p:cNvCxnSpPr>
          <p:nvPr/>
        </p:nvCxnSpPr>
        <p:spPr>
          <a:xfrm rot="10800000">
            <a:off x="2724151" y="3020926"/>
            <a:ext cx="558665" cy="373531"/>
          </a:xfrm>
          <a:prstGeom prst="bentConnector3">
            <a:avLst/>
          </a:prstGeom>
          <a:ln w="12700">
            <a:solidFill>
              <a:srgbClr val="1A7A9A"/>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79" name="Connector: Elbow 78">
            <a:extLst>
              <a:ext uri="{FF2B5EF4-FFF2-40B4-BE49-F238E27FC236}">
                <a16:creationId xmlns:a16="http://schemas.microsoft.com/office/drawing/2014/main" id="{B9FD87CC-0AB5-CFD5-B006-1871FDC8F4E2}"/>
              </a:ext>
            </a:extLst>
          </p:cNvPr>
          <p:cNvCxnSpPr>
            <a:cxnSpLocks/>
            <a:stCxn id="45" idx="1"/>
            <a:endCxn id="36" idx="3"/>
          </p:cNvCxnSpPr>
          <p:nvPr/>
        </p:nvCxnSpPr>
        <p:spPr>
          <a:xfrm rot="10800000" flipV="1">
            <a:off x="2724151" y="3394455"/>
            <a:ext cx="558665" cy="403063"/>
          </a:xfrm>
          <a:prstGeom prst="bentConnector3">
            <a:avLst/>
          </a:prstGeom>
          <a:ln w="12700">
            <a:solidFill>
              <a:srgbClr val="1A7A9A"/>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1" name="Connector: Elbow 80">
            <a:extLst>
              <a:ext uri="{FF2B5EF4-FFF2-40B4-BE49-F238E27FC236}">
                <a16:creationId xmlns:a16="http://schemas.microsoft.com/office/drawing/2014/main" id="{2DE90442-DE7A-A2DB-1676-7CB4CDA58A5E}"/>
              </a:ext>
            </a:extLst>
          </p:cNvPr>
          <p:cNvCxnSpPr>
            <a:cxnSpLocks/>
            <a:stCxn id="45" idx="1"/>
            <a:endCxn id="38" idx="3"/>
          </p:cNvCxnSpPr>
          <p:nvPr/>
        </p:nvCxnSpPr>
        <p:spPr>
          <a:xfrm rot="10800000" flipV="1">
            <a:off x="2724151" y="3394456"/>
            <a:ext cx="558665" cy="1033714"/>
          </a:xfrm>
          <a:prstGeom prst="bentConnector3">
            <a:avLst/>
          </a:prstGeom>
          <a:ln w="12700">
            <a:solidFill>
              <a:srgbClr val="1A7A9A"/>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AAE04BAC-C724-60CD-538A-CD6A686316E8}"/>
              </a:ext>
            </a:extLst>
          </p:cNvPr>
          <p:cNvCxnSpPr>
            <a:cxnSpLocks/>
            <a:endCxn id="46" idx="0"/>
          </p:cNvCxnSpPr>
          <p:nvPr/>
        </p:nvCxnSpPr>
        <p:spPr>
          <a:xfrm>
            <a:off x="2724150" y="2513663"/>
            <a:ext cx="1835150" cy="577958"/>
          </a:xfrm>
          <a:prstGeom prst="bentConnector2">
            <a:avLst/>
          </a:prstGeom>
          <a:ln w="127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88" name="Connector: Elbow 87">
            <a:extLst>
              <a:ext uri="{FF2B5EF4-FFF2-40B4-BE49-F238E27FC236}">
                <a16:creationId xmlns:a16="http://schemas.microsoft.com/office/drawing/2014/main" id="{B70D7941-56F1-26C8-4641-DC86E24D3D27}"/>
              </a:ext>
            </a:extLst>
          </p:cNvPr>
          <p:cNvCxnSpPr>
            <a:endCxn id="46" idx="0"/>
          </p:cNvCxnSpPr>
          <p:nvPr/>
        </p:nvCxnSpPr>
        <p:spPr>
          <a:xfrm>
            <a:off x="2724150" y="2921000"/>
            <a:ext cx="1835150" cy="170621"/>
          </a:xfrm>
          <a:prstGeom prst="bentConnector2">
            <a:avLst/>
          </a:prstGeom>
          <a:ln w="127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90" name="Connector: Elbow 89">
            <a:extLst>
              <a:ext uri="{FF2B5EF4-FFF2-40B4-BE49-F238E27FC236}">
                <a16:creationId xmlns:a16="http://schemas.microsoft.com/office/drawing/2014/main" id="{AECA4321-D33C-1776-4475-3589E9943F69}"/>
              </a:ext>
            </a:extLst>
          </p:cNvPr>
          <p:cNvCxnSpPr>
            <a:cxnSpLocks/>
            <a:endCxn id="46" idx="2"/>
          </p:cNvCxnSpPr>
          <p:nvPr/>
        </p:nvCxnSpPr>
        <p:spPr>
          <a:xfrm flipV="1">
            <a:off x="2724150" y="3697289"/>
            <a:ext cx="1835150" cy="258816"/>
          </a:xfrm>
          <a:prstGeom prst="bentConnector2">
            <a:avLst/>
          </a:prstGeom>
          <a:ln w="127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92" name="Connector: Elbow 91">
            <a:extLst>
              <a:ext uri="{FF2B5EF4-FFF2-40B4-BE49-F238E27FC236}">
                <a16:creationId xmlns:a16="http://schemas.microsoft.com/office/drawing/2014/main" id="{65505FF5-7809-FDD7-96E0-CCE9C1E0DC4F}"/>
              </a:ext>
            </a:extLst>
          </p:cNvPr>
          <p:cNvCxnSpPr>
            <a:endCxn id="46" idx="2"/>
          </p:cNvCxnSpPr>
          <p:nvPr/>
        </p:nvCxnSpPr>
        <p:spPr>
          <a:xfrm flipV="1">
            <a:off x="2724150" y="3697289"/>
            <a:ext cx="1835150" cy="887935"/>
          </a:xfrm>
          <a:prstGeom prst="bentConnector2">
            <a:avLst/>
          </a:prstGeom>
          <a:ln w="127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5" name="Rectangle 104">
            <a:extLst>
              <a:ext uri="{FF2B5EF4-FFF2-40B4-BE49-F238E27FC236}">
                <a16:creationId xmlns:a16="http://schemas.microsoft.com/office/drawing/2014/main" id="{991FAE64-3CBD-AE62-5D5C-4D7342173A42}"/>
              </a:ext>
            </a:extLst>
          </p:cNvPr>
          <p:cNvSpPr/>
          <p:nvPr/>
        </p:nvSpPr>
        <p:spPr>
          <a:xfrm>
            <a:off x="3851366" y="695960"/>
            <a:ext cx="1737860" cy="1723817"/>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5" name="Straight Connector 94">
            <a:extLst>
              <a:ext uri="{FF2B5EF4-FFF2-40B4-BE49-F238E27FC236}">
                <a16:creationId xmlns:a16="http://schemas.microsoft.com/office/drawing/2014/main" id="{945AFFD0-5408-9D08-48E0-FA2321E7A006}"/>
              </a:ext>
            </a:extLst>
          </p:cNvPr>
          <p:cNvCxnSpPr>
            <a:cxnSpLocks/>
          </p:cNvCxnSpPr>
          <p:nvPr/>
        </p:nvCxnSpPr>
        <p:spPr>
          <a:xfrm>
            <a:off x="3992562" y="1504950"/>
            <a:ext cx="5715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7502136D-5D10-271B-C599-84E4ACF5B77D}"/>
              </a:ext>
            </a:extLst>
          </p:cNvPr>
          <p:cNvCxnSpPr>
            <a:cxnSpLocks/>
          </p:cNvCxnSpPr>
          <p:nvPr/>
        </p:nvCxnSpPr>
        <p:spPr>
          <a:xfrm>
            <a:off x="3992562" y="1625600"/>
            <a:ext cx="571500" cy="0"/>
          </a:xfrm>
          <a:prstGeom prst="line">
            <a:avLst/>
          </a:prstGeom>
          <a:ln w="19050">
            <a:prstDash val="dash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DCD6CB99-201F-5D82-7A1D-1FD094449DEF}"/>
              </a:ext>
            </a:extLst>
          </p:cNvPr>
          <p:cNvCxnSpPr>
            <a:cxnSpLocks/>
          </p:cNvCxnSpPr>
          <p:nvPr/>
        </p:nvCxnSpPr>
        <p:spPr>
          <a:xfrm>
            <a:off x="3992562" y="1739900"/>
            <a:ext cx="571500"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5348A725-E8DB-DDA3-736C-622305006478}"/>
              </a:ext>
            </a:extLst>
          </p:cNvPr>
          <p:cNvCxnSpPr>
            <a:cxnSpLocks/>
          </p:cNvCxnSpPr>
          <p:nvPr/>
        </p:nvCxnSpPr>
        <p:spPr>
          <a:xfrm>
            <a:off x="3992562" y="1871340"/>
            <a:ext cx="571500" cy="0"/>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5923601D-0807-1FBB-2CB5-5D0E8AC8074B}"/>
              </a:ext>
            </a:extLst>
          </p:cNvPr>
          <p:cNvSpPr txBox="1"/>
          <p:nvPr/>
        </p:nvSpPr>
        <p:spPr>
          <a:xfrm>
            <a:off x="4555990" y="910995"/>
            <a:ext cx="981210" cy="1446550"/>
          </a:xfrm>
          <a:prstGeom prst="rect">
            <a:avLst/>
          </a:prstGeom>
          <a:noFill/>
        </p:spPr>
        <p:txBody>
          <a:bodyPr wrap="square" rtlCol="0">
            <a:spAutoFit/>
          </a:bodyPr>
          <a:lstStyle/>
          <a:p>
            <a:r>
              <a:rPr lang="en-US" sz="800"/>
              <a:t>SURGE Hardware</a:t>
            </a:r>
          </a:p>
          <a:p>
            <a:endParaRPr lang="en-US" sz="800"/>
          </a:p>
          <a:p>
            <a:r>
              <a:rPr lang="en-US" sz="800"/>
              <a:t>Needed Hardware</a:t>
            </a:r>
          </a:p>
          <a:p>
            <a:endParaRPr lang="en-US" sz="800"/>
          </a:p>
          <a:p>
            <a:r>
              <a:rPr lang="en-US" sz="800"/>
              <a:t>RHCP Signal</a:t>
            </a:r>
          </a:p>
          <a:p>
            <a:r>
              <a:rPr lang="en-US" sz="800"/>
              <a:t>LHCP Signal</a:t>
            </a:r>
          </a:p>
          <a:p>
            <a:r>
              <a:rPr lang="en-US" sz="800"/>
              <a:t>Clock 10 MHz</a:t>
            </a:r>
          </a:p>
          <a:p>
            <a:r>
              <a:rPr lang="en-US" sz="800"/>
              <a:t>USB</a:t>
            </a:r>
            <a:br>
              <a:rPr lang="en-US" sz="800"/>
            </a:br>
            <a:br>
              <a:rPr lang="en-US" sz="800"/>
            </a:br>
            <a:r>
              <a:rPr lang="en-US" sz="800"/>
              <a:t>Freq 1</a:t>
            </a:r>
          </a:p>
          <a:p>
            <a:r>
              <a:rPr lang="en-US" sz="800"/>
              <a:t>Freq 2</a:t>
            </a:r>
          </a:p>
        </p:txBody>
      </p:sp>
      <p:cxnSp>
        <p:nvCxnSpPr>
          <p:cNvPr id="100" name="Straight Connector 99">
            <a:extLst>
              <a:ext uri="{FF2B5EF4-FFF2-40B4-BE49-F238E27FC236}">
                <a16:creationId xmlns:a16="http://schemas.microsoft.com/office/drawing/2014/main" id="{47AA9D40-90BD-67F2-9D3C-055AD6477EF7}"/>
              </a:ext>
            </a:extLst>
          </p:cNvPr>
          <p:cNvCxnSpPr>
            <a:cxnSpLocks/>
          </p:cNvCxnSpPr>
          <p:nvPr/>
        </p:nvCxnSpPr>
        <p:spPr>
          <a:xfrm>
            <a:off x="3992562" y="2235405"/>
            <a:ext cx="5715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A27F3E23-C963-E2F1-AB59-418EF244C92F}"/>
              </a:ext>
            </a:extLst>
          </p:cNvPr>
          <p:cNvCxnSpPr>
            <a:cxnSpLocks/>
          </p:cNvCxnSpPr>
          <p:nvPr/>
        </p:nvCxnSpPr>
        <p:spPr>
          <a:xfrm>
            <a:off x="3992562" y="2109316"/>
            <a:ext cx="571500"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2" name="Rectangle 101">
            <a:extLst>
              <a:ext uri="{FF2B5EF4-FFF2-40B4-BE49-F238E27FC236}">
                <a16:creationId xmlns:a16="http://schemas.microsoft.com/office/drawing/2014/main" id="{C7A1CD50-6959-7184-6BDC-A541F1E92C1A}"/>
              </a:ext>
            </a:extLst>
          </p:cNvPr>
          <p:cNvSpPr/>
          <p:nvPr/>
        </p:nvSpPr>
        <p:spPr>
          <a:xfrm>
            <a:off x="4000500" y="957297"/>
            <a:ext cx="571500" cy="129022"/>
          </a:xfrm>
          <a:prstGeom prst="rect">
            <a:avLst/>
          </a:prstGeom>
          <a:noFill/>
          <a:ln>
            <a:solidFill>
              <a:srgbClr val="2D6B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BAC7BC39-668F-DACE-59B6-695B75F88B5C}"/>
              </a:ext>
            </a:extLst>
          </p:cNvPr>
          <p:cNvSpPr/>
          <p:nvPr/>
        </p:nvSpPr>
        <p:spPr>
          <a:xfrm>
            <a:off x="4000500" y="1195861"/>
            <a:ext cx="571500" cy="12902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TextBox 105">
            <a:extLst>
              <a:ext uri="{FF2B5EF4-FFF2-40B4-BE49-F238E27FC236}">
                <a16:creationId xmlns:a16="http://schemas.microsoft.com/office/drawing/2014/main" id="{B93DAB6D-F7DD-E658-D3FD-3737B3ADE25B}"/>
              </a:ext>
            </a:extLst>
          </p:cNvPr>
          <p:cNvSpPr txBox="1"/>
          <p:nvPr/>
        </p:nvSpPr>
        <p:spPr>
          <a:xfrm>
            <a:off x="4000500" y="658629"/>
            <a:ext cx="1485900" cy="276999"/>
          </a:xfrm>
          <a:prstGeom prst="rect">
            <a:avLst/>
          </a:prstGeom>
          <a:noFill/>
        </p:spPr>
        <p:txBody>
          <a:bodyPr wrap="square" rtlCol="0">
            <a:spAutoFit/>
          </a:bodyPr>
          <a:lstStyle/>
          <a:p>
            <a:pPr algn="ctr"/>
            <a:r>
              <a:rPr lang="en-US" sz="1200" u="sng"/>
              <a:t>Legend</a:t>
            </a:r>
          </a:p>
        </p:txBody>
      </p:sp>
      <p:graphicFrame>
        <p:nvGraphicFramePr>
          <p:cNvPr id="113" name="Table 112">
            <a:extLst>
              <a:ext uri="{FF2B5EF4-FFF2-40B4-BE49-F238E27FC236}">
                <a16:creationId xmlns:a16="http://schemas.microsoft.com/office/drawing/2014/main" id="{DA008062-71A7-6197-3A8D-A74DB369FB9B}"/>
              </a:ext>
            </a:extLst>
          </p:cNvPr>
          <p:cNvGraphicFramePr>
            <a:graphicFrameLocks noGrp="1"/>
          </p:cNvGraphicFramePr>
          <p:nvPr>
            <p:extLst>
              <p:ext uri="{D42A27DB-BD31-4B8C-83A1-F6EECF244321}">
                <p14:modId xmlns:p14="http://schemas.microsoft.com/office/powerpoint/2010/main" val="3718401232"/>
              </p:ext>
            </p:extLst>
          </p:nvPr>
        </p:nvGraphicFramePr>
        <p:xfrm>
          <a:off x="5185519" y="2753106"/>
          <a:ext cx="3238500" cy="1635760"/>
        </p:xfrm>
        <a:graphic>
          <a:graphicData uri="http://schemas.openxmlformats.org/drawingml/2006/table">
            <a:tbl>
              <a:tblPr firstRow="1" bandRow="1">
                <a:tableStyleId>{5C22544A-7EE6-4342-B048-85BDC9FD1C3A}</a:tableStyleId>
              </a:tblPr>
              <a:tblGrid>
                <a:gridCol w="866031">
                  <a:extLst>
                    <a:ext uri="{9D8B030D-6E8A-4147-A177-3AD203B41FA5}">
                      <a16:colId xmlns:a16="http://schemas.microsoft.com/office/drawing/2014/main" val="3051382213"/>
                    </a:ext>
                  </a:extLst>
                </a:gridCol>
                <a:gridCol w="438150">
                  <a:extLst>
                    <a:ext uri="{9D8B030D-6E8A-4147-A177-3AD203B41FA5}">
                      <a16:colId xmlns:a16="http://schemas.microsoft.com/office/drawing/2014/main" val="1972116436"/>
                    </a:ext>
                  </a:extLst>
                </a:gridCol>
                <a:gridCol w="539750">
                  <a:extLst>
                    <a:ext uri="{9D8B030D-6E8A-4147-A177-3AD203B41FA5}">
                      <a16:colId xmlns:a16="http://schemas.microsoft.com/office/drawing/2014/main" val="3718343480"/>
                    </a:ext>
                  </a:extLst>
                </a:gridCol>
                <a:gridCol w="558800">
                  <a:extLst>
                    <a:ext uri="{9D8B030D-6E8A-4147-A177-3AD203B41FA5}">
                      <a16:colId xmlns:a16="http://schemas.microsoft.com/office/drawing/2014/main" val="2390842678"/>
                    </a:ext>
                  </a:extLst>
                </a:gridCol>
                <a:gridCol w="835769">
                  <a:extLst>
                    <a:ext uri="{9D8B030D-6E8A-4147-A177-3AD203B41FA5}">
                      <a16:colId xmlns:a16="http://schemas.microsoft.com/office/drawing/2014/main" val="4151994641"/>
                    </a:ext>
                  </a:extLst>
                </a:gridCol>
              </a:tblGrid>
              <a:tr h="370840">
                <a:tc>
                  <a:txBody>
                    <a:bodyPr/>
                    <a:lstStyle/>
                    <a:p>
                      <a:r>
                        <a:rPr lang="en-US"/>
                        <a:t>Item</a:t>
                      </a:r>
                    </a:p>
                  </a:txBody>
                  <a:tcPr/>
                </a:tc>
                <a:tc>
                  <a:txBody>
                    <a:bodyPr/>
                    <a:lstStyle/>
                    <a:p>
                      <a:r>
                        <a:rPr lang="en-US" sz="1100"/>
                        <a:t>Qty.</a:t>
                      </a:r>
                    </a:p>
                  </a:txBody>
                  <a:tcPr/>
                </a:tc>
                <a:tc>
                  <a:txBody>
                    <a:bodyPr/>
                    <a:lstStyle/>
                    <a:p>
                      <a:r>
                        <a:rPr lang="en-US" sz="1100"/>
                        <a:t>Total Wt.</a:t>
                      </a:r>
                    </a:p>
                  </a:txBody>
                  <a:tcPr/>
                </a:tc>
                <a:tc>
                  <a:txBody>
                    <a:bodyPr/>
                    <a:lstStyle/>
                    <a:p>
                      <a:r>
                        <a:rPr lang="en-US" sz="1100"/>
                        <a:t>Cost/ unit</a:t>
                      </a:r>
                    </a:p>
                  </a:txBody>
                  <a:tcPr/>
                </a:tc>
                <a:tc>
                  <a:txBody>
                    <a:bodyPr/>
                    <a:lstStyle/>
                    <a:p>
                      <a:r>
                        <a:rPr lang="en-US" sz="1100"/>
                        <a:t>Total Cost</a:t>
                      </a:r>
                    </a:p>
                  </a:txBody>
                  <a:tcPr/>
                </a:tc>
                <a:extLst>
                  <a:ext uri="{0D108BD9-81ED-4DB2-BD59-A6C34878D82A}">
                    <a16:rowId xmlns:a16="http://schemas.microsoft.com/office/drawing/2014/main" val="391612520"/>
                  </a:ext>
                </a:extLst>
              </a:tr>
              <a:tr h="370840">
                <a:tc>
                  <a:txBody>
                    <a:bodyPr/>
                    <a:lstStyle/>
                    <a:p>
                      <a:r>
                        <a:rPr lang="en-US" sz="1100"/>
                        <a:t>USRP B210</a:t>
                      </a:r>
                    </a:p>
                  </a:txBody>
                  <a:tcPr/>
                </a:tc>
                <a:tc>
                  <a:txBody>
                    <a:bodyPr/>
                    <a:lstStyle/>
                    <a:p>
                      <a:r>
                        <a:rPr lang="en-US" sz="1100"/>
                        <a:t>2</a:t>
                      </a:r>
                    </a:p>
                  </a:txBody>
                  <a:tcPr/>
                </a:tc>
                <a:tc>
                  <a:txBody>
                    <a:bodyPr/>
                    <a:lstStyle/>
                    <a:p>
                      <a:r>
                        <a:rPr lang="en-US" sz="1100"/>
                        <a:t>700g</a:t>
                      </a:r>
                    </a:p>
                  </a:txBody>
                  <a:tcPr/>
                </a:tc>
                <a:tc>
                  <a:txBody>
                    <a:bodyPr/>
                    <a:lstStyle/>
                    <a:p>
                      <a:r>
                        <a:rPr lang="en-US" sz="1100"/>
                        <a:t>$2387</a:t>
                      </a:r>
                    </a:p>
                  </a:txBody>
                  <a:tcPr/>
                </a:tc>
                <a:tc>
                  <a:txBody>
                    <a:bodyPr/>
                    <a:lstStyle/>
                    <a:p>
                      <a:r>
                        <a:rPr lang="en-US" sz="1100"/>
                        <a:t>$4774</a:t>
                      </a:r>
                    </a:p>
                  </a:txBody>
                  <a:tcPr/>
                </a:tc>
                <a:extLst>
                  <a:ext uri="{0D108BD9-81ED-4DB2-BD59-A6C34878D82A}">
                    <a16:rowId xmlns:a16="http://schemas.microsoft.com/office/drawing/2014/main" val="2552945311"/>
                  </a:ext>
                </a:extLst>
              </a:tr>
              <a:tr h="370840">
                <a:tc>
                  <a:txBody>
                    <a:bodyPr/>
                    <a:lstStyle/>
                    <a:p>
                      <a:r>
                        <a:rPr lang="en-US" sz="1050"/>
                        <a:t>USRP B206mini</a:t>
                      </a:r>
                    </a:p>
                  </a:txBody>
                  <a:tcPr/>
                </a:tc>
                <a:tc>
                  <a:txBody>
                    <a:bodyPr/>
                    <a:lstStyle/>
                    <a:p>
                      <a:r>
                        <a:rPr lang="en-US" sz="1100"/>
                        <a:t>2</a:t>
                      </a:r>
                    </a:p>
                  </a:txBody>
                  <a:tcPr/>
                </a:tc>
                <a:tc>
                  <a:txBody>
                    <a:bodyPr/>
                    <a:lstStyle/>
                    <a:p>
                      <a:r>
                        <a:rPr lang="en-US" sz="1100"/>
                        <a:t>100g</a:t>
                      </a:r>
                    </a:p>
                  </a:txBody>
                  <a:tcPr/>
                </a:tc>
                <a:tc>
                  <a:txBody>
                    <a:bodyPr/>
                    <a:lstStyle/>
                    <a:p>
                      <a:r>
                        <a:rPr lang="en-US" sz="1100"/>
                        <a:t>$1599</a:t>
                      </a:r>
                    </a:p>
                  </a:txBody>
                  <a:tcPr/>
                </a:tc>
                <a:tc>
                  <a:txBody>
                    <a:bodyPr/>
                    <a:lstStyle/>
                    <a:p>
                      <a:r>
                        <a:rPr lang="en-US" sz="1100"/>
                        <a:t>$3198</a:t>
                      </a:r>
                    </a:p>
                  </a:txBody>
                  <a:tcPr/>
                </a:tc>
                <a:extLst>
                  <a:ext uri="{0D108BD9-81ED-4DB2-BD59-A6C34878D82A}">
                    <a16:rowId xmlns:a16="http://schemas.microsoft.com/office/drawing/2014/main" val="1993071793"/>
                  </a:ext>
                </a:extLst>
              </a:tr>
              <a:tr h="370840">
                <a:tc>
                  <a:txBody>
                    <a:bodyPr/>
                    <a:lstStyle/>
                    <a:p>
                      <a:r>
                        <a:rPr lang="en-US" sz="1100"/>
                        <a:t>GPSDO?</a:t>
                      </a:r>
                    </a:p>
                  </a:txBody>
                  <a:tcPr/>
                </a:tc>
                <a:tc>
                  <a:txBody>
                    <a:bodyPr/>
                    <a:lstStyle/>
                    <a:p>
                      <a:r>
                        <a:rPr lang="en-US" sz="1100"/>
                        <a:t>1</a:t>
                      </a:r>
                    </a:p>
                  </a:txBody>
                  <a:tcPr/>
                </a:tc>
                <a:tc>
                  <a:txBody>
                    <a:bodyPr/>
                    <a:lstStyle/>
                    <a:p>
                      <a:r>
                        <a:rPr lang="en-US" sz="1100"/>
                        <a:t>50g</a:t>
                      </a:r>
                    </a:p>
                  </a:txBody>
                  <a:tcPr/>
                </a:tc>
                <a:tc>
                  <a:txBody>
                    <a:bodyPr/>
                    <a:lstStyle/>
                    <a:p>
                      <a:r>
                        <a:rPr lang="en-US" sz="1100"/>
                        <a:t>$50-$300</a:t>
                      </a:r>
                    </a:p>
                  </a:txBody>
                  <a:tcPr/>
                </a:tc>
                <a:tc>
                  <a:txBody>
                    <a:bodyPr/>
                    <a:lstStyle/>
                    <a:p>
                      <a:r>
                        <a:rPr lang="en-US" sz="1100"/>
                        <a:t>$200</a:t>
                      </a:r>
                    </a:p>
                  </a:txBody>
                  <a:tcPr/>
                </a:tc>
                <a:extLst>
                  <a:ext uri="{0D108BD9-81ED-4DB2-BD59-A6C34878D82A}">
                    <a16:rowId xmlns:a16="http://schemas.microsoft.com/office/drawing/2014/main" val="1464620227"/>
                  </a:ext>
                </a:extLst>
              </a:tr>
            </a:tbl>
          </a:graphicData>
        </a:graphic>
      </p:graphicFrame>
      <p:sp>
        <p:nvSpPr>
          <p:cNvPr id="114" name="Rectangle 113">
            <a:extLst>
              <a:ext uri="{FF2B5EF4-FFF2-40B4-BE49-F238E27FC236}">
                <a16:creationId xmlns:a16="http://schemas.microsoft.com/office/drawing/2014/main" id="{22C337DC-E7A7-B1F5-52D5-49340498F8A1}"/>
              </a:ext>
            </a:extLst>
          </p:cNvPr>
          <p:cNvSpPr/>
          <p:nvPr/>
        </p:nvSpPr>
        <p:spPr>
          <a:xfrm>
            <a:off x="7600950" y="4411625"/>
            <a:ext cx="821962" cy="3105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$8172</a:t>
            </a:r>
          </a:p>
        </p:txBody>
      </p:sp>
      <p:cxnSp>
        <p:nvCxnSpPr>
          <p:cNvPr id="119" name="Connector: Elbow 118">
            <a:extLst>
              <a:ext uri="{FF2B5EF4-FFF2-40B4-BE49-F238E27FC236}">
                <a16:creationId xmlns:a16="http://schemas.microsoft.com/office/drawing/2014/main" id="{F2CAC2A3-1874-A1DD-14DE-E3ADDB94A3F8}"/>
              </a:ext>
            </a:extLst>
          </p:cNvPr>
          <p:cNvCxnSpPr>
            <a:cxnSpLocks/>
            <a:stCxn id="43" idx="0"/>
          </p:cNvCxnSpPr>
          <p:nvPr/>
        </p:nvCxnSpPr>
        <p:spPr>
          <a:xfrm rot="16200000" flipH="1">
            <a:off x="1660008" y="1716102"/>
            <a:ext cx="928236" cy="2202045"/>
          </a:xfrm>
          <a:prstGeom prst="bentConnector2">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5096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F1664-D66A-B6ED-3FC3-9589DF07E6A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A315621-BA50-1B29-2DD8-A3946BF99484}"/>
              </a:ext>
            </a:extLst>
          </p:cNvPr>
          <p:cNvSpPr/>
          <p:nvPr/>
        </p:nvSpPr>
        <p:spPr>
          <a:xfrm>
            <a:off x="0" y="0"/>
            <a:ext cx="9144000" cy="5143500"/>
          </a:xfrm>
          <a:prstGeom prst="rect">
            <a:avLst/>
          </a:prstGeom>
          <a:solidFill>
            <a:srgbClr val="F2F7FA"/>
          </a:solidFill>
          <a:ln w="12700">
            <a:solidFill>
              <a:srgbClr val="F2F7FA"/>
            </a:solidFill>
            <a:prstDash val="solid"/>
          </a:ln>
        </p:spPr>
        <p:txBody>
          <a:bodyPr/>
          <a:lstStyle/>
          <a:p>
            <a:endParaRPr lang="en-US"/>
          </a:p>
        </p:txBody>
      </p:sp>
      <p:sp>
        <p:nvSpPr>
          <p:cNvPr id="3" name="Shape 1">
            <a:extLst>
              <a:ext uri="{FF2B5EF4-FFF2-40B4-BE49-F238E27FC236}">
                <a16:creationId xmlns:a16="http://schemas.microsoft.com/office/drawing/2014/main" id="{812FFF73-1B3E-1959-285B-A77973A2BA01}"/>
              </a:ext>
            </a:extLst>
          </p:cNvPr>
          <p:cNvSpPr/>
          <p:nvPr/>
        </p:nvSpPr>
        <p:spPr>
          <a:xfrm>
            <a:off x="0" y="0"/>
            <a:ext cx="9144000" cy="594360"/>
          </a:xfrm>
          <a:prstGeom prst="rect">
            <a:avLst/>
          </a:prstGeom>
          <a:solidFill>
            <a:srgbClr val="B09040"/>
          </a:solidFill>
          <a:ln w="12700">
            <a:solidFill>
              <a:srgbClr val="B09040"/>
            </a:solidFill>
            <a:prstDash val="solid"/>
          </a:ln>
        </p:spPr>
        <p:txBody>
          <a:bodyPr/>
          <a:lstStyle/>
          <a:p>
            <a:endParaRPr lang="en-US"/>
          </a:p>
        </p:txBody>
      </p:sp>
      <p:sp>
        <p:nvSpPr>
          <p:cNvPr id="4" name="Shape 2">
            <a:extLst>
              <a:ext uri="{FF2B5EF4-FFF2-40B4-BE49-F238E27FC236}">
                <a16:creationId xmlns:a16="http://schemas.microsoft.com/office/drawing/2014/main" id="{58ECE9CD-B2E6-E378-429A-00A3CE63C6A8}"/>
              </a:ext>
            </a:extLst>
          </p:cNvPr>
          <p:cNvSpPr/>
          <p:nvPr/>
        </p:nvSpPr>
        <p:spPr>
          <a:xfrm>
            <a:off x="0" y="594360"/>
            <a:ext cx="109728" cy="4361688"/>
          </a:xfrm>
          <a:prstGeom prst="rect">
            <a:avLst/>
          </a:prstGeom>
          <a:solidFill>
            <a:srgbClr val="B09040"/>
          </a:solidFill>
          <a:ln w="12700">
            <a:solidFill>
              <a:srgbClr val="B09040"/>
            </a:solidFill>
            <a:prstDash val="solid"/>
          </a:ln>
        </p:spPr>
        <p:txBody>
          <a:bodyPr/>
          <a:lstStyle/>
          <a:p>
            <a:endParaRPr lang="en-US"/>
          </a:p>
        </p:txBody>
      </p:sp>
      <p:sp>
        <p:nvSpPr>
          <p:cNvPr id="5" name="Text 3">
            <a:extLst>
              <a:ext uri="{FF2B5EF4-FFF2-40B4-BE49-F238E27FC236}">
                <a16:creationId xmlns:a16="http://schemas.microsoft.com/office/drawing/2014/main" id="{F806C8AD-518D-DF24-8C14-ADE0328317D3}"/>
              </a:ext>
            </a:extLst>
          </p:cNvPr>
          <p:cNvSpPr txBox="1"/>
          <p:nvPr/>
        </p:nvSpPr>
        <p:spPr>
          <a:xfrm>
            <a:off x="256032" y="73152"/>
            <a:ext cx="8229600" cy="457200"/>
          </a:xfrm>
          <a:prstGeom prst="rect">
            <a:avLst/>
          </a:prstGeom>
          <a:noFill/>
          <a:ln/>
        </p:spPr>
        <p:txBody>
          <a:bodyPr wrap="square" lIns="0" tIns="0" rIns="0" bIns="0" rtlCol="0" anchor="ctr"/>
          <a:lstStyle/>
          <a:p>
            <a:pPr marL="0" indent="0">
              <a:buNone/>
            </a:pPr>
            <a:r>
              <a:rPr lang="en-US" sz="2600" b="1" err="1">
                <a:solidFill>
                  <a:srgbClr val="FFFFFF"/>
                </a:solidFill>
                <a:latin typeface="Calibri" pitchFamily="34" charset="0"/>
                <a:ea typeface="Calibri" pitchFamily="34" charset="-122"/>
                <a:cs typeface="Calibri" pitchFamily="34" charset="-120"/>
              </a:rPr>
              <a:t>gps</a:t>
            </a:r>
            <a:r>
              <a:rPr lang="en-US" sz="2600" b="1">
                <a:solidFill>
                  <a:srgbClr val="FFFFFF"/>
                </a:solidFill>
                <a:latin typeface="Calibri" pitchFamily="34" charset="0"/>
                <a:ea typeface="Calibri" pitchFamily="34" charset="-122"/>
                <a:cs typeface="Calibri" pitchFamily="34" charset="-120"/>
              </a:rPr>
              <a:t>-tracking-example Code Test</a:t>
            </a:r>
            <a:endParaRPr lang="en-US" sz="2600"/>
          </a:p>
        </p:txBody>
      </p:sp>
      <p:sp>
        <p:nvSpPr>
          <p:cNvPr id="18" name="Shape 16">
            <a:extLst>
              <a:ext uri="{FF2B5EF4-FFF2-40B4-BE49-F238E27FC236}">
                <a16:creationId xmlns:a16="http://schemas.microsoft.com/office/drawing/2014/main" id="{9023B11E-B4FC-0437-5CDB-E00CA4E97F00}"/>
              </a:ext>
            </a:extLst>
          </p:cNvPr>
          <p:cNvSpPr/>
          <p:nvPr/>
        </p:nvSpPr>
        <p:spPr>
          <a:xfrm>
            <a:off x="0" y="4956048"/>
            <a:ext cx="9144000" cy="187452"/>
          </a:xfrm>
          <a:prstGeom prst="rect">
            <a:avLst/>
          </a:prstGeom>
          <a:solidFill>
            <a:srgbClr val="0D2340"/>
          </a:solidFill>
          <a:ln w="12700">
            <a:solidFill>
              <a:srgbClr val="0D2340"/>
            </a:solidFill>
            <a:prstDash val="solid"/>
          </a:ln>
        </p:spPr>
        <p:txBody>
          <a:bodyPr/>
          <a:lstStyle/>
          <a:p>
            <a:endParaRPr lang="en-US"/>
          </a:p>
        </p:txBody>
      </p:sp>
      <p:sp>
        <p:nvSpPr>
          <p:cNvPr id="19" name="Text 17">
            <a:extLst>
              <a:ext uri="{FF2B5EF4-FFF2-40B4-BE49-F238E27FC236}">
                <a16:creationId xmlns:a16="http://schemas.microsoft.com/office/drawing/2014/main" id="{8DB09E4A-F00E-8050-F676-EF5AC49912D8}"/>
              </a:ext>
            </a:extLst>
          </p:cNvPr>
          <p:cNvSpPr txBox="1"/>
          <p:nvPr/>
        </p:nvSpPr>
        <p:spPr>
          <a:xfrm>
            <a:off x="137160" y="4965192"/>
            <a:ext cx="3657600" cy="164592"/>
          </a:xfrm>
          <a:prstGeom prst="rect">
            <a:avLst/>
          </a:prstGeom>
          <a:noFill/>
          <a:ln/>
        </p:spPr>
        <p:txBody>
          <a:bodyPr wrap="square" lIns="0" tIns="0" rIns="0" bIns="0" rtlCol="0" anchor="ctr"/>
          <a:lstStyle/>
          <a:p>
            <a:pPr marL="0" indent="0">
              <a:buNone/>
            </a:pPr>
            <a:r>
              <a:rPr lang="en-US" sz="750">
                <a:solidFill>
                  <a:srgbClr val="CFB87C"/>
                </a:solidFill>
                <a:latin typeface="Calibri" pitchFamily="34" charset="0"/>
                <a:ea typeface="Calibri" pitchFamily="34" charset="-122"/>
                <a:cs typeface="Calibri" pitchFamily="34" charset="-120"/>
              </a:rPr>
              <a:t>HERON | UAS GNSS-R</a:t>
            </a:r>
            <a:endParaRPr lang="en-US" sz="750"/>
          </a:p>
        </p:txBody>
      </p:sp>
      <p:sp>
        <p:nvSpPr>
          <p:cNvPr id="20" name="Text 18">
            <a:extLst>
              <a:ext uri="{FF2B5EF4-FFF2-40B4-BE49-F238E27FC236}">
                <a16:creationId xmlns:a16="http://schemas.microsoft.com/office/drawing/2014/main" id="{BD74940F-037C-FF20-D512-B9440BFBF7D4}"/>
              </a:ext>
            </a:extLst>
          </p:cNvPr>
          <p:cNvSpPr txBox="1"/>
          <p:nvPr/>
        </p:nvSpPr>
        <p:spPr>
          <a:xfrm>
            <a:off x="5029200" y="4965192"/>
            <a:ext cx="3977640" cy="164592"/>
          </a:xfrm>
          <a:prstGeom prst="rect">
            <a:avLst/>
          </a:prstGeom>
          <a:noFill/>
          <a:ln/>
        </p:spPr>
        <p:txBody>
          <a:bodyPr wrap="square" lIns="0" tIns="0" rIns="0" bIns="0" rtlCol="0" anchor="ctr"/>
          <a:lstStyle/>
          <a:p>
            <a:pPr marL="0" indent="0" algn="r">
              <a:buNone/>
            </a:pPr>
            <a:r>
              <a:rPr lang="en-US" sz="750">
                <a:solidFill>
                  <a:srgbClr val="A8DDE2"/>
                </a:solidFill>
                <a:latin typeface="Calibri" pitchFamily="34" charset="0"/>
                <a:ea typeface="Calibri" pitchFamily="34" charset="-122"/>
                <a:cs typeface="Calibri" pitchFamily="34" charset="-120"/>
              </a:rPr>
              <a:t>Smead AES · CCAR · University of Colorado Boulder</a:t>
            </a:r>
            <a:endParaRPr lang="en-US" sz="750"/>
          </a:p>
        </p:txBody>
      </p:sp>
      <p:pic>
        <p:nvPicPr>
          <p:cNvPr id="8" name="Picture 7">
            <a:extLst>
              <a:ext uri="{FF2B5EF4-FFF2-40B4-BE49-F238E27FC236}">
                <a16:creationId xmlns:a16="http://schemas.microsoft.com/office/drawing/2014/main" id="{AEBFE403-E0B7-D3A8-94A2-CAA9D1776EEE}"/>
              </a:ext>
            </a:extLst>
          </p:cNvPr>
          <p:cNvPicPr>
            <a:picLocks noChangeAspect="1"/>
          </p:cNvPicPr>
          <p:nvPr/>
        </p:nvPicPr>
        <p:blipFill>
          <a:blip r:embed="rId3"/>
          <a:stretch>
            <a:fillRect/>
          </a:stretch>
        </p:blipFill>
        <p:spPr>
          <a:xfrm>
            <a:off x="5362464" y="2862518"/>
            <a:ext cx="3553723" cy="2029522"/>
          </a:xfrm>
          <a:prstGeom prst="rect">
            <a:avLst/>
          </a:prstGeom>
        </p:spPr>
      </p:pic>
      <p:pic>
        <p:nvPicPr>
          <p:cNvPr id="10" name="Picture 9">
            <a:extLst>
              <a:ext uri="{FF2B5EF4-FFF2-40B4-BE49-F238E27FC236}">
                <a16:creationId xmlns:a16="http://schemas.microsoft.com/office/drawing/2014/main" id="{26A735A7-71A5-770F-884B-5FD8CF2EC29C}"/>
              </a:ext>
            </a:extLst>
          </p:cNvPr>
          <p:cNvPicPr>
            <a:picLocks noChangeAspect="1"/>
          </p:cNvPicPr>
          <p:nvPr/>
        </p:nvPicPr>
        <p:blipFill>
          <a:blip r:embed="rId4"/>
          <a:stretch>
            <a:fillRect/>
          </a:stretch>
        </p:blipFill>
        <p:spPr>
          <a:xfrm>
            <a:off x="5528573" y="1829472"/>
            <a:ext cx="2978893" cy="969038"/>
          </a:xfrm>
          <a:prstGeom prst="rect">
            <a:avLst/>
          </a:prstGeom>
        </p:spPr>
      </p:pic>
      <p:pic>
        <p:nvPicPr>
          <p:cNvPr id="12" name="Picture 11">
            <a:extLst>
              <a:ext uri="{FF2B5EF4-FFF2-40B4-BE49-F238E27FC236}">
                <a16:creationId xmlns:a16="http://schemas.microsoft.com/office/drawing/2014/main" id="{EF6422D8-B166-9F7D-F43E-B9C854855B3C}"/>
              </a:ext>
            </a:extLst>
          </p:cNvPr>
          <p:cNvPicPr>
            <a:picLocks noChangeAspect="1"/>
          </p:cNvPicPr>
          <p:nvPr/>
        </p:nvPicPr>
        <p:blipFill>
          <a:blip r:embed="rId5"/>
          <a:stretch>
            <a:fillRect/>
          </a:stretch>
        </p:blipFill>
        <p:spPr>
          <a:xfrm>
            <a:off x="7094480" y="698487"/>
            <a:ext cx="1314968" cy="1054113"/>
          </a:xfrm>
          <a:prstGeom prst="rect">
            <a:avLst/>
          </a:prstGeom>
        </p:spPr>
      </p:pic>
      <p:pic>
        <p:nvPicPr>
          <p:cNvPr id="14" name="Picture 13">
            <a:extLst>
              <a:ext uri="{FF2B5EF4-FFF2-40B4-BE49-F238E27FC236}">
                <a16:creationId xmlns:a16="http://schemas.microsoft.com/office/drawing/2014/main" id="{960A5020-D56E-E9AA-002B-C9625A9645E0}"/>
              </a:ext>
            </a:extLst>
          </p:cNvPr>
          <p:cNvPicPr>
            <a:picLocks noChangeAspect="1"/>
          </p:cNvPicPr>
          <p:nvPr/>
        </p:nvPicPr>
        <p:blipFill>
          <a:blip r:embed="rId6"/>
          <a:stretch>
            <a:fillRect/>
          </a:stretch>
        </p:blipFill>
        <p:spPr>
          <a:xfrm>
            <a:off x="5632433" y="667512"/>
            <a:ext cx="1214645" cy="1127690"/>
          </a:xfrm>
          <a:prstGeom prst="rect">
            <a:avLst/>
          </a:prstGeom>
        </p:spPr>
      </p:pic>
      <p:sp>
        <p:nvSpPr>
          <p:cNvPr id="15" name="Left Brace 14">
            <a:extLst>
              <a:ext uri="{FF2B5EF4-FFF2-40B4-BE49-F238E27FC236}">
                <a16:creationId xmlns:a16="http://schemas.microsoft.com/office/drawing/2014/main" id="{98AEDE2E-CFC1-69D0-A48A-C7311DD232AA}"/>
              </a:ext>
            </a:extLst>
          </p:cNvPr>
          <p:cNvSpPr/>
          <p:nvPr/>
        </p:nvSpPr>
        <p:spPr>
          <a:xfrm>
            <a:off x="5281171" y="737839"/>
            <a:ext cx="234950" cy="2029522"/>
          </a:xfrm>
          <a:prstGeom prst="leftBrace">
            <a:avLst>
              <a:gd name="adj1" fmla="val 8333"/>
              <a:gd name="adj2" fmla="val 51564"/>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69259F16-19EA-482F-F072-BF9E2E988737}"/>
              </a:ext>
            </a:extLst>
          </p:cNvPr>
          <p:cNvSpPr txBox="1"/>
          <p:nvPr/>
        </p:nvSpPr>
        <p:spPr>
          <a:xfrm rot="16200000">
            <a:off x="4394830" y="1567934"/>
            <a:ext cx="1403350" cy="369332"/>
          </a:xfrm>
          <a:prstGeom prst="rect">
            <a:avLst/>
          </a:prstGeom>
          <a:noFill/>
        </p:spPr>
        <p:txBody>
          <a:bodyPr wrap="square" rtlCol="0">
            <a:spAutoFit/>
          </a:bodyPr>
          <a:lstStyle/>
          <a:p>
            <a:r>
              <a:rPr lang="en-US"/>
              <a:t>Austin Result</a:t>
            </a:r>
          </a:p>
        </p:txBody>
      </p:sp>
      <p:sp>
        <p:nvSpPr>
          <p:cNvPr id="21" name="TextBox 20">
            <a:extLst>
              <a:ext uri="{FF2B5EF4-FFF2-40B4-BE49-F238E27FC236}">
                <a16:creationId xmlns:a16="http://schemas.microsoft.com/office/drawing/2014/main" id="{3B94F3EA-35B8-59A7-4B3F-F48B4464E84D}"/>
              </a:ext>
            </a:extLst>
          </p:cNvPr>
          <p:cNvSpPr txBox="1"/>
          <p:nvPr/>
        </p:nvSpPr>
        <p:spPr>
          <a:xfrm rot="16200000">
            <a:off x="4394830" y="3692613"/>
            <a:ext cx="1403350" cy="369332"/>
          </a:xfrm>
          <a:prstGeom prst="rect">
            <a:avLst/>
          </a:prstGeom>
          <a:noFill/>
        </p:spPr>
        <p:txBody>
          <a:bodyPr wrap="square" rtlCol="0">
            <a:spAutoFit/>
          </a:bodyPr>
          <a:lstStyle/>
          <a:p>
            <a:r>
              <a:rPr lang="en-US"/>
              <a:t>Jiawei Result</a:t>
            </a:r>
          </a:p>
        </p:txBody>
      </p:sp>
      <p:pic>
        <p:nvPicPr>
          <p:cNvPr id="24" name="Picture 23">
            <a:extLst>
              <a:ext uri="{FF2B5EF4-FFF2-40B4-BE49-F238E27FC236}">
                <a16:creationId xmlns:a16="http://schemas.microsoft.com/office/drawing/2014/main" id="{F92BC203-7D6C-6E62-8CE0-D977EAFCEC5C}"/>
              </a:ext>
            </a:extLst>
          </p:cNvPr>
          <p:cNvPicPr>
            <a:picLocks noChangeAspect="1"/>
          </p:cNvPicPr>
          <p:nvPr/>
        </p:nvPicPr>
        <p:blipFill>
          <a:blip r:embed="rId7"/>
          <a:stretch>
            <a:fillRect/>
          </a:stretch>
        </p:blipFill>
        <p:spPr>
          <a:xfrm>
            <a:off x="2640816" y="3622544"/>
            <a:ext cx="2271023" cy="965554"/>
          </a:xfrm>
          <a:prstGeom prst="rect">
            <a:avLst/>
          </a:prstGeom>
        </p:spPr>
      </p:pic>
      <p:grpSp>
        <p:nvGrpSpPr>
          <p:cNvPr id="28" name="Group 27">
            <a:extLst>
              <a:ext uri="{FF2B5EF4-FFF2-40B4-BE49-F238E27FC236}">
                <a16:creationId xmlns:a16="http://schemas.microsoft.com/office/drawing/2014/main" id="{9778B0DC-1C80-5409-E568-1D96C67B2374}"/>
              </a:ext>
            </a:extLst>
          </p:cNvPr>
          <p:cNvGrpSpPr/>
          <p:nvPr/>
        </p:nvGrpSpPr>
        <p:grpSpPr>
          <a:xfrm>
            <a:off x="693925" y="2341310"/>
            <a:ext cx="914400" cy="914400"/>
            <a:chOff x="-4318" y="698487"/>
            <a:chExt cx="914400" cy="914400"/>
          </a:xfrm>
        </p:grpSpPr>
        <p:sp>
          <p:nvSpPr>
            <p:cNvPr id="25" name="TextBox 24">
              <a:extLst>
                <a:ext uri="{FF2B5EF4-FFF2-40B4-BE49-F238E27FC236}">
                  <a16:creationId xmlns:a16="http://schemas.microsoft.com/office/drawing/2014/main" id="{DE6026A6-F518-FF95-DC99-3085F6D46E0E}"/>
                </a:ext>
              </a:extLst>
            </p:cNvPr>
            <p:cNvSpPr txBox="1"/>
            <p:nvPr/>
          </p:nvSpPr>
          <p:spPr>
            <a:xfrm>
              <a:off x="211074" y="737839"/>
              <a:ext cx="544322" cy="369332"/>
            </a:xfrm>
            <a:prstGeom prst="rect">
              <a:avLst/>
            </a:prstGeom>
            <a:noFill/>
          </p:spPr>
          <p:txBody>
            <a:bodyPr wrap="square" rtlCol="0">
              <a:spAutoFit/>
            </a:bodyPr>
            <a:lstStyle/>
            <a:p>
              <a:pPr algn="ctr"/>
              <a:r>
                <a:rPr lang="en-US"/>
                <a:t>01</a:t>
              </a:r>
            </a:p>
          </p:txBody>
        </p:sp>
        <p:pic>
          <p:nvPicPr>
            <p:cNvPr id="27" name="Graphic 26" descr="Closed book outline">
              <a:extLst>
                <a:ext uri="{FF2B5EF4-FFF2-40B4-BE49-F238E27FC236}">
                  <a16:creationId xmlns:a16="http://schemas.microsoft.com/office/drawing/2014/main" id="{EF2A899D-EFC2-F589-B620-E3CCEB7BF8D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318" y="698487"/>
              <a:ext cx="914400" cy="914400"/>
            </a:xfrm>
            <a:prstGeom prst="rect">
              <a:avLst/>
            </a:prstGeom>
          </p:spPr>
        </p:pic>
      </p:grpSp>
      <p:grpSp>
        <p:nvGrpSpPr>
          <p:cNvPr id="29" name="Group 28">
            <a:extLst>
              <a:ext uri="{FF2B5EF4-FFF2-40B4-BE49-F238E27FC236}">
                <a16:creationId xmlns:a16="http://schemas.microsoft.com/office/drawing/2014/main" id="{8921BDAF-B96B-4CEC-551E-4443D7A58334}"/>
              </a:ext>
            </a:extLst>
          </p:cNvPr>
          <p:cNvGrpSpPr/>
          <p:nvPr/>
        </p:nvGrpSpPr>
        <p:grpSpPr>
          <a:xfrm>
            <a:off x="1814284" y="3648679"/>
            <a:ext cx="914400" cy="914400"/>
            <a:chOff x="-4318" y="698487"/>
            <a:chExt cx="914400" cy="914400"/>
          </a:xfrm>
        </p:grpSpPr>
        <p:sp>
          <p:nvSpPr>
            <p:cNvPr id="30" name="TextBox 29">
              <a:extLst>
                <a:ext uri="{FF2B5EF4-FFF2-40B4-BE49-F238E27FC236}">
                  <a16:creationId xmlns:a16="http://schemas.microsoft.com/office/drawing/2014/main" id="{A1D02167-A14E-6996-3B83-CDEA73ED31FB}"/>
                </a:ext>
              </a:extLst>
            </p:cNvPr>
            <p:cNvSpPr txBox="1"/>
            <p:nvPr/>
          </p:nvSpPr>
          <p:spPr>
            <a:xfrm>
              <a:off x="211074" y="737839"/>
              <a:ext cx="544322" cy="369332"/>
            </a:xfrm>
            <a:prstGeom prst="rect">
              <a:avLst/>
            </a:prstGeom>
            <a:noFill/>
          </p:spPr>
          <p:txBody>
            <a:bodyPr wrap="square" rtlCol="0">
              <a:spAutoFit/>
            </a:bodyPr>
            <a:lstStyle/>
            <a:p>
              <a:pPr algn="ctr"/>
              <a:r>
                <a:rPr lang="en-US"/>
                <a:t>02</a:t>
              </a:r>
            </a:p>
          </p:txBody>
        </p:sp>
        <p:pic>
          <p:nvPicPr>
            <p:cNvPr id="31" name="Graphic 30" descr="Closed book outline">
              <a:extLst>
                <a:ext uri="{FF2B5EF4-FFF2-40B4-BE49-F238E27FC236}">
                  <a16:creationId xmlns:a16="http://schemas.microsoft.com/office/drawing/2014/main" id="{2E29D5F8-4791-CF4C-440E-CCF29AB9F76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318" y="698487"/>
              <a:ext cx="914400" cy="914400"/>
            </a:xfrm>
            <a:prstGeom prst="rect">
              <a:avLst/>
            </a:prstGeom>
          </p:spPr>
        </p:pic>
      </p:grpSp>
      <p:grpSp>
        <p:nvGrpSpPr>
          <p:cNvPr id="32" name="Group 31">
            <a:extLst>
              <a:ext uri="{FF2B5EF4-FFF2-40B4-BE49-F238E27FC236}">
                <a16:creationId xmlns:a16="http://schemas.microsoft.com/office/drawing/2014/main" id="{8292129D-A429-B44D-5B41-D7E1F7A548A5}"/>
              </a:ext>
            </a:extLst>
          </p:cNvPr>
          <p:cNvGrpSpPr/>
          <p:nvPr/>
        </p:nvGrpSpPr>
        <p:grpSpPr>
          <a:xfrm>
            <a:off x="-4318" y="698487"/>
            <a:ext cx="914400" cy="914400"/>
            <a:chOff x="-4318" y="698487"/>
            <a:chExt cx="914400" cy="914400"/>
          </a:xfrm>
        </p:grpSpPr>
        <p:sp>
          <p:nvSpPr>
            <p:cNvPr id="33" name="TextBox 32">
              <a:extLst>
                <a:ext uri="{FF2B5EF4-FFF2-40B4-BE49-F238E27FC236}">
                  <a16:creationId xmlns:a16="http://schemas.microsoft.com/office/drawing/2014/main" id="{962F4309-92CB-44B9-1CDA-7F94ADF7DCBA}"/>
                </a:ext>
              </a:extLst>
            </p:cNvPr>
            <p:cNvSpPr txBox="1"/>
            <p:nvPr/>
          </p:nvSpPr>
          <p:spPr>
            <a:xfrm>
              <a:off x="211074" y="737839"/>
              <a:ext cx="544322" cy="369332"/>
            </a:xfrm>
            <a:prstGeom prst="rect">
              <a:avLst/>
            </a:prstGeom>
            <a:noFill/>
          </p:spPr>
          <p:txBody>
            <a:bodyPr wrap="square" rtlCol="0">
              <a:spAutoFit/>
            </a:bodyPr>
            <a:lstStyle/>
            <a:p>
              <a:pPr algn="ctr"/>
              <a:r>
                <a:rPr lang="en-US"/>
                <a:t>00</a:t>
              </a:r>
            </a:p>
          </p:txBody>
        </p:sp>
        <p:pic>
          <p:nvPicPr>
            <p:cNvPr id="34" name="Graphic 33" descr="Closed book outline">
              <a:extLst>
                <a:ext uri="{FF2B5EF4-FFF2-40B4-BE49-F238E27FC236}">
                  <a16:creationId xmlns:a16="http://schemas.microsoft.com/office/drawing/2014/main" id="{59E11DB8-101E-30BE-A90A-C8E50171D91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318" y="698487"/>
              <a:ext cx="914400" cy="914400"/>
            </a:xfrm>
            <a:prstGeom prst="rect">
              <a:avLst/>
            </a:prstGeom>
          </p:spPr>
        </p:pic>
      </p:grpSp>
      <p:pic>
        <p:nvPicPr>
          <p:cNvPr id="36" name="Picture 35">
            <a:extLst>
              <a:ext uri="{FF2B5EF4-FFF2-40B4-BE49-F238E27FC236}">
                <a16:creationId xmlns:a16="http://schemas.microsoft.com/office/drawing/2014/main" id="{C3149380-7B10-4791-40A0-100F148FC923}"/>
              </a:ext>
            </a:extLst>
          </p:cNvPr>
          <p:cNvPicPr>
            <a:picLocks noChangeAspect="1"/>
          </p:cNvPicPr>
          <p:nvPr/>
        </p:nvPicPr>
        <p:blipFill>
          <a:blip r:embed="rId9"/>
          <a:stretch>
            <a:fillRect/>
          </a:stretch>
        </p:blipFill>
        <p:spPr>
          <a:xfrm>
            <a:off x="807555" y="809022"/>
            <a:ext cx="2013458" cy="793180"/>
          </a:xfrm>
          <a:prstGeom prst="rect">
            <a:avLst/>
          </a:prstGeom>
        </p:spPr>
      </p:pic>
      <p:pic>
        <p:nvPicPr>
          <p:cNvPr id="38" name="Picture 37">
            <a:extLst>
              <a:ext uri="{FF2B5EF4-FFF2-40B4-BE49-F238E27FC236}">
                <a16:creationId xmlns:a16="http://schemas.microsoft.com/office/drawing/2014/main" id="{2899DB02-4C47-A63A-F8E6-8F1C7D71899A}"/>
              </a:ext>
            </a:extLst>
          </p:cNvPr>
          <p:cNvPicPr>
            <a:picLocks noChangeAspect="1"/>
          </p:cNvPicPr>
          <p:nvPr/>
        </p:nvPicPr>
        <p:blipFill>
          <a:blip r:embed="rId10"/>
          <a:stretch>
            <a:fillRect/>
          </a:stretch>
        </p:blipFill>
        <p:spPr>
          <a:xfrm>
            <a:off x="2846222" y="729138"/>
            <a:ext cx="1998436" cy="965555"/>
          </a:xfrm>
          <a:prstGeom prst="rect">
            <a:avLst/>
          </a:prstGeom>
        </p:spPr>
      </p:pic>
      <p:pic>
        <p:nvPicPr>
          <p:cNvPr id="40" name="Picture 39">
            <a:extLst>
              <a:ext uri="{FF2B5EF4-FFF2-40B4-BE49-F238E27FC236}">
                <a16:creationId xmlns:a16="http://schemas.microsoft.com/office/drawing/2014/main" id="{F1073B08-508F-D450-24BE-ABC20AA8BD34}"/>
              </a:ext>
            </a:extLst>
          </p:cNvPr>
          <p:cNvPicPr>
            <a:picLocks noChangeAspect="1"/>
          </p:cNvPicPr>
          <p:nvPr/>
        </p:nvPicPr>
        <p:blipFill>
          <a:blip r:embed="rId11"/>
          <a:stretch>
            <a:fillRect/>
          </a:stretch>
        </p:blipFill>
        <p:spPr>
          <a:xfrm>
            <a:off x="3277659" y="2142699"/>
            <a:ext cx="1704486" cy="1093054"/>
          </a:xfrm>
          <a:prstGeom prst="rect">
            <a:avLst/>
          </a:prstGeom>
        </p:spPr>
      </p:pic>
      <p:pic>
        <p:nvPicPr>
          <p:cNvPr id="23" name="Picture 22">
            <a:extLst>
              <a:ext uri="{FF2B5EF4-FFF2-40B4-BE49-F238E27FC236}">
                <a16:creationId xmlns:a16="http://schemas.microsoft.com/office/drawing/2014/main" id="{CD591C73-816B-6D33-6A5E-51C9CDC0F4F7}"/>
              </a:ext>
            </a:extLst>
          </p:cNvPr>
          <p:cNvPicPr>
            <a:picLocks noChangeAspect="1"/>
          </p:cNvPicPr>
          <p:nvPr/>
        </p:nvPicPr>
        <p:blipFill>
          <a:blip r:embed="rId12"/>
          <a:stretch>
            <a:fillRect/>
          </a:stretch>
        </p:blipFill>
        <p:spPr>
          <a:xfrm>
            <a:off x="1478807" y="1882253"/>
            <a:ext cx="1885181" cy="1438846"/>
          </a:xfrm>
          <a:prstGeom prst="rect">
            <a:avLst/>
          </a:prstGeom>
        </p:spPr>
      </p:pic>
      <p:sp>
        <p:nvSpPr>
          <p:cNvPr id="41" name="TextBox 40">
            <a:extLst>
              <a:ext uri="{FF2B5EF4-FFF2-40B4-BE49-F238E27FC236}">
                <a16:creationId xmlns:a16="http://schemas.microsoft.com/office/drawing/2014/main" id="{3FC01572-F41E-E535-EACD-21B4D3F380AD}"/>
              </a:ext>
            </a:extLst>
          </p:cNvPr>
          <p:cNvSpPr txBox="1"/>
          <p:nvPr/>
        </p:nvSpPr>
        <p:spPr>
          <a:xfrm>
            <a:off x="211073" y="1602202"/>
            <a:ext cx="1572611" cy="253916"/>
          </a:xfrm>
          <a:prstGeom prst="rect">
            <a:avLst/>
          </a:prstGeom>
          <a:noFill/>
        </p:spPr>
        <p:txBody>
          <a:bodyPr wrap="square" rtlCol="0">
            <a:spAutoFit/>
          </a:bodyPr>
          <a:lstStyle/>
          <a:p>
            <a:r>
              <a:rPr lang="en-US" sz="1050"/>
              <a:t>IF Signal Diagnostics ✅</a:t>
            </a:r>
          </a:p>
        </p:txBody>
      </p:sp>
      <p:sp>
        <p:nvSpPr>
          <p:cNvPr id="43" name="TextBox 42">
            <a:extLst>
              <a:ext uri="{FF2B5EF4-FFF2-40B4-BE49-F238E27FC236}">
                <a16:creationId xmlns:a16="http://schemas.microsoft.com/office/drawing/2014/main" id="{133F32E8-8DD7-306E-033D-1E033A093E6D}"/>
              </a:ext>
            </a:extLst>
          </p:cNvPr>
          <p:cNvSpPr txBox="1"/>
          <p:nvPr/>
        </p:nvSpPr>
        <p:spPr>
          <a:xfrm>
            <a:off x="808140" y="3293597"/>
            <a:ext cx="1572611" cy="253916"/>
          </a:xfrm>
          <a:prstGeom prst="rect">
            <a:avLst/>
          </a:prstGeom>
          <a:noFill/>
        </p:spPr>
        <p:txBody>
          <a:bodyPr wrap="square" rtlCol="0">
            <a:spAutoFit/>
          </a:bodyPr>
          <a:lstStyle/>
          <a:p>
            <a:r>
              <a:rPr lang="en-US" sz="1050"/>
              <a:t>Acquisition + Tracking✅</a:t>
            </a:r>
          </a:p>
        </p:txBody>
      </p:sp>
      <p:sp>
        <p:nvSpPr>
          <p:cNvPr id="45" name="TextBox 44">
            <a:extLst>
              <a:ext uri="{FF2B5EF4-FFF2-40B4-BE49-F238E27FC236}">
                <a16:creationId xmlns:a16="http://schemas.microsoft.com/office/drawing/2014/main" id="{27207DB6-72C7-6A5E-4A74-98019EAE2955}"/>
              </a:ext>
            </a:extLst>
          </p:cNvPr>
          <p:cNvSpPr txBox="1"/>
          <p:nvPr/>
        </p:nvSpPr>
        <p:spPr>
          <a:xfrm>
            <a:off x="1942378" y="4530666"/>
            <a:ext cx="1572611" cy="253916"/>
          </a:xfrm>
          <a:prstGeom prst="rect">
            <a:avLst/>
          </a:prstGeom>
          <a:noFill/>
        </p:spPr>
        <p:txBody>
          <a:bodyPr wrap="square" rtlCol="0">
            <a:spAutoFit/>
          </a:bodyPr>
          <a:lstStyle/>
          <a:p>
            <a:r>
              <a:rPr lang="en-US" sz="1050"/>
              <a:t>Navigation Solution ✅</a:t>
            </a:r>
          </a:p>
        </p:txBody>
      </p:sp>
    </p:spTree>
    <p:extLst>
      <p:ext uri="{BB962C8B-B14F-4D97-AF65-F5344CB8AC3E}">
        <p14:creationId xmlns:p14="http://schemas.microsoft.com/office/powerpoint/2010/main" val="3718538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82EE1-3FD7-4067-898E-D5E26F3C506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3A8BF78-8261-DA75-33E6-9A32DBACF1C4}"/>
              </a:ext>
            </a:extLst>
          </p:cNvPr>
          <p:cNvSpPr/>
          <p:nvPr/>
        </p:nvSpPr>
        <p:spPr>
          <a:xfrm>
            <a:off x="0" y="0"/>
            <a:ext cx="9144000" cy="5143500"/>
          </a:xfrm>
          <a:prstGeom prst="rect">
            <a:avLst/>
          </a:prstGeom>
          <a:solidFill>
            <a:srgbClr val="F2F7FA"/>
          </a:solidFill>
          <a:ln w="12700">
            <a:solidFill>
              <a:srgbClr val="F2F7FA"/>
            </a:solidFill>
            <a:prstDash val="solid"/>
          </a:ln>
        </p:spPr>
        <p:txBody>
          <a:bodyPr/>
          <a:lstStyle/>
          <a:p>
            <a:endParaRPr lang="en-US"/>
          </a:p>
        </p:txBody>
      </p:sp>
      <p:sp>
        <p:nvSpPr>
          <p:cNvPr id="3" name="Shape 1">
            <a:extLst>
              <a:ext uri="{FF2B5EF4-FFF2-40B4-BE49-F238E27FC236}">
                <a16:creationId xmlns:a16="http://schemas.microsoft.com/office/drawing/2014/main" id="{E1666B8B-60AC-E335-857E-BC9A54B4C7C9}"/>
              </a:ext>
            </a:extLst>
          </p:cNvPr>
          <p:cNvSpPr/>
          <p:nvPr/>
        </p:nvSpPr>
        <p:spPr>
          <a:xfrm>
            <a:off x="0" y="0"/>
            <a:ext cx="9144000" cy="594360"/>
          </a:xfrm>
          <a:prstGeom prst="rect">
            <a:avLst/>
          </a:prstGeom>
          <a:solidFill>
            <a:srgbClr val="B09040"/>
          </a:solidFill>
          <a:ln w="12700">
            <a:solidFill>
              <a:srgbClr val="B09040"/>
            </a:solidFill>
            <a:prstDash val="solid"/>
          </a:ln>
        </p:spPr>
        <p:txBody>
          <a:bodyPr/>
          <a:lstStyle/>
          <a:p>
            <a:endParaRPr lang="en-US"/>
          </a:p>
        </p:txBody>
      </p:sp>
      <p:sp>
        <p:nvSpPr>
          <p:cNvPr id="4" name="Shape 2">
            <a:extLst>
              <a:ext uri="{FF2B5EF4-FFF2-40B4-BE49-F238E27FC236}">
                <a16:creationId xmlns:a16="http://schemas.microsoft.com/office/drawing/2014/main" id="{92C421B6-CB14-E4CD-D6A7-316D3469301B}"/>
              </a:ext>
            </a:extLst>
          </p:cNvPr>
          <p:cNvSpPr/>
          <p:nvPr/>
        </p:nvSpPr>
        <p:spPr>
          <a:xfrm>
            <a:off x="0" y="594360"/>
            <a:ext cx="109728" cy="4361688"/>
          </a:xfrm>
          <a:prstGeom prst="rect">
            <a:avLst/>
          </a:prstGeom>
          <a:solidFill>
            <a:srgbClr val="B09040"/>
          </a:solidFill>
          <a:ln w="12700">
            <a:solidFill>
              <a:srgbClr val="B09040"/>
            </a:solidFill>
            <a:prstDash val="solid"/>
          </a:ln>
        </p:spPr>
        <p:txBody>
          <a:bodyPr/>
          <a:lstStyle/>
          <a:p>
            <a:endParaRPr lang="en-US"/>
          </a:p>
        </p:txBody>
      </p:sp>
      <p:sp>
        <p:nvSpPr>
          <p:cNvPr id="5" name="Text 3">
            <a:extLst>
              <a:ext uri="{FF2B5EF4-FFF2-40B4-BE49-F238E27FC236}">
                <a16:creationId xmlns:a16="http://schemas.microsoft.com/office/drawing/2014/main" id="{A8A5240E-11CE-822B-7828-63A4C2DC7FF9}"/>
              </a:ext>
            </a:extLst>
          </p:cNvPr>
          <p:cNvSpPr txBox="1"/>
          <p:nvPr/>
        </p:nvSpPr>
        <p:spPr>
          <a:xfrm>
            <a:off x="256032" y="73152"/>
            <a:ext cx="8229600" cy="457200"/>
          </a:xfrm>
          <a:prstGeom prst="rect">
            <a:avLst/>
          </a:prstGeom>
          <a:noFill/>
          <a:ln/>
        </p:spPr>
        <p:txBody>
          <a:bodyPr wrap="square" lIns="0" tIns="0" rIns="0" bIns="0" rtlCol="0" anchor="ctr"/>
          <a:lstStyle/>
          <a:p>
            <a:pPr marL="0" indent="0">
              <a:buNone/>
            </a:pPr>
            <a:r>
              <a:rPr lang="en-US" sz="2600" b="1">
                <a:solidFill>
                  <a:srgbClr val="FFFFFF"/>
                </a:solidFill>
                <a:latin typeface="Calibri" pitchFamily="34" charset="0"/>
                <a:ea typeface="Calibri" pitchFamily="34" charset="-122"/>
                <a:cs typeface="Calibri" pitchFamily="34" charset="-120"/>
              </a:rPr>
              <a:t>Raw IF Data Collect:</a:t>
            </a:r>
            <a:endParaRPr lang="en-US" sz="2600"/>
          </a:p>
        </p:txBody>
      </p:sp>
      <p:sp>
        <p:nvSpPr>
          <p:cNvPr id="18" name="Shape 16">
            <a:extLst>
              <a:ext uri="{FF2B5EF4-FFF2-40B4-BE49-F238E27FC236}">
                <a16:creationId xmlns:a16="http://schemas.microsoft.com/office/drawing/2014/main" id="{4B7D1CBB-D8A2-7FC6-9390-1AD82C9D3B3E}"/>
              </a:ext>
            </a:extLst>
          </p:cNvPr>
          <p:cNvSpPr/>
          <p:nvPr/>
        </p:nvSpPr>
        <p:spPr>
          <a:xfrm>
            <a:off x="0" y="4956048"/>
            <a:ext cx="9144000" cy="187452"/>
          </a:xfrm>
          <a:prstGeom prst="rect">
            <a:avLst/>
          </a:prstGeom>
          <a:solidFill>
            <a:srgbClr val="0D2340"/>
          </a:solidFill>
          <a:ln w="12700">
            <a:solidFill>
              <a:srgbClr val="0D2340"/>
            </a:solidFill>
            <a:prstDash val="solid"/>
          </a:ln>
        </p:spPr>
        <p:txBody>
          <a:bodyPr/>
          <a:lstStyle/>
          <a:p>
            <a:endParaRPr lang="en-US"/>
          </a:p>
        </p:txBody>
      </p:sp>
      <p:sp>
        <p:nvSpPr>
          <p:cNvPr id="19" name="Text 17">
            <a:extLst>
              <a:ext uri="{FF2B5EF4-FFF2-40B4-BE49-F238E27FC236}">
                <a16:creationId xmlns:a16="http://schemas.microsoft.com/office/drawing/2014/main" id="{58A12A96-9E1E-9806-D48E-3D1393B65042}"/>
              </a:ext>
            </a:extLst>
          </p:cNvPr>
          <p:cNvSpPr txBox="1"/>
          <p:nvPr/>
        </p:nvSpPr>
        <p:spPr>
          <a:xfrm>
            <a:off x="137160" y="4965192"/>
            <a:ext cx="3657600" cy="164592"/>
          </a:xfrm>
          <a:prstGeom prst="rect">
            <a:avLst/>
          </a:prstGeom>
          <a:noFill/>
          <a:ln/>
        </p:spPr>
        <p:txBody>
          <a:bodyPr wrap="square" lIns="0" tIns="0" rIns="0" bIns="0" rtlCol="0" anchor="ctr"/>
          <a:lstStyle/>
          <a:p>
            <a:pPr marL="0" indent="0">
              <a:buNone/>
            </a:pPr>
            <a:r>
              <a:rPr lang="en-US" sz="750">
                <a:solidFill>
                  <a:srgbClr val="CFB87C"/>
                </a:solidFill>
                <a:latin typeface="Calibri" pitchFamily="34" charset="0"/>
                <a:ea typeface="Calibri" pitchFamily="34" charset="-122"/>
                <a:cs typeface="Calibri" pitchFamily="34" charset="-120"/>
              </a:rPr>
              <a:t>HERON | UAS GNSS-R</a:t>
            </a:r>
            <a:endParaRPr lang="en-US" sz="750"/>
          </a:p>
        </p:txBody>
      </p:sp>
      <p:sp>
        <p:nvSpPr>
          <p:cNvPr id="20" name="Text 18">
            <a:extLst>
              <a:ext uri="{FF2B5EF4-FFF2-40B4-BE49-F238E27FC236}">
                <a16:creationId xmlns:a16="http://schemas.microsoft.com/office/drawing/2014/main" id="{2EE802DF-42D0-4215-9979-8E77E68EF37B}"/>
              </a:ext>
            </a:extLst>
          </p:cNvPr>
          <p:cNvSpPr txBox="1"/>
          <p:nvPr/>
        </p:nvSpPr>
        <p:spPr>
          <a:xfrm>
            <a:off x="5029200" y="4965192"/>
            <a:ext cx="3977640" cy="164592"/>
          </a:xfrm>
          <a:prstGeom prst="rect">
            <a:avLst/>
          </a:prstGeom>
          <a:noFill/>
          <a:ln/>
        </p:spPr>
        <p:txBody>
          <a:bodyPr wrap="square" lIns="0" tIns="0" rIns="0" bIns="0" rtlCol="0" anchor="ctr"/>
          <a:lstStyle/>
          <a:p>
            <a:pPr marL="0" indent="0" algn="r">
              <a:buNone/>
            </a:pPr>
            <a:r>
              <a:rPr lang="en-US" sz="750">
                <a:solidFill>
                  <a:srgbClr val="A8DDE2"/>
                </a:solidFill>
                <a:latin typeface="Calibri" pitchFamily="34" charset="0"/>
                <a:ea typeface="Calibri" pitchFamily="34" charset="-122"/>
                <a:cs typeface="Calibri" pitchFamily="34" charset="-120"/>
              </a:rPr>
              <a:t>Smead AES · CCAR · University of Colorado Boulder</a:t>
            </a:r>
            <a:endParaRPr lang="en-US" sz="750"/>
          </a:p>
        </p:txBody>
      </p:sp>
      <p:sp>
        <p:nvSpPr>
          <p:cNvPr id="7" name="TextBox 6">
            <a:extLst>
              <a:ext uri="{FF2B5EF4-FFF2-40B4-BE49-F238E27FC236}">
                <a16:creationId xmlns:a16="http://schemas.microsoft.com/office/drawing/2014/main" id="{5E77F746-CF12-6E86-AC85-906B88E16A45}"/>
              </a:ext>
            </a:extLst>
          </p:cNvPr>
          <p:cNvSpPr txBox="1"/>
          <p:nvPr/>
        </p:nvSpPr>
        <p:spPr>
          <a:xfrm>
            <a:off x="256032" y="705255"/>
            <a:ext cx="3425887" cy="307777"/>
          </a:xfrm>
          <a:prstGeom prst="rect">
            <a:avLst/>
          </a:prstGeom>
          <a:noFill/>
        </p:spPr>
        <p:txBody>
          <a:bodyPr wrap="square" rtlCol="0">
            <a:spAutoFit/>
          </a:bodyPr>
          <a:lstStyle/>
          <a:p>
            <a:r>
              <a:rPr lang="en-US" sz="1400"/>
              <a:t>Performed Data Collect on 09/04 &amp; </a:t>
            </a:r>
            <a:r>
              <a:rPr lang="en-US" sz="1400" b="1"/>
              <a:t>09/08</a:t>
            </a:r>
          </a:p>
        </p:txBody>
      </p:sp>
      <p:pic>
        <p:nvPicPr>
          <p:cNvPr id="10" name="Picture 9" descr="The provided text appears to be a table or list of numerical data, possibly from a spectrum analysis or signal processing data, showing values of Real (I) and Imaginary (Q) components, along with a count column and some negative values, which may indicate a signal or data point distribution.&#10;&#10;AI-generated content may be incorrect.">
            <a:extLst>
              <a:ext uri="{FF2B5EF4-FFF2-40B4-BE49-F238E27FC236}">
                <a16:creationId xmlns:a16="http://schemas.microsoft.com/office/drawing/2014/main" id="{AE6BE219-17DC-73E9-EA16-A0F9B9791372}"/>
              </a:ext>
            </a:extLst>
          </p:cNvPr>
          <p:cNvPicPr>
            <a:picLocks noChangeAspect="1"/>
          </p:cNvPicPr>
          <p:nvPr/>
        </p:nvPicPr>
        <p:blipFill>
          <a:blip r:embed="rId3"/>
          <a:stretch>
            <a:fillRect/>
          </a:stretch>
        </p:blipFill>
        <p:spPr>
          <a:xfrm>
            <a:off x="1089109" y="1099540"/>
            <a:ext cx="2764678" cy="1089116"/>
          </a:xfrm>
          <a:prstGeom prst="rect">
            <a:avLst/>
          </a:prstGeom>
        </p:spPr>
      </p:pic>
      <p:grpSp>
        <p:nvGrpSpPr>
          <p:cNvPr id="11" name="Group 10">
            <a:extLst>
              <a:ext uri="{FF2B5EF4-FFF2-40B4-BE49-F238E27FC236}">
                <a16:creationId xmlns:a16="http://schemas.microsoft.com/office/drawing/2014/main" id="{3974057C-FB52-0E0A-705D-665A852E9ED2}"/>
              </a:ext>
            </a:extLst>
          </p:cNvPr>
          <p:cNvGrpSpPr/>
          <p:nvPr/>
        </p:nvGrpSpPr>
        <p:grpSpPr>
          <a:xfrm>
            <a:off x="174709" y="1235414"/>
            <a:ext cx="914400" cy="914400"/>
            <a:chOff x="-4318" y="698487"/>
            <a:chExt cx="914400" cy="914400"/>
          </a:xfrm>
        </p:grpSpPr>
        <p:sp>
          <p:nvSpPr>
            <p:cNvPr id="12" name="TextBox 11">
              <a:extLst>
                <a:ext uri="{FF2B5EF4-FFF2-40B4-BE49-F238E27FC236}">
                  <a16:creationId xmlns:a16="http://schemas.microsoft.com/office/drawing/2014/main" id="{F8D3F8F2-F024-EA18-7D2D-AD903463C156}"/>
                </a:ext>
              </a:extLst>
            </p:cNvPr>
            <p:cNvSpPr txBox="1"/>
            <p:nvPr/>
          </p:nvSpPr>
          <p:spPr>
            <a:xfrm>
              <a:off x="211074" y="737839"/>
              <a:ext cx="544322" cy="369332"/>
            </a:xfrm>
            <a:prstGeom prst="rect">
              <a:avLst/>
            </a:prstGeom>
            <a:noFill/>
          </p:spPr>
          <p:txBody>
            <a:bodyPr wrap="square" rtlCol="0">
              <a:spAutoFit/>
            </a:bodyPr>
            <a:lstStyle/>
            <a:p>
              <a:pPr algn="ctr"/>
              <a:r>
                <a:rPr lang="en-US"/>
                <a:t>00</a:t>
              </a:r>
            </a:p>
          </p:txBody>
        </p:sp>
        <p:pic>
          <p:nvPicPr>
            <p:cNvPr id="13" name="Graphic 12" descr="Closed book outline">
              <a:extLst>
                <a:ext uri="{FF2B5EF4-FFF2-40B4-BE49-F238E27FC236}">
                  <a16:creationId xmlns:a16="http://schemas.microsoft.com/office/drawing/2014/main" id="{DC364920-2EFD-7187-BE53-8D25988366A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18" y="698487"/>
              <a:ext cx="914400" cy="914400"/>
            </a:xfrm>
            <a:prstGeom prst="rect">
              <a:avLst/>
            </a:prstGeom>
          </p:spPr>
        </p:pic>
      </p:grpSp>
      <p:pic>
        <p:nvPicPr>
          <p:cNvPr id="17" name="Picture 16" descr="The diagram illustrates the correlation power versus code delay for signal detection, showing the relationship between the detection threshold, correlation levels (coarse and fine), and code delays (early, shorter, longer, multipath) for different G-code values.&#10;&#10;AI-generated content may be incorrect.">
            <a:extLst>
              <a:ext uri="{FF2B5EF4-FFF2-40B4-BE49-F238E27FC236}">
                <a16:creationId xmlns:a16="http://schemas.microsoft.com/office/drawing/2014/main" id="{9F2EFB9F-1F11-43FD-E4B5-4E4B45CC32C3}"/>
              </a:ext>
            </a:extLst>
          </p:cNvPr>
          <p:cNvPicPr>
            <a:picLocks noChangeAspect="1"/>
          </p:cNvPicPr>
          <p:nvPr/>
        </p:nvPicPr>
        <p:blipFill>
          <a:blip r:embed="rId5"/>
          <a:stretch>
            <a:fillRect/>
          </a:stretch>
        </p:blipFill>
        <p:spPr>
          <a:xfrm>
            <a:off x="1305573" y="2493446"/>
            <a:ext cx="2331749" cy="1788039"/>
          </a:xfrm>
          <a:prstGeom prst="rect">
            <a:avLst/>
          </a:prstGeom>
        </p:spPr>
      </p:pic>
      <p:grpSp>
        <p:nvGrpSpPr>
          <p:cNvPr id="21" name="Group 20">
            <a:extLst>
              <a:ext uri="{FF2B5EF4-FFF2-40B4-BE49-F238E27FC236}">
                <a16:creationId xmlns:a16="http://schemas.microsoft.com/office/drawing/2014/main" id="{AEB7A0EA-EA9E-B5D5-221C-E576B094E4E3}"/>
              </a:ext>
            </a:extLst>
          </p:cNvPr>
          <p:cNvGrpSpPr/>
          <p:nvPr/>
        </p:nvGrpSpPr>
        <p:grpSpPr>
          <a:xfrm>
            <a:off x="205062" y="2954334"/>
            <a:ext cx="914400" cy="914400"/>
            <a:chOff x="-4318" y="698487"/>
            <a:chExt cx="914400" cy="914400"/>
          </a:xfrm>
        </p:grpSpPr>
        <p:sp>
          <p:nvSpPr>
            <p:cNvPr id="22" name="TextBox 21">
              <a:extLst>
                <a:ext uri="{FF2B5EF4-FFF2-40B4-BE49-F238E27FC236}">
                  <a16:creationId xmlns:a16="http://schemas.microsoft.com/office/drawing/2014/main" id="{0616E50A-B3A0-3999-E1E0-4D8C1F23C6D5}"/>
                </a:ext>
              </a:extLst>
            </p:cNvPr>
            <p:cNvSpPr txBox="1"/>
            <p:nvPr/>
          </p:nvSpPr>
          <p:spPr>
            <a:xfrm>
              <a:off x="211074" y="737839"/>
              <a:ext cx="544322" cy="369332"/>
            </a:xfrm>
            <a:prstGeom prst="rect">
              <a:avLst/>
            </a:prstGeom>
            <a:noFill/>
          </p:spPr>
          <p:txBody>
            <a:bodyPr wrap="square" rtlCol="0">
              <a:spAutoFit/>
            </a:bodyPr>
            <a:lstStyle/>
            <a:p>
              <a:pPr algn="ctr"/>
              <a:r>
                <a:rPr lang="en-US"/>
                <a:t>01</a:t>
              </a:r>
            </a:p>
          </p:txBody>
        </p:sp>
        <p:pic>
          <p:nvPicPr>
            <p:cNvPr id="23" name="Graphic 22" descr="Closed book outline">
              <a:extLst>
                <a:ext uri="{FF2B5EF4-FFF2-40B4-BE49-F238E27FC236}">
                  <a16:creationId xmlns:a16="http://schemas.microsoft.com/office/drawing/2014/main" id="{8D938F7E-8454-D6DA-ADCC-B91518E7A8A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18" y="698487"/>
              <a:ext cx="914400" cy="914400"/>
            </a:xfrm>
            <a:prstGeom prst="rect">
              <a:avLst/>
            </a:prstGeom>
          </p:spPr>
        </p:pic>
      </p:grpSp>
      <p:grpSp>
        <p:nvGrpSpPr>
          <p:cNvPr id="24" name="Group 23">
            <a:extLst>
              <a:ext uri="{FF2B5EF4-FFF2-40B4-BE49-F238E27FC236}">
                <a16:creationId xmlns:a16="http://schemas.microsoft.com/office/drawing/2014/main" id="{B2BB1C50-3B36-658E-556E-3961EF2D972E}"/>
              </a:ext>
            </a:extLst>
          </p:cNvPr>
          <p:cNvGrpSpPr/>
          <p:nvPr/>
        </p:nvGrpSpPr>
        <p:grpSpPr>
          <a:xfrm>
            <a:off x="3513047" y="2974309"/>
            <a:ext cx="914400" cy="914400"/>
            <a:chOff x="-4318" y="698487"/>
            <a:chExt cx="914400" cy="914400"/>
          </a:xfrm>
        </p:grpSpPr>
        <p:sp>
          <p:nvSpPr>
            <p:cNvPr id="25" name="TextBox 24">
              <a:extLst>
                <a:ext uri="{FF2B5EF4-FFF2-40B4-BE49-F238E27FC236}">
                  <a16:creationId xmlns:a16="http://schemas.microsoft.com/office/drawing/2014/main" id="{A793CB7F-4585-D466-2FEE-164F52EB9335}"/>
                </a:ext>
              </a:extLst>
            </p:cNvPr>
            <p:cNvSpPr txBox="1"/>
            <p:nvPr/>
          </p:nvSpPr>
          <p:spPr>
            <a:xfrm>
              <a:off x="211074" y="737839"/>
              <a:ext cx="544322" cy="369332"/>
            </a:xfrm>
            <a:prstGeom prst="rect">
              <a:avLst/>
            </a:prstGeom>
            <a:noFill/>
          </p:spPr>
          <p:txBody>
            <a:bodyPr wrap="square" rtlCol="0">
              <a:spAutoFit/>
            </a:bodyPr>
            <a:lstStyle/>
            <a:p>
              <a:pPr algn="ctr"/>
              <a:r>
                <a:rPr lang="en-US"/>
                <a:t>02</a:t>
              </a:r>
            </a:p>
          </p:txBody>
        </p:sp>
        <p:pic>
          <p:nvPicPr>
            <p:cNvPr id="26" name="Graphic 25" descr="Closed book outline">
              <a:extLst>
                <a:ext uri="{FF2B5EF4-FFF2-40B4-BE49-F238E27FC236}">
                  <a16:creationId xmlns:a16="http://schemas.microsoft.com/office/drawing/2014/main" id="{1A8DC922-7AED-A5EE-C594-121FA77CF2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18" y="698487"/>
              <a:ext cx="914400" cy="914400"/>
            </a:xfrm>
            <a:prstGeom prst="rect">
              <a:avLst/>
            </a:prstGeom>
          </p:spPr>
        </p:pic>
      </p:grpSp>
      <p:pic>
        <p:nvPicPr>
          <p:cNvPr id="28" name="Picture 27" descr="The image shows a satellite navigation display with multiple satellites and their positions, including LocalTime, GPS, and GLO coordinates, dated September 8, 2026, at 23:23.&#10;&#10;AI-generated content may be incorrect.">
            <a:extLst>
              <a:ext uri="{FF2B5EF4-FFF2-40B4-BE49-F238E27FC236}">
                <a16:creationId xmlns:a16="http://schemas.microsoft.com/office/drawing/2014/main" id="{83E5412C-909C-6A5A-997B-E38FB20C4703}"/>
              </a:ext>
            </a:extLst>
          </p:cNvPr>
          <p:cNvPicPr>
            <a:picLocks noChangeAspect="1"/>
          </p:cNvPicPr>
          <p:nvPr/>
        </p:nvPicPr>
        <p:blipFill>
          <a:blip r:embed="rId6"/>
          <a:stretch>
            <a:fillRect/>
          </a:stretch>
        </p:blipFill>
        <p:spPr>
          <a:xfrm>
            <a:off x="4569047" y="142724"/>
            <a:ext cx="1442336" cy="2373073"/>
          </a:xfrm>
          <a:prstGeom prst="rect">
            <a:avLst/>
          </a:prstGeom>
        </p:spPr>
      </p:pic>
      <p:pic>
        <p:nvPicPr>
          <p:cNvPr id="30" name="Picture 29" descr="The image is a polar plot showing various navigational bearings and depths, with labels for specific coordinates and depths, indicating a maritime or navigational chart.&#10;&#10;AI-generated content may be incorrect.">
            <a:extLst>
              <a:ext uri="{FF2B5EF4-FFF2-40B4-BE49-F238E27FC236}">
                <a16:creationId xmlns:a16="http://schemas.microsoft.com/office/drawing/2014/main" id="{88E9C022-F4FC-8632-511B-34542E210A46}"/>
              </a:ext>
            </a:extLst>
          </p:cNvPr>
          <p:cNvPicPr>
            <a:picLocks noChangeAspect="1"/>
          </p:cNvPicPr>
          <p:nvPr/>
        </p:nvPicPr>
        <p:blipFill>
          <a:blip r:embed="rId7"/>
          <a:stretch>
            <a:fillRect/>
          </a:stretch>
        </p:blipFill>
        <p:spPr>
          <a:xfrm>
            <a:off x="4427447" y="2856213"/>
            <a:ext cx="1814576" cy="1626455"/>
          </a:xfrm>
          <a:prstGeom prst="rect">
            <a:avLst/>
          </a:prstGeom>
        </p:spPr>
      </p:pic>
      <p:pic>
        <p:nvPicPr>
          <p:cNvPr id="31" name="Picture 30">
            <a:extLst>
              <a:ext uri="{FF2B5EF4-FFF2-40B4-BE49-F238E27FC236}">
                <a16:creationId xmlns:a16="http://schemas.microsoft.com/office/drawing/2014/main" id="{4ABBC017-4809-E4F4-C2D6-DEE2EBE64E1F}"/>
              </a:ext>
            </a:extLst>
          </p:cNvPr>
          <p:cNvPicPr>
            <a:picLocks noChangeAspect="1"/>
          </p:cNvPicPr>
          <p:nvPr/>
        </p:nvPicPr>
        <p:blipFill>
          <a:blip r:embed="rId8"/>
          <a:stretch>
            <a:fillRect/>
          </a:stretch>
        </p:blipFill>
        <p:spPr>
          <a:xfrm>
            <a:off x="6548150" y="1268923"/>
            <a:ext cx="2595850" cy="1106236"/>
          </a:xfrm>
          <a:prstGeom prst="rect">
            <a:avLst/>
          </a:prstGeom>
        </p:spPr>
      </p:pic>
      <p:pic>
        <p:nvPicPr>
          <p:cNvPr id="33" name="Picture 32" descr="The diagram illustrates a plot of residuals (in meters) against time (in seconds), with reference to a position at 198.49 meters, showing variations in error over time.&#10;&#10;AI-generated content may be incorrect.">
            <a:extLst>
              <a:ext uri="{FF2B5EF4-FFF2-40B4-BE49-F238E27FC236}">
                <a16:creationId xmlns:a16="http://schemas.microsoft.com/office/drawing/2014/main" id="{04F97B0E-408B-A414-576B-01245E772776}"/>
              </a:ext>
            </a:extLst>
          </p:cNvPr>
          <p:cNvPicPr>
            <a:picLocks noChangeAspect="1"/>
          </p:cNvPicPr>
          <p:nvPr/>
        </p:nvPicPr>
        <p:blipFill>
          <a:blip r:embed="rId9"/>
          <a:stretch>
            <a:fillRect/>
          </a:stretch>
        </p:blipFill>
        <p:spPr>
          <a:xfrm>
            <a:off x="6548150" y="2954334"/>
            <a:ext cx="2537997" cy="1059150"/>
          </a:xfrm>
          <a:prstGeom prst="rect">
            <a:avLst/>
          </a:prstGeom>
        </p:spPr>
      </p:pic>
      <p:cxnSp>
        <p:nvCxnSpPr>
          <p:cNvPr id="35" name="Straight Connector 34">
            <a:extLst>
              <a:ext uri="{FF2B5EF4-FFF2-40B4-BE49-F238E27FC236}">
                <a16:creationId xmlns:a16="http://schemas.microsoft.com/office/drawing/2014/main" id="{665C2A2F-A834-9B53-BC49-878D0CDE6372}"/>
              </a:ext>
            </a:extLst>
          </p:cNvPr>
          <p:cNvCxnSpPr/>
          <p:nvPr/>
        </p:nvCxnSpPr>
        <p:spPr>
          <a:xfrm>
            <a:off x="7120647" y="1186774"/>
            <a:ext cx="0" cy="1188385"/>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D043FA0-3E48-E93F-A4AD-099686BA6909}"/>
              </a:ext>
            </a:extLst>
          </p:cNvPr>
          <p:cNvCxnSpPr>
            <a:cxnSpLocks/>
          </p:cNvCxnSpPr>
          <p:nvPr/>
        </p:nvCxnSpPr>
        <p:spPr>
          <a:xfrm>
            <a:off x="7120647" y="3127443"/>
            <a:ext cx="0" cy="680936"/>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9261F404-28CE-75FF-A0AB-66636EA0738E}"/>
              </a:ext>
            </a:extLst>
          </p:cNvPr>
          <p:cNvSpPr/>
          <p:nvPr/>
        </p:nvSpPr>
        <p:spPr>
          <a:xfrm>
            <a:off x="2898843" y="726346"/>
            <a:ext cx="496110" cy="261610"/>
          </a:xfrm>
          <a:prstGeom prst="rect">
            <a:avLst/>
          </a:prstGeom>
          <a:noFill/>
          <a:ln>
            <a:solidFill>
              <a:srgbClr val="2D6B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6109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3BF60-641B-F987-D7D3-FB0CF85595D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3F59815-3173-BB51-6F12-7AF416B6C7E1}"/>
              </a:ext>
            </a:extLst>
          </p:cNvPr>
          <p:cNvSpPr/>
          <p:nvPr/>
        </p:nvSpPr>
        <p:spPr>
          <a:xfrm>
            <a:off x="-18288" y="-73152"/>
            <a:ext cx="9144000" cy="5143500"/>
          </a:xfrm>
          <a:prstGeom prst="rect">
            <a:avLst/>
          </a:prstGeom>
          <a:solidFill>
            <a:srgbClr val="F2F7FA"/>
          </a:solidFill>
          <a:ln w="12700">
            <a:solidFill>
              <a:srgbClr val="F2F7FA"/>
            </a:solidFill>
            <a:prstDash val="solid"/>
          </a:ln>
        </p:spPr>
        <p:txBody>
          <a:bodyPr/>
          <a:lstStyle/>
          <a:p>
            <a:endParaRPr lang="en-US"/>
          </a:p>
        </p:txBody>
      </p:sp>
      <p:sp>
        <p:nvSpPr>
          <p:cNvPr id="3" name="Shape 1">
            <a:extLst>
              <a:ext uri="{FF2B5EF4-FFF2-40B4-BE49-F238E27FC236}">
                <a16:creationId xmlns:a16="http://schemas.microsoft.com/office/drawing/2014/main" id="{E681B28B-0663-BB28-1F80-2B7C2BAF0B21}"/>
              </a:ext>
            </a:extLst>
          </p:cNvPr>
          <p:cNvSpPr/>
          <p:nvPr/>
        </p:nvSpPr>
        <p:spPr>
          <a:xfrm>
            <a:off x="0" y="0"/>
            <a:ext cx="9144000" cy="594360"/>
          </a:xfrm>
          <a:prstGeom prst="rect">
            <a:avLst/>
          </a:prstGeom>
          <a:solidFill>
            <a:srgbClr val="1B3A6B"/>
          </a:solidFill>
          <a:ln w="12700">
            <a:solidFill>
              <a:srgbClr val="1B3A6B"/>
            </a:solidFill>
            <a:prstDash val="solid"/>
          </a:ln>
        </p:spPr>
        <p:txBody>
          <a:bodyPr/>
          <a:lstStyle/>
          <a:p>
            <a:endParaRPr lang="en-US"/>
          </a:p>
        </p:txBody>
      </p:sp>
      <p:sp>
        <p:nvSpPr>
          <p:cNvPr id="4" name="Text 2">
            <a:extLst>
              <a:ext uri="{FF2B5EF4-FFF2-40B4-BE49-F238E27FC236}">
                <a16:creationId xmlns:a16="http://schemas.microsoft.com/office/drawing/2014/main" id="{49A4A5D7-F6D7-BC60-CD37-A942F017FDE0}"/>
              </a:ext>
            </a:extLst>
          </p:cNvPr>
          <p:cNvSpPr txBox="1"/>
          <p:nvPr/>
        </p:nvSpPr>
        <p:spPr>
          <a:xfrm>
            <a:off x="256032" y="73152"/>
            <a:ext cx="8229600" cy="457200"/>
          </a:xfrm>
          <a:prstGeom prst="rect">
            <a:avLst/>
          </a:prstGeom>
          <a:noFill/>
          <a:ln/>
        </p:spPr>
        <p:txBody>
          <a:bodyPr wrap="square" lIns="0" tIns="0" rIns="0" bIns="0" rtlCol="0" anchor="ctr"/>
          <a:lstStyle/>
          <a:p>
            <a:pPr marL="0" indent="0">
              <a:buNone/>
            </a:pPr>
            <a:r>
              <a:rPr lang="en-US" sz="2600" b="1">
                <a:solidFill>
                  <a:srgbClr val="FFFFFF"/>
                </a:solidFill>
                <a:latin typeface="Calibri" pitchFamily="34" charset="0"/>
                <a:ea typeface="Calibri" pitchFamily="34" charset="-122"/>
                <a:cs typeface="Calibri" pitchFamily="34" charset="-120"/>
              </a:rPr>
              <a:t>Plan for the next week</a:t>
            </a:r>
            <a:endParaRPr lang="en-US" sz="2600"/>
          </a:p>
        </p:txBody>
      </p:sp>
      <p:sp>
        <p:nvSpPr>
          <p:cNvPr id="5" name="Shape 3">
            <a:extLst>
              <a:ext uri="{FF2B5EF4-FFF2-40B4-BE49-F238E27FC236}">
                <a16:creationId xmlns:a16="http://schemas.microsoft.com/office/drawing/2014/main" id="{57F7D9B0-1C94-A49F-6760-1824AE394873}"/>
              </a:ext>
            </a:extLst>
          </p:cNvPr>
          <p:cNvSpPr/>
          <p:nvPr/>
        </p:nvSpPr>
        <p:spPr>
          <a:xfrm>
            <a:off x="256032" y="2119022"/>
            <a:ext cx="4114800" cy="2768261"/>
          </a:xfrm>
          <a:prstGeom prst="rect">
            <a:avLst/>
          </a:prstGeom>
          <a:solidFill>
            <a:srgbClr val="FFFFFF"/>
          </a:solidFill>
          <a:ln w="19050">
            <a:solidFill>
              <a:srgbClr val="1A7A9A"/>
            </a:solidFill>
            <a:prstDash val="solid"/>
          </a:ln>
        </p:spPr>
        <p:txBody>
          <a:bodyPr/>
          <a:lstStyle/>
          <a:p>
            <a:endParaRPr lang="en-US"/>
          </a:p>
        </p:txBody>
      </p:sp>
      <p:sp>
        <p:nvSpPr>
          <p:cNvPr id="6" name="Shape 4">
            <a:extLst>
              <a:ext uri="{FF2B5EF4-FFF2-40B4-BE49-F238E27FC236}">
                <a16:creationId xmlns:a16="http://schemas.microsoft.com/office/drawing/2014/main" id="{9F7CE67D-B971-BF03-EDE7-899EBCF966AA}"/>
              </a:ext>
            </a:extLst>
          </p:cNvPr>
          <p:cNvSpPr/>
          <p:nvPr/>
        </p:nvSpPr>
        <p:spPr>
          <a:xfrm>
            <a:off x="3982016" y="1052083"/>
            <a:ext cx="4114800" cy="575733"/>
          </a:xfrm>
          <a:prstGeom prst="rect">
            <a:avLst/>
          </a:prstGeom>
          <a:solidFill>
            <a:srgbClr val="1A7A9A"/>
          </a:solidFill>
          <a:ln w="12700">
            <a:solidFill>
              <a:srgbClr val="1A7A9A"/>
            </a:solidFill>
            <a:prstDash val="solid"/>
          </a:ln>
        </p:spPr>
        <p:txBody>
          <a:bodyPr/>
          <a:lstStyle/>
          <a:p>
            <a:endParaRPr lang="en-US"/>
          </a:p>
        </p:txBody>
      </p:sp>
      <p:sp>
        <p:nvSpPr>
          <p:cNvPr id="7" name="Text 5">
            <a:extLst>
              <a:ext uri="{FF2B5EF4-FFF2-40B4-BE49-F238E27FC236}">
                <a16:creationId xmlns:a16="http://schemas.microsoft.com/office/drawing/2014/main" id="{4E5375FF-B2B5-1906-AAC6-1410AC121EA1}"/>
              </a:ext>
            </a:extLst>
          </p:cNvPr>
          <p:cNvSpPr txBox="1"/>
          <p:nvPr/>
        </p:nvSpPr>
        <p:spPr>
          <a:xfrm>
            <a:off x="4128320" y="1079515"/>
            <a:ext cx="3749040" cy="457553"/>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UAV Hardware &amp; Flight Planning  </a:t>
            </a:r>
            <a:endParaRPr lang="en-US" sz="1400"/>
          </a:p>
        </p:txBody>
      </p:sp>
      <p:sp>
        <p:nvSpPr>
          <p:cNvPr id="8" name="Text 6">
            <a:extLst>
              <a:ext uri="{FF2B5EF4-FFF2-40B4-BE49-F238E27FC236}">
                <a16:creationId xmlns:a16="http://schemas.microsoft.com/office/drawing/2014/main" id="{655F8E93-B26C-AEA9-CEF2-E367F9553895}"/>
              </a:ext>
            </a:extLst>
          </p:cNvPr>
          <p:cNvSpPr txBox="1"/>
          <p:nvPr/>
        </p:nvSpPr>
        <p:spPr>
          <a:xfrm>
            <a:off x="384048" y="2832708"/>
            <a:ext cx="3749040" cy="1903307"/>
          </a:xfrm>
          <a:prstGeom prst="rect">
            <a:avLst/>
          </a:prstGeom>
          <a:noFill/>
          <a:ln/>
        </p:spPr>
        <p:txBody>
          <a:bodyPr wrap="square" lIns="0" tIns="0" rIns="0" bIns="0" rtlCol="0" anchor="ctr"/>
          <a:lstStyle/>
          <a:p>
            <a:pPr marL="171450" indent="-171450">
              <a:buFont typeface="Arial"/>
              <a:buChar char="•"/>
            </a:pPr>
            <a:r>
              <a:rPr lang="en-US" sz="1150">
                <a:solidFill>
                  <a:srgbClr val="0D2340"/>
                </a:solidFill>
                <a:ea typeface="Calibri" panose="020F0502020204030204"/>
                <a:cs typeface="Calibri" panose="020F0502020204030204"/>
              </a:rPr>
              <a:t>Finalize and order Remote ID hardware</a:t>
            </a:r>
          </a:p>
          <a:p>
            <a:endParaRPr lang="en-US" sz="1150">
              <a:solidFill>
                <a:srgbClr val="0D2340"/>
              </a:solidFill>
              <a:ea typeface="Calibri" panose="020F0502020204030204"/>
              <a:cs typeface="Calibri" panose="020F0502020204030204"/>
            </a:endParaRPr>
          </a:p>
          <a:p>
            <a:pPr marL="171450" indent="-171450">
              <a:buFont typeface="Arial"/>
              <a:buChar char="•"/>
            </a:pPr>
            <a:r>
              <a:rPr lang="en-US" sz="1150">
                <a:solidFill>
                  <a:srgbClr val="0D2340"/>
                </a:solidFill>
                <a:ea typeface="Calibri" panose="020F0502020204030204"/>
                <a:cs typeface="Calibri" panose="020F0502020204030204"/>
              </a:rPr>
              <a:t>Complete battery capacity/health testing</a:t>
            </a:r>
          </a:p>
          <a:p>
            <a:endParaRPr lang="en-US" sz="1150">
              <a:solidFill>
                <a:srgbClr val="0D2340"/>
              </a:solidFill>
              <a:ea typeface="Calibri" panose="020F0502020204030204"/>
              <a:cs typeface="Calibri" panose="020F0502020204030204"/>
            </a:endParaRPr>
          </a:p>
          <a:p>
            <a:pPr marL="171450" indent="-171450">
              <a:buFont typeface="Arial"/>
              <a:buChar char="•"/>
            </a:pPr>
            <a:r>
              <a:rPr lang="en-US" sz="1150">
                <a:solidFill>
                  <a:srgbClr val="0D2340"/>
                </a:solidFill>
                <a:ea typeface="Calibri" panose="020F0502020204030204"/>
                <a:cs typeface="Calibri" panose="020F0502020204030204"/>
              </a:rPr>
              <a:t>Complete updated UAV system block diagram / electrical connection diagram</a:t>
            </a:r>
          </a:p>
          <a:p>
            <a:endParaRPr lang="en-US" sz="1150">
              <a:solidFill>
                <a:srgbClr val="0D2340"/>
              </a:solidFill>
              <a:ea typeface="Calibri" panose="020F0502020204030204"/>
              <a:cs typeface="Calibri" panose="020F0502020204030204"/>
            </a:endParaRPr>
          </a:p>
          <a:p>
            <a:pPr marL="171450" indent="-171450">
              <a:buFont typeface="Arial"/>
              <a:buChar char="•"/>
            </a:pPr>
            <a:r>
              <a:rPr lang="en-US" sz="1150">
                <a:solidFill>
                  <a:srgbClr val="0D2340"/>
                </a:solidFill>
                <a:ea typeface="Calibri" panose="020F0502020204030204"/>
                <a:cs typeface="Calibri" panose="020F0502020204030204"/>
              </a:rPr>
              <a:t>Submit updated documentation to CU Flight Ops + initial proposal for FAA waiver</a:t>
            </a:r>
          </a:p>
          <a:p>
            <a:endParaRPr lang="en-US" sz="1150">
              <a:solidFill>
                <a:srgbClr val="0D2340"/>
              </a:solidFill>
              <a:ea typeface="Calibri" panose="020F0502020204030204"/>
              <a:cs typeface="Calibri" panose="020F0502020204030204"/>
            </a:endParaRPr>
          </a:p>
          <a:p>
            <a:pPr marL="171450" indent="-171450">
              <a:buFont typeface="Arial"/>
              <a:buChar char="•"/>
            </a:pPr>
            <a:r>
              <a:rPr lang="en-US" sz="1150">
                <a:solidFill>
                  <a:srgbClr val="0D2340"/>
                </a:solidFill>
                <a:ea typeface="Calibri" panose="020F0502020204030204"/>
                <a:cs typeface="Calibri" panose="020F0502020204030204"/>
              </a:rPr>
              <a:t>Begin preparations for the initial non-science UAV flight / system checkout</a:t>
            </a:r>
          </a:p>
        </p:txBody>
      </p:sp>
      <p:sp>
        <p:nvSpPr>
          <p:cNvPr id="13" name="Shape 11">
            <a:extLst>
              <a:ext uri="{FF2B5EF4-FFF2-40B4-BE49-F238E27FC236}">
                <a16:creationId xmlns:a16="http://schemas.microsoft.com/office/drawing/2014/main" id="{D4F2D7C2-09B7-D869-67EB-5665DEC4736E}"/>
              </a:ext>
            </a:extLst>
          </p:cNvPr>
          <p:cNvSpPr/>
          <p:nvPr/>
        </p:nvSpPr>
        <p:spPr>
          <a:xfrm>
            <a:off x="4882896" y="2119022"/>
            <a:ext cx="4114800" cy="2768261"/>
          </a:xfrm>
          <a:prstGeom prst="rect">
            <a:avLst/>
          </a:prstGeom>
          <a:solidFill>
            <a:srgbClr val="FFFFFF"/>
          </a:solidFill>
          <a:ln w="19050">
            <a:solidFill>
              <a:srgbClr val="CFB87C"/>
            </a:solidFill>
            <a:prstDash val="solid"/>
          </a:ln>
        </p:spPr>
        <p:txBody>
          <a:bodyPr/>
          <a:lstStyle/>
          <a:p>
            <a:endParaRPr lang="en-US"/>
          </a:p>
        </p:txBody>
      </p:sp>
      <p:sp>
        <p:nvSpPr>
          <p:cNvPr id="14" name="Shape 12">
            <a:extLst>
              <a:ext uri="{FF2B5EF4-FFF2-40B4-BE49-F238E27FC236}">
                <a16:creationId xmlns:a16="http://schemas.microsoft.com/office/drawing/2014/main" id="{4F8119FA-30C1-9309-F3C4-1515D85B9194}"/>
              </a:ext>
            </a:extLst>
          </p:cNvPr>
          <p:cNvSpPr/>
          <p:nvPr/>
        </p:nvSpPr>
        <p:spPr>
          <a:xfrm>
            <a:off x="4882896" y="2119022"/>
            <a:ext cx="4114800" cy="594360"/>
          </a:xfrm>
          <a:prstGeom prst="rect">
            <a:avLst/>
          </a:prstGeom>
          <a:solidFill>
            <a:srgbClr val="B09040"/>
          </a:solidFill>
          <a:ln w="12700">
            <a:solidFill>
              <a:srgbClr val="B09040"/>
            </a:solidFill>
            <a:prstDash val="solid"/>
          </a:ln>
        </p:spPr>
        <p:txBody>
          <a:bodyPr/>
          <a:lstStyle/>
          <a:p>
            <a:endParaRPr lang="en-US"/>
          </a:p>
        </p:txBody>
      </p:sp>
      <p:sp>
        <p:nvSpPr>
          <p:cNvPr id="15" name="Text 13">
            <a:extLst>
              <a:ext uri="{FF2B5EF4-FFF2-40B4-BE49-F238E27FC236}">
                <a16:creationId xmlns:a16="http://schemas.microsoft.com/office/drawing/2014/main" id="{B8564462-74C7-1054-0AB2-BE7802065790}"/>
              </a:ext>
            </a:extLst>
          </p:cNvPr>
          <p:cNvSpPr txBox="1"/>
          <p:nvPr/>
        </p:nvSpPr>
        <p:spPr>
          <a:xfrm>
            <a:off x="5029200" y="2146453"/>
            <a:ext cx="3749040" cy="502243"/>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Software Defined Radio (SDR) &amp; Data Processing </a:t>
            </a:r>
            <a:endParaRPr lang="en-US" sz="1400"/>
          </a:p>
        </p:txBody>
      </p:sp>
      <p:sp>
        <p:nvSpPr>
          <p:cNvPr id="16" name="Text 14">
            <a:extLst>
              <a:ext uri="{FF2B5EF4-FFF2-40B4-BE49-F238E27FC236}">
                <a16:creationId xmlns:a16="http://schemas.microsoft.com/office/drawing/2014/main" id="{1271F45F-0299-B7A0-99BE-6D46680F22A0}"/>
              </a:ext>
            </a:extLst>
          </p:cNvPr>
          <p:cNvSpPr txBox="1"/>
          <p:nvPr/>
        </p:nvSpPr>
        <p:spPr>
          <a:xfrm>
            <a:off x="5029200" y="2804483"/>
            <a:ext cx="3749040" cy="1903308"/>
          </a:xfrm>
          <a:prstGeom prst="rect">
            <a:avLst/>
          </a:prstGeom>
          <a:noFill/>
          <a:ln/>
        </p:spPr>
        <p:txBody>
          <a:bodyPr wrap="square" lIns="0" tIns="0" rIns="0" bIns="0" rtlCol="0" anchor="ctr"/>
          <a:lstStyle/>
          <a:p>
            <a:pPr marL="342900" indent="-342900">
              <a:buSzPct val="100000"/>
              <a:buChar char="•"/>
            </a:pPr>
            <a:r>
              <a:rPr lang="en-US" sz="1150"/>
              <a:t>Place Order(s) for SDR and clock</a:t>
            </a:r>
          </a:p>
          <a:p>
            <a:pPr marL="342900" indent="-342900">
              <a:buSzPct val="100000"/>
              <a:buChar char="•"/>
            </a:pPr>
            <a:endParaRPr lang="en-US" sz="1150"/>
          </a:p>
          <a:p>
            <a:pPr marL="342900" indent="-342900">
              <a:buSzPct val="100000"/>
              <a:buChar char="•"/>
            </a:pPr>
            <a:r>
              <a:rPr lang="en-US" sz="1150"/>
              <a:t>Perform full sky data collect</a:t>
            </a:r>
          </a:p>
          <a:p>
            <a:pPr marL="342900" indent="-342900">
              <a:buSzPct val="100000"/>
              <a:buChar char="•"/>
            </a:pPr>
            <a:endParaRPr lang="en-US" sz="1150"/>
          </a:p>
          <a:p>
            <a:pPr marL="342900" indent="-342900">
              <a:buSzPct val="100000"/>
              <a:buChar char="•"/>
            </a:pPr>
            <a:r>
              <a:rPr lang="en-US" sz="1150"/>
              <a:t>Improve SDR logging code to make more user friendly for data processing</a:t>
            </a:r>
          </a:p>
          <a:p>
            <a:pPr marL="342900" indent="-342900">
              <a:buSzPct val="100000"/>
              <a:buChar char="•"/>
            </a:pPr>
            <a:endParaRPr lang="en-US" sz="1150"/>
          </a:p>
          <a:p>
            <a:pPr marL="342900" indent="-342900">
              <a:buSzPct val="100000"/>
              <a:buChar char="•"/>
            </a:pPr>
            <a:r>
              <a:rPr lang="en-US" sz="1150"/>
              <a:t>Begin antenna comparison/characterization</a:t>
            </a:r>
          </a:p>
        </p:txBody>
      </p:sp>
      <p:sp>
        <p:nvSpPr>
          <p:cNvPr id="21" name="Shape 19">
            <a:extLst>
              <a:ext uri="{FF2B5EF4-FFF2-40B4-BE49-F238E27FC236}">
                <a16:creationId xmlns:a16="http://schemas.microsoft.com/office/drawing/2014/main" id="{2D04D8B0-3FE6-A863-1FFB-6A8506E630EF}"/>
              </a:ext>
            </a:extLst>
          </p:cNvPr>
          <p:cNvSpPr/>
          <p:nvPr/>
        </p:nvSpPr>
        <p:spPr>
          <a:xfrm>
            <a:off x="4535423" y="2119021"/>
            <a:ext cx="193041" cy="2768261"/>
          </a:xfrm>
          <a:prstGeom prst="rect">
            <a:avLst/>
          </a:prstGeom>
          <a:solidFill>
            <a:srgbClr val="D8E4ED"/>
          </a:solidFill>
          <a:ln w="12700">
            <a:solidFill>
              <a:srgbClr val="D8E4ED"/>
            </a:solidFill>
            <a:prstDash val="solid"/>
          </a:ln>
        </p:spPr>
        <p:txBody>
          <a:bodyPr/>
          <a:lstStyle/>
          <a:p>
            <a:endParaRPr lang="en-US"/>
          </a:p>
        </p:txBody>
      </p:sp>
      <p:sp>
        <p:nvSpPr>
          <p:cNvPr id="22" name="Text 20">
            <a:extLst>
              <a:ext uri="{FF2B5EF4-FFF2-40B4-BE49-F238E27FC236}">
                <a16:creationId xmlns:a16="http://schemas.microsoft.com/office/drawing/2014/main" id="{84EA4B60-E22D-6F56-3E16-62A7B50A8227}"/>
              </a:ext>
            </a:extLst>
          </p:cNvPr>
          <p:cNvSpPr txBox="1"/>
          <p:nvPr/>
        </p:nvSpPr>
        <p:spPr>
          <a:xfrm>
            <a:off x="4462272" y="3374489"/>
            <a:ext cx="329184" cy="329184"/>
          </a:xfrm>
          <a:prstGeom prst="rect">
            <a:avLst/>
          </a:prstGeom>
          <a:noFill/>
          <a:ln/>
        </p:spPr>
        <p:txBody>
          <a:bodyPr wrap="square" lIns="0" tIns="0" rIns="0" bIns="0" rtlCol="0" anchor="ctr"/>
          <a:lstStyle/>
          <a:p>
            <a:pPr marL="0" indent="0" algn="ctr">
              <a:buNone/>
            </a:pPr>
            <a:r>
              <a:rPr lang="en-US" sz="1000" b="1">
                <a:solidFill>
                  <a:srgbClr val="8BA4B8"/>
                </a:solidFill>
                <a:latin typeface="Calibri" pitchFamily="34" charset="0"/>
                <a:ea typeface="Calibri" pitchFamily="34" charset="-122"/>
                <a:cs typeface="Calibri" pitchFamily="34" charset="-120"/>
              </a:rPr>
              <a:t>&amp;</a:t>
            </a:r>
            <a:endParaRPr lang="en-US" sz="1000"/>
          </a:p>
        </p:txBody>
      </p:sp>
      <p:sp>
        <p:nvSpPr>
          <p:cNvPr id="23" name="Shape 21">
            <a:extLst>
              <a:ext uri="{FF2B5EF4-FFF2-40B4-BE49-F238E27FC236}">
                <a16:creationId xmlns:a16="http://schemas.microsoft.com/office/drawing/2014/main" id="{827277DE-C276-3CC9-0AE7-BFE5A2558D32}"/>
              </a:ext>
            </a:extLst>
          </p:cNvPr>
          <p:cNvSpPr/>
          <p:nvPr/>
        </p:nvSpPr>
        <p:spPr>
          <a:xfrm>
            <a:off x="0" y="4956048"/>
            <a:ext cx="9144000" cy="187452"/>
          </a:xfrm>
          <a:prstGeom prst="rect">
            <a:avLst/>
          </a:prstGeom>
          <a:solidFill>
            <a:srgbClr val="0D2340"/>
          </a:solidFill>
          <a:ln w="12700">
            <a:solidFill>
              <a:srgbClr val="0D2340"/>
            </a:solidFill>
            <a:prstDash val="solid"/>
          </a:ln>
        </p:spPr>
        <p:txBody>
          <a:bodyPr/>
          <a:lstStyle/>
          <a:p>
            <a:endParaRPr lang="en-US"/>
          </a:p>
        </p:txBody>
      </p:sp>
      <p:sp>
        <p:nvSpPr>
          <p:cNvPr id="24" name="Text 22">
            <a:extLst>
              <a:ext uri="{FF2B5EF4-FFF2-40B4-BE49-F238E27FC236}">
                <a16:creationId xmlns:a16="http://schemas.microsoft.com/office/drawing/2014/main" id="{420821A8-2BE5-61FB-0D97-2A9BC4F93480}"/>
              </a:ext>
            </a:extLst>
          </p:cNvPr>
          <p:cNvSpPr txBox="1"/>
          <p:nvPr/>
        </p:nvSpPr>
        <p:spPr>
          <a:xfrm>
            <a:off x="137160" y="4965192"/>
            <a:ext cx="3657600" cy="164592"/>
          </a:xfrm>
          <a:prstGeom prst="rect">
            <a:avLst/>
          </a:prstGeom>
          <a:noFill/>
          <a:ln/>
        </p:spPr>
        <p:txBody>
          <a:bodyPr wrap="square" lIns="0" tIns="0" rIns="0" bIns="0" rtlCol="0" anchor="ctr"/>
          <a:lstStyle/>
          <a:p>
            <a:pPr marL="0" indent="0">
              <a:buNone/>
            </a:pPr>
            <a:r>
              <a:rPr lang="en-US" sz="750">
                <a:solidFill>
                  <a:srgbClr val="CFB87C"/>
                </a:solidFill>
                <a:latin typeface="Calibri" pitchFamily="34" charset="0"/>
                <a:ea typeface="Calibri" pitchFamily="34" charset="-122"/>
                <a:cs typeface="Calibri" pitchFamily="34" charset="-120"/>
              </a:rPr>
              <a:t>HERON | UAS GNSS-R</a:t>
            </a:r>
            <a:endParaRPr lang="en-US" sz="750"/>
          </a:p>
        </p:txBody>
      </p:sp>
      <p:sp>
        <p:nvSpPr>
          <p:cNvPr id="25" name="Text 23">
            <a:extLst>
              <a:ext uri="{FF2B5EF4-FFF2-40B4-BE49-F238E27FC236}">
                <a16:creationId xmlns:a16="http://schemas.microsoft.com/office/drawing/2014/main" id="{98B7B3BE-D9AC-D426-1B68-6500A367D459}"/>
              </a:ext>
            </a:extLst>
          </p:cNvPr>
          <p:cNvSpPr txBox="1"/>
          <p:nvPr/>
        </p:nvSpPr>
        <p:spPr>
          <a:xfrm>
            <a:off x="5029200" y="4965192"/>
            <a:ext cx="3977640" cy="164592"/>
          </a:xfrm>
          <a:prstGeom prst="rect">
            <a:avLst/>
          </a:prstGeom>
          <a:noFill/>
          <a:ln/>
        </p:spPr>
        <p:txBody>
          <a:bodyPr wrap="square" lIns="0" tIns="0" rIns="0" bIns="0" rtlCol="0" anchor="ctr"/>
          <a:lstStyle/>
          <a:p>
            <a:pPr marL="0" indent="0" algn="r">
              <a:buNone/>
            </a:pPr>
            <a:r>
              <a:rPr lang="en-US" sz="750">
                <a:solidFill>
                  <a:srgbClr val="A8DDE2"/>
                </a:solidFill>
                <a:latin typeface="Calibri" pitchFamily="34" charset="0"/>
                <a:ea typeface="Calibri" pitchFamily="34" charset="-122"/>
                <a:cs typeface="Calibri" pitchFamily="34" charset="-120"/>
              </a:rPr>
              <a:t>Smead AES · CCAR · University of Colorado Boulder</a:t>
            </a:r>
            <a:endParaRPr lang="en-US" sz="750"/>
          </a:p>
        </p:txBody>
      </p:sp>
      <p:sp>
        <p:nvSpPr>
          <p:cNvPr id="12" name="Shape 3">
            <a:extLst>
              <a:ext uri="{FF2B5EF4-FFF2-40B4-BE49-F238E27FC236}">
                <a16:creationId xmlns:a16="http://schemas.microsoft.com/office/drawing/2014/main" id="{F09030EA-429B-490C-7B31-DF070A614C18}"/>
              </a:ext>
            </a:extLst>
          </p:cNvPr>
          <p:cNvSpPr/>
          <p:nvPr/>
        </p:nvSpPr>
        <p:spPr>
          <a:xfrm>
            <a:off x="261085" y="681753"/>
            <a:ext cx="8736611" cy="1310331"/>
          </a:xfrm>
          <a:prstGeom prst="rect">
            <a:avLst/>
          </a:prstGeom>
          <a:solidFill>
            <a:srgbClr val="FFFFFF"/>
          </a:solidFill>
          <a:ln w="19050">
            <a:solidFill>
              <a:srgbClr val="1B3A6B"/>
            </a:solidFill>
            <a:prstDash val="solid"/>
          </a:ln>
        </p:spPr>
        <p:txBody>
          <a:bodyPr/>
          <a:lstStyle/>
          <a:p>
            <a:endParaRPr lang="en-US"/>
          </a:p>
        </p:txBody>
      </p:sp>
      <p:sp>
        <p:nvSpPr>
          <p:cNvPr id="39" name="Shape 4">
            <a:extLst>
              <a:ext uri="{FF2B5EF4-FFF2-40B4-BE49-F238E27FC236}">
                <a16:creationId xmlns:a16="http://schemas.microsoft.com/office/drawing/2014/main" id="{B6E102FB-236D-F805-3ACC-CEE3F6C1969C}"/>
              </a:ext>
            </a:extLst>
          </p:cNvPr>
          <p:cNvSpPr/>
          <p:nvPr/>
        </p:nvSpPr>
        <p:spPr>
          <a:xfrm>
            <a:off x="266191" y="672267"/>
            <a:ext cx="8731505" cy="415353"/>
          </a:xfrm>
          <a:prstGeom prst="rect">
            <a:avLst/>
          </a:prstGeom>
          <a:solidFill>
            <a:srgbClr val="1B3A6B"/>
          </a:solidFill>
          <a:ln w="12700">
            <a:solidFill>
              <a:srgbClr val="1B3A6B"/>
            </a:solidFill>
            <a:prstDash val="solid"/>
          </a:ln>
        </p:spPr>
        <p:txBody>
          <a:bodyPr/>
          <a:lstStyle/>
          <a:p>
            <a:endParaRPr lang="en-US"/>
          </a:p>
        </p:txBody>
      </p:sp>
      <p:sp>
        <p:nvSpPr>
          <p:cNvPr id="10" name="Text 5">
            <a:extLst>
              <a:ext uri="{FF2B5EF4-FFF2-40B4-BE49-F238E27FC236}">
                <a16:creationId xmlns:a16="http://schemas.microsoft.com/office/drawing/2014/main" id="{A475DA26-0B75-1393-210A-4859615203C6}"/>
              </a:ext>
            </a:extLst>
          </p:cNvPr>
          <p:cNvSpPr txBox="1"/>
          <p:nvPr/>
        </p:nvSpPr>
        <p:spPr>
          <a:xfrm>
            <a:off x="2739109" y="663125"/>
            <a:ext cx="3749040" cy="457553"/>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Overall Objectives</a:t>
            </a:r>
            <a:endParaRPr lang="en-US" sz="1400"/>
          </a:p>
        </p:txBody>
      </p:sp>
      <p:sp>
        <p:nvSpPr>
          <p:cNvPr id="18" name="Text 6">
            <a:extLst>
              <a:ext uri="{FF2B5EF4-FFF2-40B4-BE49-F238E27FC236}">
                <a16:creationId xmlns:a16="http://schemas.microsoft.com/office/drawing/2014/main" id="{5C6B8214-E33A-F120-423E-F70E96749071}"/>
              </a:ext>
            </a:extLst>
          </p:cNvPr>
          <p:cNvSpPr txBox="1"/>
          <p:nvPr/>
        </p:nvSpPr>
        <p:spPr>
          <a:xfrm>
            <a:off x="407389" y="1202982"/>
            <a:ext cx="8572019" cy="706798"/>
          </a:xfrm>
          <a:prstGeom prst="rect">
            <a:avLst/>
          </a:prstGeom>
          <a:noFill/>
          <a:ln/>
        </p:spPr>
        <p:txBody>
          <a:bodyPr wrap="square" lIns="0" tIns="0" rIns="0" bIns="0" rtlCol="0" anchor="ctr"/>
          <a:lstStyle/>
          <a:p>
            <a:pPr marL="171450" indent="-171450">
              <a:buFont typeface="Arial"/>
              <a:buChar char="•"/>
            </a:pPr>
            <a:r>
              <a:rPr lang="en-US" sz="1150">
                <a:solidFill>
                  <a:srgbClr val="0D2340"/>
                </a:solidFill>
                <a:ea typeface="Calibri" panose="020F0502020204030204"/>
                <a:cs typeface="Calibri" panose="020F0502020204030204"/>
              </a:rPr>
              <a:t>Finish URSI Abstract Submission (internal deadline Thursday for draft)</a:t>
            </a:r>
          </a:p>
          <a:p>
            <a:pPr marL="171450" indent="-171450">
              <a:buFont typeface="Arial"/>
              <a:buChar char="•"/>
            </a:pPr>
            <a:r>
              <a:rPr lang="en-US" sz="1150">
                <a:solidFill>
                  <a:srgbClr val="0D2340"/>
                </a:solidFill>
                <a:ea typeface="Calibri" panose="020F0502020204030204"/>
                <a:cs typeface="Calibri" panose="020F0502020204030204"/>
              </a:rPr>
              <a:t>Add finalized semester review Presentations to calendar</a:t>
            </a:r>
          </a:p>
          <a:p>
            <a:pPr marL="171450" indent="-171450">
              <a:buFont typeface="Arial,Sans-Serif"/>
              <a:buChar char="•"/>
            </a:pPr>
            <a:r>
              <a:rPr lang="en-US" sz="1200">
                <a:solidFill>
                  <a:srgbClr val="0D2340"/>
                </a:solidFill>
                <a:ea typeface="Calibri" panose="020F0502020204030204"/>
                <a:cs typeface="Calibri" panose="020F0502020204030204"/>
              </a:rPr>
              <a:t>Determine if we have CAD drawing file from SURGE &amp; update system block diagram</a:t>
            </a:r>
          </a:p>
          <a:p>
            <a:endParaRPr lang="en-US" sz="1150">
              <a:solidFill>
                <a:srgbClr val="0D2340"/>
              </a:solidFill>
              <a:ea typeface="Calibri" panose="020F0502020204030204"/>
              <a:cs typeface="Calibri" panose="020F0502020204030204"/>
            </a:endParaRPr>
          </a:p>
        </p:txBody>
      </p:sp>
      <p:sp>
        <p:nvSpPr>
          <p:cNvPr id="11" name="Shape 4">
            <a:extLst>
              <a:ext uri="{FF2B5EF4-FFF2-40B4-BE49-F238E27FC236}">
                <a16:creationId xmlns:a16="http://schemas.microsoft.com/office/drawing/2014/main" id="{E35EBA04-1F3F-6D54-D538-0385715CA842}"/>
              </a:ext>
            </a:extLst>
          </p:cNvPr>
          <p:cNvSpPr/>
          <p:nvPr/>
        </p:nvSpPr>
        <p:spPr>
          <a:xfrm>
            <a:off x="262841" y="2135814"/>
            <a:ext cx="4114800" cy="575733"/>
          </a:xfrm>
          <a:prstGeom prst="rect">
            <a:avLst/>
          </a:prstGeom>
          <a:solidFill>
            <a:srgbClr val="1A7A9A"/>
          </a:solidFill>
          <a:ln w="12700">
            <a:solidFill>
              <a:srgbClr val="1A7A9A"/>
            </a:solidFill>
            <a:prstDash val="solid"/>
          </a:ln>
        </p:spPr>
        <p:txBody>
          <a:bodyPr/>
          <a:lstStyle/>
          <a:p>
            <a:endParaRPr lang="en-US"/>
          </a:p>
        </p:txBody>
      </p:sp>
      <p:sp>
        <p:nvSpPr>
          <p:cNvPr id="19" name="Text 5">
            <a:extLst>
              <a:ext uri="{FF2B5EF4-FFF2-40B4-BE49-F238E27FC236}">
                <a16:creationId xmlns:a16="http://schemas.microsoft.com/office/drawing/2014/main" id="{E99C03D9-5B48-DA32-DEF7-BDE2373E6E00}"/>
              </a:ext>
            </a:extLst>
          </p:cNvPr>
          <p:cNvSpPr txBox="1"/>
          <p:nvPr/>
        </p:nvSpPr>
        <p:spPr>
          <a:xfrm>
            <a:off x="413256" y="2167357"/>
            <a:ext cx="3749040" cy="457553"/>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UAV Hardware &amp; Flight Planning  </a:t>
            </a:r>
            <a:endParaRPr lang="en-US" sz="1400"/>
          </a:p>
        </p:txBody>
      </p:sp>
    </p:spTree>
    <p:extLst>
      <p:ext uri="{BB962C8B-B14F-4D97-AF65-F5344CB8AC3E}">
        <p14:creationId xmlns:p14="http://schemas.microsoft.com/office/powerpoint/2010/main" val="27766638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2340"/>
          </a:solidFill>
          <a:ln w="12700">
            <a:solidFill>
              <a:srgbClr val="0D2340"/>
            </a:solidFill>
            <a:prstDash val="solid"/>
          </a:ln>
        </p:spPr>
        <p:txBody>
          <a:bodyPr/>
          <a:lstStyle/>
          <a:p>
            <a:endParaRPr lang="en-US"/>
          </a:p>
        </p:txBody>
      </p:sp>
      <p:sp>
        <p:nvSpPr>
          <p:cNvPr id="3" name="Shape 1"/>
          <p:cNvSpPr/>
          <p:nvPr/>
        </p:nvSpPr>
        <p:spPr>
          <a:xfrm>
            <a:off x="0" y="0"/>
            <a:ext cx="164592" cy="5143500"/>
          </a:xfrm>
          <a:prstGeom prst="rect">
            <a:avLst/>
          </a:prstGeom>
          <a:solidFill>
            <a:srgbClr val="3ABFC8"/>
          </a:solidFill>
          <a:ln w="12700">
            <a:solidFill>
              <a:srgbClr val="3ABFC8"/>
            </a:solidFill>
            <a:prstDash val="solid"/>
          </a:ln>
        </p:spPr>
        <p:txBody>
          <a:bodyPr/>
          <a:lstStyle/>
          <a:p>
            <a:endParaRPr lang="en-US"/>
          </a:p>
        </p:txBody>
      </p:sp>
      <p:sp>
        <p:nvSpPr>
          <p:cNvPr id="4" name="Shape 2"/>
          <p:cNvSpPr/>
          <p:nvPr/>
        </p:nvSpPr>
        <p:spPr>
          <a:xfrm>
            <a:off x="164592" y="4754880"/>
            <a:ext cx="8979408" cy="388620"/>
          </a:xfrm>
          <a:prstGeom prst="rect">
            <a:avLst/>
          </a:prstGeom>
          <a:solidFill>
            <a:srgbClr val="CFB87C"/>
          </a:solidFill>
          <a:ln w="12700">
            <a:solidFill>
              <a:srgbClr val="CFB87C"/>
            </a:solidFill>
            <a:prstDash val="solid"/>
          </a:ln>
        </p:spPr>
        <p:txBody>
          <a:bodyPr/>
          <a:lstStyle/>
          <a:p>
            <a:endParaRPr lang="en-US"/>
          </a:p>
        </p:txBody>
      </p:sp>
      <p:sp>
        <p:nvSpPr>
          <p:cNvPr id="5" name="Shape 3"/>
          <p:cNvSpPr/>
          <p:nvPr/>
        </p:nvSpPr>
        <p:spPr>
          <a:xfrm>
            <a:off x="5943600" y="1371600"/>
            <a:ext cx="3657600" cy="3657600"/>
          </a:xfrm>
          <a:prstGeom prst="ellipse">
            <a:avLst/>
          </a:prstGeom>
          <a:solidFill>
            <a:srgbClr val="1A7A9A">
              <a:alpha val="12000"/>
            </a:srgbClr>
          </a:solidFill>
          <a:ln w="19050">
            <a:solidFill>
              <a:srgbClr val="1A7A9A"/>
            </a:solidFill>
            <a:prstDash val="solid"/>
          </a:ln>
        </p:spPr>
        <p:txBody>
          <a:bodyPr/>
          <a:lstStyle/>
          <a:p>
            <a:endParaRPr lang="en-US"/>
          </a:p>
        </p:txBody>
      </p:sp>
      <p:sp>
        <p:nvSpPr>
          <p:cNvPr id="6" name="Shape 4"/>
          <p:cNvSpPr/>
          <p:nvPr/>
        </p:nvSpPr>
        <p:spPr>
          <a:xfrm>
            <a:off x="6400800" y="1828800"/>
            <a:ext cx="2743200" cy="2743200"/>
          </a:xfrm>
          <a:prstGeom prst="ellipse">
            <a:avLst/>
          </a:prstGeom>
          <a:solidFill>
            <a:srgbClr val="3ABFC8">
              <a:alpha val="10000"/>
            </a:srgbClr>
          </a:solidFill>
          <a:ln w="12700">
            <a:solidFill>
              <a:srgbClr val="3ABFC8"/>
            </a:solidFill>
            <a:prstDash val="solid"/>
          </a:ln>
        </p:spPr>
        <p:txBody>
          <a:bodyPr/>
          <a:lstStyle/>
          <a:p>
            <a:endParaRPr lang="en-US"/>
          </a:p>
        </p:txBody>
      </p:sp>
      <p:sp>
        <p:nvSpPr>
          <p:cNvPr id="7" name="Text 5"/>
          <p:cNvSpPr txBox="1"/>
          <p:nvPr/>
        </p:nvSpPr>
        <p:spPr>
          <a:xfrm>
            <a:off x="457200" y="731520"/>
            <a:ext cx="5486400" cy="1005840"/>
          </a:xfrm>
          <a:prstGeom prst="rect">
            <a:avLst/>
          </a:prstGeom>
          <a:noFill/>
          <a:ln/>
        </p:spPr>
        <p:txBody>
          <a:bodyPr wrap="square" lIns="0" tIns="0" rIns="0" bIns="0" rtlCol="0" anchor="ctr"/>
          <a:lstStyle/>
          <a:p>
            <a:pPr marL="0" indent="0">
              <a:buNone/>
            </a:pPr>
            <a:r>
              <a:rPr lang="en-US" sz="5200" b="1">
                <a:solidFill>
                  <a:srgbClr val="FFFFFF"/>
                </a:solidFill>
                <a:latin typeface="Calibri" pitchFamily="34" charset="0"/>
                <a:ea typeface="Calibri" pitchFamily="34" charset="-122"/>
                <a:cs typeface="Calibri" pitchFamily="34" charset="-120"/>
              </a:rPr>
              <a:t>Questions?</a:t>
            </a:r>
            <a:endParaRPr lang="en-US" sz="5200"/>
          </a:p>
        </p:txBody>
      </p:sp>
      <p:sp>
        <p:nvSpPr>
          <p:cNvPr id="8" name="Shape 6"/>
          <p:cNvSpPr/>
          <p:nvPr/>
        </p:nvSpPr>
        <p:spPr>
          <a:xfrm>
            <a:off x="457200" y="1783080"/>
            <a:ext cx="4114800" cy="36576"/>
          </a:xfrm>
          <a:prstGeom prst="rect">
            <a:avLst/>
          </a:prstGeom>
          <a:solidFill>
            <a:srgbClr val="CFB87C"/>
          </a:solidFill>
          <a:ln w="12700">
            <a:solidFill>
              <a:srgbClr val="CFB87C"/>
            </a:solidFill>
            <a:prstDash val="solid"/>
          </a:ln>
        </p:spPr>
        <p:txBody>
          <a:bodyPr/>
          <a:lstStyle/>
          <a:p>
            <a:endParaRPr lang="en-US"/>
          </a:p>
        </p:txBody>
      </p:sp>
      <p:sp>
        <p:nvSpPr>
          <p:cNvPr id="9" name="Text 7"/>
          <p:cNvSpPr txBox="1"/>
          <p:nvPr/>
        </p:nvSpPr>
        <p:spPr>
          <a:xfrm>
            <a:off x="457200" y="1920240"/>
            <a:ext cx="5486400" cy="457200"/>
          </a:xfrm>
          <a:prstGeom prst="rect">
            <a:avLst/>
          </a:prstGeom>
          <a:noFill/>
          <a:ln/>
        </p:spPr>
        <p:txBody>
          <a:bodyPr wrap="square" lIns="0" tIns="0" rIns="0" bIns="0" rtlCol="0" anchor="ctr"/>
          <a:lstStyle/>
          <a:p>
            <a:pPr marL="0" indent="0">
              <a:buNone/>
            </a:pPr>
            <a:r>
              <a:rPr lang="en-US" sz="2000">
                <a:solidFill>
                  <a:srgbClr val="3ABFC8"/>
                </a:solidFill>
                <a:latin typeface="Calibri" pitchFamily="34" charset="0"/>
                <a:ea typeface="Calibri" pitchFamily="34" charset="-122"/>
                <a:cs typeface="Calibri" pitchFamily="34" charset="-120"/>
              </a:rPr>
              <a:t>Questions &amp; Discussion</a:t>
            </a:r>
            <a:endParaRPr lang="en-US" sz="2000"/>
          </a:p>
        </p:txBody>
      </p:sp>
      <p:sp>
        <p:nvSpPr>
          <p:cNvPr id="15" name="Text 13"/>
          <p:cNvSpPr txBox="1"/>
          <p:nvPr/>
        </p:nvSpPr>
        <p:spPr>
          <a:xfrm>
            <a:off x="457200" y="4773168"/>
            <a:ext cx="7315200" cy="182880"/>
          </a:xfrm>
          <a:prstGeom prst="rect">
            <a:avLst/>
          </a:prstGeom>
          <a:noFill/>
          <a:ln/>
        </p:spPr>
        <p:txBody>
          <a:bodyPr wrap="square" lIns="0" tIns="0" rIns="0" bIns="0" rtlCol="0" anchor="ctr"/>
          <a:lstStyle/>
          <a:p>
            <a:pPr marL="0" indent="0">
              <a:buNone/>
            </a:pPr>
            <a:r>
              <a:rPr lang="en-US" sz="850" b="1">
                <a:solidFill>
                  <a:srgbClr val="0D2340"/>
                </a:solidFill>
                <a:latin typeface="Calibri" pitchFamily="34" charset="0"/>
                <a:ea typeface="Calibri" pitchFamily="34" charset="-122"/>
                <a:cs typeface="Calibri" pitchFamily="34" charset="-120"/>
              </a:rPr>
              <a:t>University of Colorado Boulder  ·  Center for Astrodynamics Research  ·  HERON Project</a:t>
            </a:r>
            <a:endParaRPr lang="en-US" sz="850"/>
          </a:p>
        </p:txBody>
      </p:sp>
      <p:pic>
        <p:nvPicPr>
          <p:cNvPr id="17" name="Picture 16" descr="A logo of a satellite and a bird&#10;&#10;AI-generated content may be incorrect.">
            <a:extLst>
              <a:ext uri="{FF2B5EF4-FFF2-40B4-BE49-F238E27FC236}">
                <a16:creationId xmlns:a16="http://schemas.microsoft.com/office/drawing/2014/main" id="{754E1EBA-0DFA-F651-96BE-2269BA52487B}"/>
              </a:ext>
            </a:extLst>
          </p:cNvPr>
          <p:cNvPicPr>
            <a:picLocks noChangeAspect="1"/>
          </p:cNvPicPr>
          <p:nvPr/>
        </p:nvPicPr>
        <p:blipFill>
          <a:blip r:embed="rId3"/>
          <a:srcRect t="14400" r="3" b="2102"/>
          <a:stretch>
            <a:fillRect/>
          </a:stretch>
        </p:blipFill>
        <p:spPr>
          <a:xfrm>
            <a:off x="5764953" y="2278271"/>
            <a:ext cx="4031828" cy="223880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AEA45-EAB1-F569-29DF-D751852F837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173218C-BB6B-62D9-0ED2-1C3B156856C9}"/>
              </a:ext>
            </a:extLst>
          </p:cNvPr>
          <p:cNvSpPr/>
          <p:nvPr/>
        </p:nvSpPr>
        <p:spPr>
          <a:xfrm>
            <a:off x="-18288" y="-73152"/>
            <a:ext cx="9144000" cy="5143500"/>
          </a:xfrm>
          <a:prstGeom prst="rect">
            <a:avLst/>
          </a:prstGeom>
          <a:solidFill>
            <a:srgbClr val="F2F7FA"/>
          </a:solidFill>
          <a:ln w="12700">
            <a:solidFill>
              <a:srgbClr val="F2F7FA"/>
            </a:solidFill>
            <a:prstDash val="solid"/>
          </a:ln>
        </p:spPr>
        <p:txBody>
          <a:bodyPr/>
          <a:lstStyle/>
          <a:p>
            <a:endParaRPr lang="en-US"/>
          </a:p>
        </p:txBody>
      </p:sp>
      <p:sp>
        <p:nvSpPr>
          <p:cNvPr id="3" name="Shape 1">
            <a:extLst>
              <a:ext uri="{FF2B5EF4-FFF2-40B4-BE49-F238E27FC236}">
                <a16:creationId xmlns:a16="http://schemas.microsoft.com/office/drawing/2014/main" id="{3CA7899D-F1FA-20B2-B650-E7956D0E5F22}"/>
              </a:ext>
            </a:extLst>
          </p:cNvPr>
          <p:cNvSpPr/>
          <p:nvPr/>
        </p:nvSpPr>
        <p:spPr>
          <a:xfrm>
            <a:off x="0" y="0"/>
            <a:ext cx="9144000" cy="594360"/>
          </a:xfrm>
          <a:prstGeom prst="rect">
            <a:avLst/>
          </a:prstGeom>
          <a:solidFill>
            <a:srgbClr val="1B3A6B"/>
          </a:solidFill>
          <a:ln w="12700">
            <a:solidFill>
              <a:srgbClr val="1B3A6B"/>
            </a:solidFill>
            <a:prstDash val="solid"/>
          </a:ln>
        </p:spPr>
        <p:txBody>
          <a:bodyPr/>
          <a:lstStyle/>
          <a:p>
            <a:endParaRPr lang="en-US"/>
          </a:p>
        </p:txBody>
      </p:sp>
      <p:sp>
        <p:nvSpPr>
          <p:cNvPr id="4" name="Text 2">
            <a:extLst>
              <a:ext uri="{FF2B5EF4-FFF2-40B4-BE49-F238E27FC236}">
                <a16:creationId xmlns:a16="http://schemas.microsoft.com/office/drawing/2014/main" id="{05336204-B9AF-DC89-47C3-A0CF64711C19}"/>
              </a:ext>
            </a:extLst>
          </p:cNvPr>
          <p:cNvSpPr txBox="1"/>
          <p:nvPr/>
        </p:nvSpPr>
        <p:spPr>
          <a:xfrm>
            <a:off x="256032" y="73152"/>
            <a:ext cx="8229600" cy="457200"/>
          </a:xfrm>
          <a:prstGeom prst="rect">
            <a:avLst/>
          </a:prstGeom>
          <a:noFill/>
          <a:ln/>
        </p:spPr>
        <p:txBody>
          <a:bodyPr wrap="square" lIns="0" tIns="0" rIns="0" bIns="0" rtlCol="0" anchor="ctr"/>
          <a:lstStyle/>
          <a:p>
            <a:pPr marL="0" indent="0">
              <a:buNone/>
            </a:pPr>
            <a:r>
              <a:rPr lang="en-US" sz="2600" b="1">
                <a:solidFill>
                  <a:srgbClr val="FFFFFF"/>
                </a:solidFill>
                <a:latin typeface="Calibri" pitchFamily="34" charset="0"/>
                <a:ea typeface="Calibri" pitchFamily="34" charset="-122"/>
                <a:cs typeface="Calibri" pitchFamily="34" charset="-120"/>
              </a:rPr>
              <a:t>Project Goals</a:t>
            </a:r>
            <a:endParaRPr lang="en-US" sz="2600"/>
          </a:p>
        </p:txBody>
      </p:sp>
      <p:sp>
        <p:nvSpPr>
          <p:cNvPr id="5" name="Shape 3">
            <a:extLst>
              <a:ext uri="{FF2B5EF4-FFF2-40B4-BE49-F238E27FC236}">
                <a16:creationId xmlns:a16="http://schemas.microsoft.com/office/drawing/2014/main" id="{57BCBF06-8AB7-1C55-07D7-072170FA1A5A}"/>
              </a:ext>
            </a:extLst>
          </p:cNvPr>
          <p:cNvSpPr/>
          <p:nvPr/>
        </p:nvSpPr>
        <p:spPr>
          <a:xfrm>
            <a:off x="201168" y="713232"/>
            <a:ext cx="4114800" cy="2768261"/>
          </a:xfrm>
          <a:prstGeom prst="rect">
            <a:avLst/>
          </a:prstGeom>
          <a:solidFill>
            <a:srgbClr val="FFFFFF"/>
          </a:solidFill>
          <a:ln w="19050">
            <a:solidFill>
              <a:srgbClr val="1A7A9A"/>
            </a:solidFill>
            <a:prstDash val="solid"/>
          </a:ln>
        </p:spPr>
        <p:txBody>
          <a:bodyPr/>
          <a:lstStyle/>
          <a:p>
            <a:endParaRPr lang="en-US"/>
          </a:p>
        </p:txBody>
      </p:sp>
      <p:sp>
        <p:nvSpPr>
          <p:cNvPr id="6" name="Shape 4">
            <a:extLst>
              <a:ext uri="{FF2B5EF4-FFF2-40B4-BE49-F238E27FC236}">
                <a16:creationId xmlns:a16="http://schemas.microsoft.com/office/drawing/2014/main" id="{3BE0EF19-B811-5F2A-2333-69C6F96C119B}"/>
              </a:ext>
            </a:extLst>
          </p:cNvPr>
          <p:cNvSpPr/>
          <p:nvPr/>
        </p:nvSpPr>
        <p:spPr>
          <a:xfrm>
            <a:off x="201168" y="713231"/>
            <a:ext cx="4114800" cy="575733"/>
          </a:xfrm>
          <a:prstGeom prst="rect">
            <a:avLst/>
          </a:prstGeom>
          <a:solidFill>
            <a:srgbClr val="1A7A9A"/>
          </a:solidFill>
          <a:ln w="12700">
            <a:solidFill>
              <a:srgbClr val="1A7A9A"/>
            </a:solidFill>
            <a:prstDash val="solid"/>
          </a:ln>
        </p:spPr>
        <p:txBody>
          <a:bodyPr/>
          <a:lstStyle/>
          <a:p>
            <a:endParaRPr lang="en-US"/>
          </a:p>
        </p:txBody>
      </p:sp>
      <p:sp>
        <p:nvSpPr>
          <p:cNvPr id="7" name="Text 5">
            <a:extLst>
              <a:ext uri="{FF2B5EF4-FFF2-40B4-BE49-F238E27FC236}">
                <a16:creationId xmlns:a16="http://schemas.microsoft.com/office/drawing/2014/main" id="{2D223B32-D5BA-A312-BF3F-131467558874}"/>
              </a:ext>
            </a:extLst>
          </p:cNvPr>
          <p:cNvSpPr txBox="1"/>
          <p:nvPr/>
        </p:nvSpPr>
        <p:spPr>
          <a:xfrm>
            <a:off x="347472" y="740663"/>
            <a:ext cx="3749040" cy="457553"/>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UAV Hardware &amp; Flight Planning  </a:t>
            </a:r>
            <a:endParaRPr lang="en-US" sz="1400"/>
          </a:p>
        </p:txBody>
      </p:sp>
      <p:sp>
        <p:nvSpPr>
          <p:cNvPr id="8" name="Text 6">
            <a:extLst>
              <a:ext uri="{FF2B5EF4-FFF2-40B4-BE49-F238E27FC236}">
                <a16:creationId xmlns:a16="http://schemas.microsoft.com/office/drawing/2014/main" id="{ED2068CF-4E01-CA53-5409-997F48B7D6F6}"/>
              </a:ext>
            </a:extLst>
          </p:cNvPr>
          <p:cNvSpPr txBox="1"/>
          <p:nvPr/>
        </p:nvSpPr>
        <p:spPr>
          <a:xfrm>
            <a:off x="347472" y="1398693"/>
            <a:ext cx="3749040" cy="1903307"/>
          </a:xfrm>
          <a:prstGeom prst="rect">
            <a:avLst/>
          </a:prstGeom>
          <a:noFill/>
          <a:ln/>
        </p:spPr>
        <p:txBody>
          <a:bodyPr wrap="square" lIns="0" tIns="0" rIns="0" bIns="0" rtlCol="0" anchor="ctr"/>
          <a:lstStyle/>
          <a:p>
            <a:pPr marL="171450" indent="-171450">
              <a:buFont typeface="Arial"/>
              <a:buChar char="•"/>
            </a:pPr>
            <a:r>
              <a:rPr lang="en-US" sz="1150">
                <a:solidFill>
                  <a:srgbClr val="0D2340"/>
                </a:solidFill>
                <a:ea typeface="+mn-lt"/>
                <a:cs typeface="+mn-lt"/>
              </a:rPr>
              <a:t>Update and validate the existing UAS, payload integration, ground control system, and communications links</a:t>
            </a:r>
          </a:p>
          <a:p>
            <a:pPr marL="171450" indent="-171450">
              <a:buFont typeface="Arial"/>
              <a:buChar char="•"/>
            </a:pPr>
            <a:r>
              <a:rPr lang="en-US" sz="1150">
                <a:solidFill>
                  <a:srgbClr val="0D2340"/>
                </a:solidFill>
                <a:ea typeface="+mn-lt"/>
                <a:cs typeface="+mn-lt"/>
              </a:rPr>
              <a:t>Complete FAA and CU Flight Ops approvals, safety documentation, and operational checklists</a:t>
            </a:r>
          </a:p>
          <a:p>
            <a:pPr marL="171450" indent="-171450">
              <a:buFont typeface="Arial"/>
              <a:buChar char="•"/>
            </a:pPr>
            <a:endParaRPr lang="en-US" sz="1150">
              <a:solidFill>
                <a:srgbClr val="0D2340"/>
              </a:solidFill>
              <a:ea typeface="+mn-lt"/>
              <a:cs typeface="+mn-lt"/>
            </a:endParaRPr>
          </a:p>
          <a:p>
            <a:pPr marL="171450" indent="-171450">
              <a:buFont typeface="Arial"/>
              <a:buChar char="•"/>
            </a:pPr>
            <a:r>
              <a:rPr lang="en-US" sz="1150">
                <a:solidFill>
                  <a:srgbClr val="0D2340"/>
                </a:solidFill>
                <a:ea typeface="+mn-lt"/>
                <a:cs typeface="+mn-lt"/>
              </a:rPr>
              <a:t>Develop GNSS-R survey missions and software to translate satellite geometry and water body targets into executable flight plans</a:t>
            </a:r>
          </a:p>
          <a:p>
            <a:pPr marL="171450" indent="-171450">
              <a:buFont typeface="Arial"/>
              <a:buChar char="•"/>
            </a:pPr>
            <a:r>
              <a:rPr lang="en-US" sz="1150">
                <a:solidFill>
                  <a:srgbClr val="0D2340"/>
                </a:solidFill>
                <a:ea typeface="+mn-lt"/>
                <a:cs typeface="+mn-lt"/>
              </a:rPr>
              <a:t>Collect GNSS-R, trajectory, telemetry, and imagery data during field tests</a:t>
            </a:r>
            <a:endParaRPr lang="en-US" sz="1150">
              <a:solidFill>
                <a:srgbClr val="0D2340"/>
              </a:solidFill>
              <a:ea typeface="Calibri" panose="020F0502020204030204"/>
              <a:cs typeface="Calibri" panose="020F0502020204030204"/>
            </a:endParaRPr>
          </a:p>
        </p:txBody>
      </p:sp>
      <p:sp>
        <p:nvSpPr>
          <p:cNvPr id="13" name="Shape 11">
            <a:extLst>
              <a:ext uri="{FF2B5EF4-FFF2-40B4-BE49-F238E27FC236}">
                <a16:creationId xmlns:a16="http://schemas.microsoft.com/office/drawing/2014/main" id="{C221CA19-1B33-5899-2C79-828F775228FD}"/>
              </a:ext>
            </a:extLst>
          </p:cNvPr>
          <p:cNvSpPr/>
          <p:nvPr/>
        </p:nvSpPr>
        <p:spPr>
          <a:xfrm>
            <a:off x="4828032" y="713232"/>
            <a:ext cx="4114800" cy="2768261"/>
          </a:xfrm>
          <a:prstGeom prst="rect">
            <a:avLst/>
          </a:prstGeom>
          <a:solidFill>
            <a:srgbClr val="FFFFFF"/>
          </a:solidFill>
          <a:ln w="19050">
            <a:solidFill>
              <a:srgbClr val="CFB87C"/>
            </a:solidFill>
            <a:prstDash val="solid"/>
          </a:ln>
        </p:spPr>
        <p:txBody>
          <a:bodyPr/>
          <a:lstStyle/>
          <a:p>
            <a:endParaRPr lang="en-US"/>
          </a:p>
        </p:txBody>
      </p:sp>
      <p:sp>
        <p:nvSpPr>
          <p:cNvPr id="14" name="Shape 12">
            <a:extLst>
              <a:ext uri="{FF2B5EF4-FFF2-40B4-BE49-F238E27FC236}">
                <a16:creationId xmlns:a16="http://schemas.microsoft.com/office/drawing/2014/main" id="{6365B8EE-5DD2-B32D-EFE8-E3BCD2E62112}"/>
              </a:ext>
            </a:extLst>
          </p:cNvPr>
          <p:cNvSpPr/>
          <p:nvPr/>
        </p:nvSpPr>
        <p:spPr>
          <a:xfrm>
            <a:off x="4828032" y="713232"/>
            <a:ext cx="4114800" cy="594360"/>
          </a:xfrm>
          <a:prstGeom prst="rect">
            <a:avLst/>
          </a:prstGeom>
          <a:solidFill>
            <a:srgbClr val="B09040"/>
          </a:solidFill>
          <a:ln w="12700">
            <a:solidFill>
              <a:srgbClr val="B09040"/>
            </a:solidFill>
            <a:prstDash val="solid"/>
          </a:ln>
        </p:spPr>
        <p:txBody>
          <a:bodyPr/>
          <a:lstStyle/>
          <a:p>
            <a:endParaRPr lang="en-US"/>
          </a:p>
        </p:txBody>
      </p:sp>
      <p:sp>
        <p:nvSpPr>
          <p:cNvPr id="15" name="Text 13">
            <a:extLst>
              <a:ext uri="{FF2B5EF4-FFF2-40B4-BE49-F238E27FC236}">
                <a16:creationId xmlns:a16="http://schemas.microsoft.com/office/drawing/2014/main" id="{945DD3F7-E6A7-045E-F5AB-CFC921E4C293}"/>
              </a:ext>
            </a:extLst>
          </p:cNvPr>
          <p:cNvSpPr txBox="1"/>
          <p:nvPr/>
        </p:nvSpPr>
        <p:spPr>
          <a:xfrm>
            <a:off x="4974336" y="740663"/>
            <a:ext cx="3749040" cy="502243"/>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Software Defined Radio (SDR) &amp; Data Processing </a:t>
            </a:r>
            <a:endParaRPr lang="en-US" sz="1400"/>
          </a:p>
        </p:txBody>
      </p:sp>
      <p:sp>
        <p:nvSpPr>
          <p:cNvPr id="16" name="Text 14">
            <a:extLst>
              <a:ext uri="{FF2B5EF4-FFF2-40B4-BE49-F238E27FC236}">
                <a16:creationId xmlns:a16="http://schemas.microsoft.com/office/drawing/2014/main" id="{9976D0E2-7F91-D625-BFF8-409BA1E0CD53}"/>
              </a:ext>
            </a:extLst>
          </p:cNvPr>
          <p:cNvSpPr txBox="1"/>
          <p:nvPr/>
        </p:nvSpPr>
        <p:spPr>
          <a:xfrm>
            <a:off x="4974336" y="1398693"/>
            <a:ext cx="3749040" cy="1903308"/>
          </a:xfrm>
          <a:prstGeom prst="rect">
            <a:avLst/>
          </a:prstGeom>
          <a:noFill/>
          <a:ln/>
        </p:spPr>
        <p:txBody>
          <a:bodyPr wrap="square" lIns="0" tIns="0" rIns="0" bIns="0" rtlCol="0" anchor="ctr"/>
          <a:lstStyle/>
          <a:p>
            <a:pPr marL="342900" indent="-342900">
              <a:buSzPct val="100000"/>
              <a:buChar char="•"/>
            </a:pPr>
            <a:r>
              <a:rPr lang="en-US" sz="1150"/>
              <a:t>Characterize the science antenna(s) and validate the upgraded SDR payload data-flow architecture.</a:t>
            </a:r>
          </a:p>
          <a:p>
            <a:pPr marL="342900" indent="-342900">
              <a:buSzPct val="100000"/>
              <a:buChar char="•"/>
            </a:pPr>
            <a:r>
              <a:rPr lang="en-US" sz="1150"/>
              <a:t>Execute and verify raw Intermediate Frequency (IF) baseband data captures during field operations.</a:t>
            </a:r>
          </a:p>
          <a:p>
            <a:pPr marL="342900" indent="-342900">
              <a:buSzPct val="100000"/>
              <a:buChar char="•"/>
            </a:pPr>
            <a:endParaRPr lang="en-US" sz="1150"/>
          </a:p>
          <a:p>
            <a:pPr marL="342900" indent="-342900">
              <a:buSzPct val="100000"/>
              <a:buChar char="•"/>
            </a:pPr>
            <a:r>
              <a:rPr lang="en-US" sz="1150"/>
              <a:t>Continue to develop acquisition + tracking code to parse raw data and extract direct and reflected signals.</a:t>
            </a:r>
          </a:p>
          <a:p>
            <a:pPr marL="342900" indent="-342900">
              <a:buSzPct val="100000"/>
              <a:buChar char="•"/>
            </a:pPr>
            <a:r>
              <a:rPr lang="en-US" sz="1150"/>
              <a:t>Compute specular reflection points using UAV position solutions, GNSS satellite orbits, and surface topography.</a:t>
            </a:r>
          </a:p>
          <a:p>
            <a:pPr marL="342900" indent="-342900">
              <a:buSzPct val="100000"/>
              <a:buChar char="•"/>
            </a:pPr>
            <a:endParaRPr lang="en-US" sz="1150"/>
          </a:p>
        </p:txBody>
      </p:sp>
      <p:sp>
        <p:nvSpPr>
          <p:cNvPr id="21" name="Shape 19">
            <a:extLst>
              <a:ext uri="{FF2B5EF4-FFF2-40B4-BE49-F238E27FC236}">
                <a16:creationId xmlns:a16="http://schemas.microsoft.com/office/drawing/2014/main" id="{BAACD06D-10D5-0BDF-26E6-67C8BB88EDD5}"/>
              </a:ext>
            </a:extLst>
          </p:cNvPr>
          <p:cNvSpPr/>
          <p:nvPr/>
        </p:nvSpPr>
        <p:spPr>
          <a:xfrm>
            <a:off x="4480559" y="713231"/>
            <a:ext cx="193041" cy="2768261"/>
          </a:xfrm>
          <a:prstGeom prst="rect">
            <a:avLst/>
          </a:prstGeom>
          <a:solidFill>
            <a:srgbClr val="D8E4ED"/>
          </a:solidFill>
          <a:ln w="12700">
            <a:solidFill>
              <a:srgbClr val="D8E4ED"/>
            </a:solidFill>
            <a:prstDash val="solid"/>
          </a:ln>
        </p:spPr>
        <p:txBody>
          <a:bodyPr/>
          <a:lstStyle/>
          <a:p>
            <a:endParaRPr lang="en-US"/>
          </a:p>
        </p:txBody>
      </p:sp>
      <p:sp>
        <p:nvSpPr>
          <p:cNvPr id="22" name="Text 20">
            <a:extLst>
              <a:ext uri="{FF2B5EF4-FFF2-40B4-BE49-F238E27FC236}">
                <a16:creationId xmlns:a16="http://schemas.microsoft.com/office/drawing/2014/main" id="{4EFC22D4-2636-16DC-E501-455227C2D452}"/>
              </a:ext>
            </a:extLst>
          </p:cNvPr>
          <p:cNvSpPr txBox="1"/>
          <p:nvPr/>
        </p:nvSpPr>
        <p:spPr>
          <a:xfrm>
            <a:off x="4407408" y="1968699"/>
            <a:ext cx="329184" cy="329184"/>
          </a:xfrm>
          <a:prstGeom prst="rect">
            <a:avLst/>
          </a:prstGeom>
          <a:noFill/>
          <a:ln/>
        </p:spPr>
        <p:txBody>
          <a:bodyPr wrap="square" lIns="0" tIns="0" rIns="0" bIns="0" rtlCol="0" anchor="ctr"/>
          <a:lstStyle/>
          <a:p>
            <a:pPr marL="0" indent="0" algn="ctr">
              <a:buNone/>
            </a:pPr>
            <a:r>
              <a:rPr lang="en-US" sz="1000" b="1">
                <a:solidFill>
                  <a:srgbClr val="8BA4B8"/>
                </a:solidFill>
                <a:latin typeface="Calibri" pitchFamily="34" charset="0"/>
                <a:ea typeface="Calibri" pitchFamily="34" charset="-122"/>
                <a:cs typeface="Calibri" pitchFamily="34" charset="-120"/>
              </a:rPr>
              <a:t>&amp;</a:t>
            </a:r>
            <a:endParaRPr lang="en-US" sz="1000"/>
          </a:p>
        </p:txBody>
      </p:sp>
      <p:sp>
        <p:nvSpPr>
          <p:cNvPr id="23" name="Shape 21">
            <a:extLst>
              <a:ext uri="{FF2B5EF4-FFF2-40B4-BE49-F238E27FC236}">
                <a16:creationId xmlns:a16="http://schemas.microsoft.com/office/drawing/2014/main" id="{ACB9FCF8-3167-F9C6-A45A-32E36AF5E243}"/>
              </a:ext>
            </a:extLst>
          </p:cNvPr>
          <p:cNvSpPr/>
          <p:nvPr/>
        </p:nvSpPr>
        <p:spPr>
          <a:xfrm>
            <a:off x="0" y="4956048"/>
            <a:ext cx="9144000" cy="187452"/>
          </a:xfrm>
          <a:prstGeom prst="rect">
            <a:avLst/>
          </a:prstGeom>
          <a:solidFill>
            <a:srgbClr val="0D2340"/>
          </a:solidFill>
          <a:ln w="12700">
            <a:solidFill>
              <a:srgbClr val="0D2340"/>
            </a:solidFill>
            <a:prstDash val="solid"/>
          </a:ln>
        </p:spPr>
        <p:txBody>
          <a:bodyPr/>
          <a:lstStyle/>
          <a:p>
            <a:endParaRPr lang="en-US"/>
          </a:p>
        </p:txBody>
      </p:sp>
      <p:sp>
        <p:nvSpPr>
          <p:cNvPr id="24" name="Text 22">
            <a:extLst>
              <a:ext uri="{FF2B5EF4-FFF2-40B4-BE49-F238E27FC236}">
                <a16:creationId xmlns:a16="http://schemas.microsoft.com/office/drawing/2014/main" id="{6C15F9D6-9F57-78B4-A0A0-3E9A17831F07}"/>
              </a:ext>
            </a:extLst>
          </p:cNvPr>
          <p:cNvSpPr txBox="1"/>
          <p:nvPr/>
        </p:nvSpPr>
        <p:spPr>
          <a:xfrm>
            <a:off x="137160" y="4965192"/>
            <a:ext cx="3657600" cy="164592"/>
          </a:xfrm>
          <a:prstGeom prst="rect">
            <a:avLst/>
          </a:prstGeom>
          <a:noFill/>
          <a:ln/>
        </p:spPr>
        <p:txBody>
          <a:bodyPr wrap="square" lIns="0" tIns="0" rIns="0" bIns="0" rtlCol="0" anchor="ctr"/>
          <a:lstStyle/>
          <a:p>
            <a:pPr marL="0" indent="0">
              <a:buNone/>
            </a:pPr>
            <a:r>
              <a:rPr lang="en-US" sz="750">
                <a:solidFill>
                  <a:srgbClr val="CFB87C"/>
                </a:solidFill>
                <a:latin typeface="Calibri" pitchFamily="34" charset="0"/>
                <a:ea typeface="Calibri" pitchFamily="34" charset="-122"/>
                <a:cs typeface="Calibri" pitchFamily="34" charset="-120"/>
              </a:rPr>
              <a:t>HERON | UAS GNSS-R</a:t>
            </a:r>
            <a:endParaRPr lang="en-US" sz="750"/>
          </a:p>
        </p:txBody>
      </p:sp>
      <p:sp>
        <p:nvSpPr>
          <p:cNvPr id="25" name="Text 23">
            <a:extLst>
              <a:ext uri="{FF2B5EF4-FFF2-40B4-BE49-F238E27FC236}">
                <a16:creationId xmlns:a16="http://schemas.microsoft.com/office/drawing/2014/main" id="{EC7FE3FD-12F4-6C64-4CEB-3C983E4A5AFA}"/>
              </a:ext>
            </a:extLst>
          </p:cNvPr>
          <p:cNvSpPr txBox="1"/>
          <p:nvPr/>
        </p:nvSpPr>
        <p:spPr>
          <a:xfrm>
            <a:off x="5029200" y="4965192"/>
            <a:ext cx="3977640" cy="164592"/>
          </a:xfrm>
          <a:prstGeom prst="rect">
            <a:avLst/>
          </a:prstGeom>
          <a:noFill/>
          <a:ln/>
        </p:spPr>
        <p:txBody>
          <a:bodyPr wrap="square" lIns="0" tIns="0" rIns="0" bIns="0" rtlCol="0" anchor="ctr"/>
          <a:lstStyle/>
          <a:p>
            <a:pPr marL="0" indent="0" algn="r">
              <a:buNone/>
            </a:pPr>
            <a:r>
              <a:rPr lang="en-US" sz="750">
                <a:solidFill>
                  <a:srgbClr val="A8DDE2"/>
                </a:solidFill>
                <a:latin typeface="Calibri" pitchFamily="34" charset="0"/>
                <a:ea typeface="Calibri" pitchFamily="34" charset="-122"/>
                <a:cs typeface="Calibri" pitchFamily="34" charset="-120"/>
              </a:rPr>
              <a:t>Smead AES · CCAR · University of Colorado Boulder</a:t>
            </a:r>
            <a:endParaRPr lang="en-US" sz="750"/>
          </a:p>
        </p:txBody>
      </p:sp>
      <p:sp>
        <p:nvSpPr>
          <p:cNvPr id="12" name="Shape 3">
            <a:extLst>
              <a:ext uri="{FF2B5EF4-FFF2-40B4-BE49-F238E27FC236}">
                <a16:creationId xmlns:a16="http://schemas.microsoft.com/office/drawing/2014/main" id="{8FB7169B-CC05-3DE6-E6BE-02E88C616973}"/>
              </a:ext>
            </a:extLst>
          </p:cNvPr>
          <p:cNvSpPr/>
          <p:nvPr/>
        </p:nvSpPr>
        <p:spPr>
          <a:xfrm>
            <a:off x="201168" y="3609849"/>
            <a:ext cx="8736611" cy="1310331"/>
          </a:xfrm>
          <a:prstGeom prst="rect">
            <a:avLst/>
          </a:prstGeom>
          <a:solidFill>
            <a:srgbClr val="FFFFFF"/>
          </a:solidFill>
          <a:ln w="19050">
            <a:solidFill>
              <a:srgbClr val="1B3A6B"/>
            </a:solidFill>
            <a:prstDash val="solid"/>
          </a:ln>
        </p:spPr>
        <p:txBody>
          <a:bodyPr/>
          <a:lstStyle/>
          <a:p>
            <a:endParaRPr lang="en-US"/>
          </a:p>
        </p:txBody>
      </p:sp>
      <p:sp>
        <p:nvSpPr>
          <p:cNvPr id="39" name="Shape 4">
            <a:extLst>
              <a:ext uri="{FF2B5EF4-FFF2-40B4-BE49-F238E27FC236}">
                <a16:creationId xmlns:a16="http://schemas.microsoft.com/office/drawing/2014/main" id="{98496649-7E41-F7A1-5C09-C5018C706D82}"/>
              </a:ext>
            </a:extLst>
          </p:cNvPr>
          <p:cNvSpPr/>
          <p:nvPr/>
        </p:nvSpPr>
        <p:spPr>
          <a:xfrm>
            <a:off x="206274" y="3600363"/>
            <a:ext cx="8731505" cy="415353"/>
          </a:xfrm>
          <a:prstGeom prst="rect">
            <a:avLst/>
          </a:prstGeom>
          <a:solidFill>
            <a:srgbClr val="1B3A6B"/>
          </a:solidFill>
          <a:ln w="12700">
            <a:solidFill>
              <a:srgbClr val="1B3A6B"/>
            </a:solidFill>
            <a:prstDash val="solid"/>
          </a:ln>
        </p:spPr>
        <p:txBody>
          <a:bodyPr/>
          <a:lstStyle/>
          <a:p>
            <a:endParaRPr lang="en-US"/>
          </a:p>
        </p:txBody>
      </p:sp>
      <p:sp>
        <p:nvSpPr>
          <p:cNvPr id="10" name="Text 5">
            <a:extLst>
              <a:ext uri="{FF2B5EF4-FFF2-40B4-BE49-F238E27FC236}">
                <a16:creationId xmlns:a16="http://schemas.microsoft.com/office/drawing/2014/main" id="{F0B90933-E05E-A569-3AF8-3699482C9B99}"/>
              </a:ext>
            </a:extLst>
          </p:cNvPr>
          <p:cNvSpPr txBox="1"/>
          <p:nvPr/>
        </p:nvSpPr>
        <p:spPr>
          <a:xfrm>
            <a:off x="2679192" y="3591221"/>
            <a:ext cx="3749040" cy="457553"/>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Overall Project Goals</a:t>
            </a:r>
            <a:endParaRPr lang="en-US" sz="1400"/>
          </a:p>
        </p:txBody>
      </p:sp>
      <p:sp>
        <p:nvSpPr>
          <p:cNvPr id="18" name="Text 6">
            <a:extLst>
              <a:ext uri="{FF2B5EF4-FFF2-40B4-BE49-F238E27FC236}">
                <a16:creationId xmlns:a16="http://schemas.microsoft.com/office/drawing/2014/main" id="{F5C21FE6-C298-C527-34FF-17A24C070D63}"/>
              </a:ext>
            </a:extLst>
          </p:cNvPr>
          <p:cNvSpPr txBox="1"/>
          <p:nvPr/>
        </p:nvSpPr>
        <p:spPr>
          <a:xfrm>
            <a:off x="347472" y="4155747"/>
            <a:ext cx="8572019" cy="706798"/>
          </a:xfrm>
          <a:prstGeom prst="rect">
            <a:avLst/>
          </a:prstGeom>
          <a:noFill/>
          <a:ln/>
        </p:spPr>
        <p:txBody>
          <a:bodyPr wrap="square" lIns="0" tIns="0" rIns="0" bIns="0" rtlCol="0" anchor="ctr"/>
          <a:lstStyle/>
          <a:p>
            <a:pPr marL="171450" indent="-171450">
              <a:buFont typeface="Arial"/>
              <a:buChar char="•"/>
            </a:pPr>
            <a:r>
              <a:rPr lang="en-US" sz="1100">
                <a:solidFill>
                  <a:srgbClr val="0D2340"/>
                </a:solidFill>
                <a:ea typeface="Calibri" panose="020F0502020204030204"/>
                <a:cs typeface="Calibri" panose="020F0502020204030204"/>
              </a:rPr>
              <a:t>Develop and validate a high-resolution UAV-based GNSS reflectometry system capable of measuring inland water body dimensions and surface gradients.</a:t>
            </a:r>
          </a:p>
          <a:p>
            <a:pPr marL="171450" indent="-171450">
              <a:buFont typeface="Arial"/>
              <a:buChar char="•"/>
            </a:pPr>
            <a:r>
              <a:rPr lang="en-US" sz="1100">
                <a:solidFill>
                  <a:srgbClr val="0D2340"/>
                </a:solidFill>
                <a:ea typeface="Calibri" panose="020F0502020204030204"/>
                <a:cs typeface="Calibri" panose="020F0502020204030204"/>
              </a:rPr>
              <a:t>Process the collected data to retrieve accurate surface water boundaries and height variations, bridging the gap between localized in situ sensors and global satellite altimetry for environmental monitoring.</a:t>
            </a:r>
          </a:p>
          <a:p>
            <a:pPr marL="171450" indent="-171450">
              <a:buFont typeface="Arial"/>
              <a:buChar char="•"/>
            </a:pPr>
            <a:r>
              <a:rPr lang="en-US" sz="1100">
                <a:solidFill>
                  <a:srgbClr val="0D2340"/>
                </a:solidFill>
                <a:ea typeface="Calibri" panose="020F0502020204030204"/>
                <a:cs typeface="Calibri" panose="020F0502020204030204"/>
              </a:rPr>
              <a:t>Provide documentation for a general audience to operate the system and retrieve necessary data.</a:t>
            </a:r>
          </a:p>
        </p:txBody>
      </p:sp>
    </p:spTree>
    <p:extLst>
      <p:ext uri="{BB962C8B-B14F-4D97-AF65-F5344CB8AC3E}">
        <p14:creationId xmlns:p14="http://schemas.microsoft.com/office/powerpoint/2010/main" val="2714522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Shape 1"/>
          <p:cNvSpPr/>
          <p:nvPr/>
        </p:nvSpPr>
        <p:spPr>
          <a:xfrm>
            <a:off x="0" y="0"/>
            <a:ext cx="9144000" cy="594360"/>
          </a:xfrm>
          <a:prstGeom prst="rect">
            <a:avLst/>
          </a:prstGeom>
          <a:solidFill>
            <a:srgbClr val="1B3A6B"/>
          </a:solidFill>
          <a:ln w="12700">
            <a:solidFill>
              <a:srgbClr val="1B3A6B"/>
            </a:solidFill>
            <a:prstDash val="solid"/>
          </a:ln>
        </p:spPr>
        <p:txBody>
          <a:bodyPr/>
          <a:lstStyle/>
          <a:p>
            <a:endParaRPr lang="en-US"/>
          </a:p>
        </p:txBody>
      </p:sp>
      <p:sp>
        <p:nvSpPr>
          <p:cNvPr id="4" name="Text 2"/>
          <p:cNvSpPr txBox="1"/>
          <p:nvPr/>
        </p:nvSpPr>
        <p:spPr>
          <a:xfrm>
            <a:off x="256032" y="73152"/>
            <a:ext cx="8229600" cy="457200"/>
          </a:xfrm>
          <a:prstGeom prst="rect">
            <a:avLst/>
          </a:prstGeom>
          <a:noFill/>
          <a:ln/>
        </p:spPr>
        <p:txBody>
          <a:bodyPr wrap="square" lIns="0" tIns="0" rIns="0" bIns="0" rtlCol="0" anchor="ctr"/>
          <a:lstStyle/>
          <a:p>
            <a:pPr marL="0" indent="0">
              <a:buNone/>
            </a:pPr>
            <a:r>
              <a:rPr lang="en-US" sz="2600" b="1">
                <a:solidFill>
                  <a:srgbClr val="FFFFFF"/>
                </a:solidFill>
                <a:latin typeface="Calibri" pitchFamily="34" charset="0"/>
                <a:ea typeface="Calibri" pitchFamily="34" charset="-122"/>
                <a:cs typeface="Calibri" pitchFamily="34" charset="-120"/>
              </a:rPr>
              <a:t>General Project Timeline</a:t>
            </a:r>
            <a:endParaRPr lang="en-US" sz="2600"/>
          </a:p>
        </p:txBody>
      </p:sp>
      <p:sp>
        <p:nvSpPr>
          <p:cNvPr id="26" name="Shape 24"/>
          <p:cNvSpPr/>
          <p:nvPr/>
        </p:nvSpPr>
        <p:spPr>
          <a:xfrm>
            <a:off x="457200" y="4610610"/>
            <a:ext cx="164592" cy="164592"/>
          </a:xfrm>
          <a:prstGeom prst="ellipse">
            <a:avLst/>
          </a:prstGeom>
          <a:solidFill>
            <a:srgbClr val="1A7A9A"/>
          </a:solidFill>
          <a:ln w="12700">
            <a:solidFill>
              <a:srgbClr val="1A7A9A"/>
            </a:solidFill>
            <a:prstDash val="solid"/>
          </a:ln>
        </p:spPr>
        <p:txBody>
          <a:bodyPr/>
          <a:lstStyle/>
          <a:p>
            <a:endParaRPr lang="en-US"/>
          </a:p>
        </p:txBody>
      </p:sp>
      <p:sp>
        <p:nvSpPr>
          <p:cNvPr id="27" name="Text 25"/>
          <p:cNvSpPr txBox="1"/>
          <p:nvPr/>
        </p:nvSpPr>
        <p:spPr>
          <a:xfrm>
            <a:off x="685800" y="4610610"/>
            <a:ext cx="1097280" cy="164592"/>
          </a:xfrm>
          <a:prstGeom prst="rect">
            <a:avLst/>
          </a:prstGeom>
          <a:noFill/>
          <a:ln/>
        </p:spPr>
        <p:txBody>
          <a:bodyPr wrap="square" lIns="0" tIns="0" rIns="0" bIns="0" rtlCol="0" anchor="ctr"/>
          <a:lstStyle/>
          <a:p>
            <a:pPr marL="0" indent="0">
              <a:buNone/>
            </a:pPr>
            <a:r>
              <a:rPr lang="en-US" sz="900">
                <a:solidFill>
                  <a:srgbClr val="1A7A9A"/>
                </a:solidFill>
                <a:latin typeface="Calibri" pitchFamily="34" charset="0"/>
                <a:ea typeface="Calibri" pitchFamily="34" charset="-122"/>
                <a:cs typeface="Calibri" pitchFamily="34" charset="-120"/>
              </a:rPr>
              <a:t>Completed</a:t>
            </a:r>
            <a:endParaRPr lang="en-US" sz="900"/>
          </a:p>
        </p:txBody>
      </p:sp>
      <p:sp>
        <p:nvSpPr>
          <p:cNvPr id="28" name="Shape 26"/>
          <p:cNvSpPr/>
          <p:nvPr/>
        </p:nvSpPr>
        <p:spPr>
          <a:xfrm>
            <a:off x="2011680" y="4610610"/>
            <a:ext cx="164592" cy="164592"/>
          </a:xfrm>
          <a:prstGeom prst="ellipse">
            <a:avLst/>
          </a:prstGeom>
          <a:solidFill>
            <a:srgbClr val="CFB87C"/>
          </a:solidFill>
          <a:ln w="12700">
            <a:solidFill>
              <a:srgbClr val="CFB87C"/>
            </a:solidFill>
            <a:prstDash val="solid"/>
          </a:ln>
        </p:spPr>
        <p:txBody>
          <a:bodyPr/>
          <a:lstStyle/>
          <a:p>
            <a:endParaRPr lang="en-US"/>
          </a:p>
        </p:txBody>
      </p:sp>
      <p:sp>
        <p:nvSpPr>
          <p:cNvPr id="29" name="Text 27"/>
          <p:cNvSpPr txBox="1"/>
          <p:nvPr/>
        </p:nvSpPr>
        <p:spPr>
          <a:xfrm>
            <a:off x="2240280" y="4610610"/>
            <a:ext cx="1097280" cy="164592"/>
          </a:xfrm>
          <a:prstGeom prst="rect">
            <a:avLst/>
          </a:prstGeom>
          <a:noFill/>
          <a:ln/>
        </p:spPr>
        <p:txBody>
          <a:bodyPr wrap="square" lIns="0" tIns="0" rIns="0" bIns="0" rtlCol="0" anchor="ctr"/>
          <a:lstStyle/>
          <a:p>
            <a:pPr marL="0" indent="0">
              <a:buNone/>
            </a:pPr>
            <a:r>
              <a:rPr lang="en-US" sz="900">
                <a:solidFill>
                  <a:srgbClr val="CFB87C"/>
                </a:solidFill>
                <a:latin typeface="Calibri" pitchFamily="34" charset="0"/>
                <a:ea typeface="Calibri" pitchFamily="34" charset="-122"/>
                <a:cs typeface="Calibri" pitchFamily="34" charset="-120"/>
              </a:rPr>
              <a:t>In Progress</a:t>
            </a:r>
            <a:endParaRPr lang="en-US" sz="900"/>
          </a:p>
        </p:txBody>
      </p:sp>
      <p:sp>
        <p:nvSpPr>
          <p:cNvPr id="30" name="Shape 28"/>
          <p:cNvSpPr/>
          <p:nvPr/>
        </p:nvSpPr>
        <p:spPr>
          <a:xfrm>
            <a:off x="3566160" y="4610610"/>
            <a:ext cx="164592" cy="164592"/>
          </a:xfrm>
          <a:prstGeom prst="ellipse">
            <a:avLst/>
          </a:prstGeom>
          <a:solidFill>
            <a:srgbClr val="D8E4ED"/>
          </a:solidFill>
          <a:ln w="12700">
            <a:solidFill>
              <a:srgbClr val="D8E4ED"/>
            </a:solidFill>
            <a:prstDash val="solid"/>
          </a:ln>
        </p:spPr>
        <p:txBody>
          <a:bodyPr/>
          <a:lstStyle/>
          <a:p>
            <a:endParaRPr lang="en-US"/>
          </a:p>
        </p:txBody>
      </p:sp>
      <p:sp>
        <p:nvSpPr>
          <p:cNvPr id="31" name="Text 29"/>
          <p:cNvSpPr txBox="1"/>
          <p:nvPr/>
        </p:nvSpPr>
        <p:spPr>
          <a:xfrm>
            <a:off x="3794760" y="4610610"/>
            <a:ext cx="1097280" cy="164592"/>
          </a:xfrm>
          <a:prstGeom prst="rect">
            <a:avLst/>
          </a:prstGeom>
          <a:noFill/>
          <a:ln/>
        </p:spPr>
        <p:txBody>
          <a:bodyPr wrap="square" lIns="0" tIns="0" rIns="0" bIns="0" rtlCol="0" anchor="ctr"/>
          <a:lstStyle/>
          <a:p>
            <a:pPr marL="0" indent="0">
              <a:buNone/>
            </a:pPr>
            <a:r>
              <a:rPr lang="en-US" sz="900">
                <a:solidFill>
                  <a:srgbClr val="8BA4B8"/>
                </a:solidFill>
                <a:latin typeface="Calibri" pitchFamily="34" charset="0"/>
                <a:ea typeface="Calibri" pitchFamily="34" charset="-122"/>
                <a:cs typeface="Calibri" pitchFamily="34" charset="-120"/>
              </a:rPr>
              <a:t>Upcoming</a:t>
            </a:r>
            <a:endParaRPr lang="en-US" sz="900"/>
          </a:p>
        </p:txBody>
      </p:sp>
      <p:sp>
        <p:nvSpPr>
          <p:cNvPr id="32" name="Shape 30"/>
          <p:cNvSpPr/>
          <p:nvPr/>
        </p:nvSpPr>
        <p:spPr>
          <a:xfrm>
            <a:off x="0" y="4956048"/>
            <a:ext cx="9144000" cy="187452"/>
          </a:xfrm>
          <a:prstGeom prst="rect">
            <a:avLst/>
          </a:prstGeom>
          <a:solidFill>
            <a:srgbClr val="0D2340"/>
          </a:solidFill>
          <a:ln w="12700">
            <a:solidFill>
              <a:srgbClr val="0D2340"/>
            </a:solidFill>
            <a:prstDash val="solid"/>
          </a:ln>
        </p:spPr>
        <p:txBody>
          <a:bodyPr/>
          <a:lstStyle/>
          <a:p>
            <a:endParaRPr lang="en-US"/>
          </a:p>
        </p:txBody>
      </p:sp>
      <p:sp>
        <p:nvSpPr>
          <p:cNvPr id="33" name="Text 31"/>
          <p:cNvSpPr txBox="1"/>
          <p:nvPr/>
        </p:nvSpPr>
        <p:spPr>
          <a:xfrm>
            <a:off x="137160" y="4965192"/>
            <a:ext cx="3657600" cy="164592"/>
          </a:xfrm>
          <a:prstGeom prst="rect">
            <a:avLst/>
          </a:prstGeom>
          <a:noFill/>
          <a:ln/>
        </p:spPr>
        <p:txBody>
          <a:bodyPr wrap="square" lIns="0" tIns="0" rIns="0" bIns="0" rtlCol="0" anchor="ctr"/>
          <a:lstStyle/>
          <a:p>
            <a:pPr marL="0" indent="0">
              <a:buNone/>
            </a:pPr>
            <a:r>
              <a:rPr lang="en-US" sz="750">
                <a:solidFill>
                  <a:srgbClr val="CFB87C"/>
                </a:solidFill>
                <a:latin typeface="Calibri" pitchFamily="34" charset="0"/>
                <a:ea typeface="Calibri" pitchFamily="34" charset="-122"/>
                <a:cs typeface="Calibri" pitchFamily="34" charset="-120"/>
              </a:rPr>
              <a:t>HERON | UAS GNSS-R</a:t>
            </a:r>
            <a:endParaRPr lang="en-US" sz="750"/>
          </a:p>
        </p:txBody>
      </p:sp>
      <p:sp>
        <p:nvSpPr>
          <p:cNvPr id="34" name="Text 32"/>
          <p:cNvSpPr txBox="1"/>
          <p:nvPr/>
        </p:nvSpPr>
        <p:spPr>
          <a:xfrm>
            <a:off x="5029200" y="4965192"/>
            <a:ext cx="3977640" cy="164592"/>
          </a:xfrm>
          <a:prstGeom prst="rect">
            <a:avLst/>
          </a:prstGeom>
          <a:noFill/>
          <a:ln/>
        </p:spPr>
        <p:txBody>
          <a:bodyPr wrap="square" lIns="0" tIns="0" rIns="0" bIns="0" rtlCol="0" anchor="ctr"/>
          <a:lstStyle/>
          <a:p>
            <a:pPr marL="0" indent="0" algn="r">
              <a:buNone/>
            </a:pPr>
            <a:r>
              <a:rPr lang="en-US" sz="750">
                <a:solidFill>
                  <a:srgbClr val="A8DDE2"/>
                </a:solidFill>
                <a:latin typeface="Calibri" pitchFamily="34" charset="0"/>
                <a:ea typeface="Calibri" pitchFamily="34" charset="-122"/>
                <a:cs typeface="Calibri" pitchFamily="34" charset="-120"/>
              </a:rPr>
              <a:t>Smead AES · CCAR · University of Colorado Boulder</a:t>
            </a:r>
            <a:endParaRPr lang="en-US" sz="750"/>
          </a:p>
        </p:txBody>
      </p:sp>
      <p:graphicFrame>
        <p:nvGraphicFramePr>
          <p:cNvPr id="65" name="Diagram 64">
            <a:extLst>
              <a:ext uri="{FF2B5EF4-FFF2-40B4-BE49-F238E27FC236}">
                <a16:creationId xmlns:a16="http://schemas.microsoft.com/office/drawing/2014/main" id="{9418EC05-2B3C-57E5-4D2D-629F3FBDEFEA}"/>
              </a:ext>
            </a:extLst>
          </p:cNvPr>
          <p:cNvGraphicFramePr/>
          <p:nvPr>
            <p:extLst>
              <p:ext uri="{D42A27DB-BD31-4B8C-83A1-F6EECF244321}">
                <p14:modId xmlns:p14="http://schemas.microsoft.com/office/powerpoint/2010/main" val="3369760206"/>
              </p:ext>
            </p:extLst>
          </p:nvPr>
        </p:nvGraphicFramePr>
        <p:xfrm>
          <a:off x="269748" y="460587"/>
          <a:ext cx="8604504"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710EF-C386-15BC-87CF-CB26D702F90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7ED5525-6936-A9A4-7A0C-D781EE0B35C8}"/>
              </a:ext>
            </a:extLst>
          </p:cNvPr>
          <p:cNvSpPr/>
          <p:nvPr/>
        </p:nvSpPr>
        <p:spPr>
          <a:xfrm>
            <a:off x="0" y="0"/>
            <a:ext cx="9144000" cy="5143500"/>
          </a:xfrm>
          <a:prstGeom prst="rect">
            <a:avLst/>
          </a:prstGeom>
          <a:solidFill>
            <a:srgbClr val="F2F7FA"/>
          </a:solidFill>
          <a:ln w="12700">
            <a:solidFill>
              <a:srgbClr val="F2F7FA"/>
            </a:solidFill>
            <a:prstDash val="solid"/>
          </a:ln>
        </p:spPr>
        <p:txBody>
          <a:bodyPr/>
          <a:lstStyle/>
          <a:p>
            <a:endParaRPr lang="en-US"/>
          </a:p>
        </p:txBody>
      </p:sp>
      <p:sp>
        <p:nvSpPr>
          <p:cNvPr id="3" name="Shape 1">
            <a:extLst>
              <a:ext uri="{FF2B5EF4-FFF2-40B4-BE49-F238E27FC236}">
                <a16:creationId xmlns:a16="http://schemas.microsoft.com/office/drawing/2014/main" id="{A196E58C-EEDB-2FAE-AA45-74FD20C4C635}"/>
              </a:ext>
            </a:extLst>
          </p:cNvPr>
          <p:cNvSpPr/>
          <p:nvPr/>
        </p:nvSpPr>
        <p:spPr>
          <a:xfrm>
            <a:off x="0" y="0"/>
            <a:ext cx="9144000" cy="594360"/>
          </a:xfrm>
          <a:prstGeom prst="rect">
            <a:avLst/>
          </a:prstGeom>
          <a:solidFill>
            <a:srgbClr val="1B3A6B"/>
          </a:solidFill>
          <a:ln w="12700">
            <a:solidFill>
              <a:srgbClr val="1B3A6B"/>
            </a:solidFill>
            <a:prstDash val="solid"/>
          </a:ln>
        </p:spPr>
        <p:txBody>
          <a:bodyPr/>
          <a:lstStyle/>
          <a:p>
            <a:endParaRPr lang="en-US"/>
          </a:p>
        </p:txBody>
      </p:sp>
      <p:sp>
        <p:nvSpPr>
          <p:cNvPr id="4" name="Shape 2">
            <a:extLst>
              <a:ext uri="{FF2B5EF4-FFF2-40B4-BE49-F238E27FC236}">
                <a16:creationId xmlns:a16="http://schemas.microsoft.com/office/drawing/2014/main" id="{16D6D82D-CE8B-2428-19D6-D31DC4048A0F}"/>
              </a:ext>
            </a:extLst>
          </p:cNvPr>
          <p:cNvSpPr/>
          <p:nvPr/>
        </p:nvSpPr>
        <p:spPr>
          <a:xfrm>
            <a:off x="0" y="594360"/>
            <a:ext cx="109728" cy="4361688"/>
          </a:xfrm>
          <a:prstGeom prst="rect">
            <a:avLst/>
          </a:prstGeom>
          <a:solidFill>
            <a:srgbClr val="1A7A9A"/>
          </a:solidFill>
          <a:ln w="12700">
            <a:solidFill>
              <a:srgbClr val="1A7A9A"/>
            </a:solidFill>
            <a:prstDash val="solid"/>
          </a:ln>
        </p:spPr>
        <p:txBody>
          <a:bodyPr/>
          <a:lstStyle/>
          <a:p>
            <a:endParaRPr lang="en-US"/>
          </a:p>
        </p:txBody>
      </p:sp>
      <p:sp>
        <p:nvSpPr>
          <p:cNvPr id="5" name="Text 3">
            <a:extLst>
              <a:ext uri="{FF2B5EF4-FFF2-40B4-BE49-F238E27FC236}">
                <a16:creationId xmlns:a16="http://schemas.microsoft.com/office/drawing/2014/main" id="{C5F9A53C-DC26-5FC3-1285-7725CF7365B3}"/>
              </a:ext>
            </a:extLst>
          </p:cNvPr>
          <p:cNvSpPr txBox="1"/>
          <p:nvPr/>
        </p:nvSpPr>
        <p:spPr>
          <a:xfrm>
            <a:off x="256032" y="73152"/>
            <a:ext cx="8229600" cy="457200"/>
          </a:xfrm>
          <a:prstGeom prst="rect">
            <a:avLst/>
          </a:prstGeom>
          <a:noFill/>
          <a:ln/>
        </p:spPr>
        <p:txBody>
          <a:bodyPr wrap="square" lIns="0" tIns="0" rIns="0" bIns="0" rtlCol="0" anchor="ctr"/>
          <a:lstStyle/>
          <a:p>
            <a:r>
              <a:rPr lang="en-US" sz="2600" b="1">
                <a:solidFill>
                  <a:srgbClr val="FFFFFF"/>
                </a:solidFill>
                <a:latin typeface="Calibri"/>
                <a:ea typeface="Calibri"/>
                <a:cs typeface="Calibri"/>
              </a:rPr>
              <a:t>Budgeting and Finance</a:t>
            </a:r>
            <a:endParaRPr lang="en-US" err="1"/>
          </a:p>
        </p:txBody>
      </p:sp>
      <p:sp>
        <p:nvSpPr>
          <p:cNvPr id="6" name="Shape 4">
            <a:extLst>
              <a:ext uri="{FF2B5EF4-FFF2-40B4-BE49-F238E27FC236}">
                <a16:creationId xmlns:a16="http://schemas.microsoft.com/office/drawing/2014/main" id="{ED2FF1F0-7638-77FB-CAFA-B68828AAFE3B}"/>
              </a:ext>
            </a:extLst>
          </p:cNvPr>
          <p:cNvSpPr/>
          <p:nvPr/>
        </p:nvSpPr>
        <p:spPr>
          <a:xfrm>
            <a:off x="256032" y="768096"/>
            <a:ext cx="54864" cy="877824"/>
          </a:xfrm>
          <a:prstGeom prst="rect">
            <a:avLst/>
          </a:prstGeom>
          <a:solidFill>
            <a:srgbClr val="1A7A9A"/>
          </a:solidFill>
          <a:ln w="12700">
            <a:solidFill>
              <a:srgbClr val="1A7A9A"/>
            </a:solidFill>
            <a:prstDash val="solid"/>
          </a:ln>
        </p:spPr>
        <p:txBody>
          <a:bodyPr/>
          <a:lstStyle/>
          <a:p>
            <a:endParaRPr lang="en-US"/>
          </a:p>
        </p:txBody>
      </p:sp>
      <p:sp>
        <p:nvSpPr>
          <p:cNvPr id="7" name="Text 5">
            <a:extLst>
              <a:ext uri="{FF2B5EF4-FFF2-40B4-BE49-F238E27FC236}">
                <a16:creationId xmlns:a16="http://schemas.microsoft.com/office/drawing/2014/main" id="{16F2790C-0742-C8A4-F5E9-352BEC990D80}"/>
              </a:ext>
            </a:extLst>
          </p:cNvPr>
          <p:cNvSpPr txBox="1"/>
          <p:nvPr/>
        </p:nvSpPr>
        <p:spPr>
          <a:xfrm>
            <a:off x="384048" y="768096"/>
            <a:ext cx="4069080" cy="274320"/>
          </a:xfrm>
          <a:prstGeom prst="rect">
            <a:avLst/>
          </a:prstGeom>
          <a:noFill/>
          <a:ln/>
        </p:spPr>
        <p:txBody>
          <a:bodyPr wrap="square" lIns="0" tIns="0" rIns="0" bIns="0" rtlCol="0" anchor="ctr"/>
          <a:lstStyle/>
          <a:p>
            <a:pPr marL="0" indent="0">
              <a:buNone/>
            </a:pPr>
            <a:r>
              <a:rPr lang="en-US" sz="1300" b="1">
                <a:solidFill>
                  <a:srgbClr val="1B3A6B"/>
                </a:solidFill>
                <a:latin typeface="Calibri"/>
                <a:ea typeface="Calibri"/>
                <a:cs typeface="Calibri"/>
              </a:rPr>
              <a:t>Budget</a:t>
            </a:r>
            <a:endParaRPr lang="en-US"/>
          </a:p>
        </p:txBody>
      </p:sp>
      <p:sp>
        <p:nvSpPr>
          <p:cNvPr id="8" name="Text 6">
            <a:extLst>
              <a:ext uri="{FF2B5EF4-FFF2-40B4-BE49-F238E27FC236}">
                <a16:creationId xmlns:a16="http://schemas.microsoft.com/office/drawing/2014/main" id="{D23D05A3-3FAE-C025-AF74-AA5008C15BB1}"/>
              </a:ext>
            </a:extLst>
          </p:cNvPr>
          <p:cNvSpPr txBox="1"/>
          <p:nvPr/>
        </p:nvSpPr>
        <p:spPr>
          <a:xfrm>
            <a:off x="384048" y="1069848"/>
            <a:ext cx="4069080" cy="502920"/>
          </a:xfrm>
          <a:prstGeom prst="rect">
            <a:avLst/>
          </a:prstGeom>
          <a:noFill/>
          <a:ln/>
        </p:spPr>
        <p:txBody>
          <a:bodyPr wrap="square" lIns="0" tIns="0" rIns="0" bIns="0" rtlCol="0" anchor="ctr"/>
          <a:lstStyle/>
          <a:p>
            <a:r>
              <a:rPr lang="en-US" sz="1100">
                <a:solidFill>
                  <a:srgbClr val="0D2340"/>
                </a:solidFill>
                <a:latin typeface="Calibri"/>
                <a:ea typeface="Calibri"/>
                <a:cs typeface="Calibri"/>
              </a:rPr>
              <a:t>Total budget and planned allocation?</a:t>
            </a:r>
            <a:endParaRPr lang="en-US"/>
          </a:p>
        </p:txBody>
      </p:sp>
      <p:sp>
        <p:nvSpPr>
          <p:cNvPr id="9" name="Shape 7">
            <a:extLst>
              <a:ext uri="{FF2B5EF4-FFF2-40B4-BE49-F238E27FC236}">
                <a16:creationId xmlns:a16="http://schemas.microsoft.com/office/drawing/2014/main" id="{53325AFA-8C4E-1C64-C8CD-22C30E3CB0C6}"/>
              </a:ext>
            </a:extLst>
          </p:cNvPr>
          <p:cNvSpPr/>
          <p:nvPr/>
        </p:nvSpPr>
        <p:spPr>
          <a:xfrm>
            <a:off x="256032" y="2093976"/>
            <a:ext cx="54864" cy="877824"/>
          </a:xfrm>
          <a:prstGeom prst="rect">
            <a:avLst/>
          </a:prstGeom>
          <a:solidFill>
            <a:srgbClr val="1A7A9A"/>
          </a:solidFill>
          <a:ln w="12700">
            <a:solidFill>
              <a:srgbClr val="1A7A9A"/>
            </a:solidFill>
            <a:prstDash val="solid"/>
          </a:ln>
        </p:spPr>
        <p:txBody>
          <a:bodyPr/>
          <a:lstStyle/>
          <a:p>
            <a:endParaRPr lang="en-US"/>
          </a:p>
        </p:txBody>
      </p:sp>
      <p:sp>
        <p:nvSpPr>
          <p:cNvPr id="10" name="Text 8">
            <a:extLst>
              <a:ext uri="{FF2B5EF4-FFF2-40B4-BE49-F238E27FC236}">
                <a16:creationId xmlns:a16="http://schemas.microsoft.com/office/drawing/2014/main" id="{288CE44D-6AFC-2A42-DDE5-A024B3A217C4}"/>
              </a:ext>
            </a:extLst>
          </p:cNvPr>
          <p:cNvSpPr txBox="1"/>
          <p:nvPr/>
        </p:nvSpPr>
        <p:spPr>
          <a:xfrm>
            <a:off x="384048" y="2093976"/>
            <a:ext cx="4069080" cy="274320"/>
          </a:xfrm>
          <a:prstGeom prst="rect">
            <a:avLst/>
          </a:prstGeom>
          <a:noFill/>
          <a:ln/>
        </p:spPr>
        <p:txBody>
          <a:bodyPr wrap="square" lIns="0" tIns="0" rIns="0" bIns="0" rtlCol="0" anchor="ctr"/>
          <a:lstStyle/>
          <a:p>
            <a:r>
              <a:rPr lang="en-US" sz="1300" b="1">
                <a:solidFill>
                  <a:srgbClr val="1B3A6B"/>
                </a:solidFill>
                <a:latin typeface="Calibri"/>
                <a:ea typeface="Calibri"/>
                <a:cs typeface="Calibri"/>
              </a:rPr>
              <a:t>Procurement Procedure</a:t>
            </a:r>
            <a:endParaRPr lang="en-US"/>
          </a:p>
        </p:txBody>
      </p:sp>
      <p:sp>
        <p:nvSpPr>
          <p:cNvPr id="11" name="Text 9">
            <a:extLst>
              <a:ext uri="{FF2B5EF4-FFF2-40B4-BE49-F238E27FC236}">
                <a16:creationId xmlns:a16="http://schemas.microsoft.com/office/drawing/2014/main" id="{4E55E782-1AED-A50B-35B5-8C932ED57170}"/>
              </a:ext>
            </a:extLst>
          </p:cNvPr>
          <p:cNvSpPr txBox="1"/>
          <p:nvPr/>
        </p:nvSpPr>
        <p:spPr>
          <a:xfrm>
            <a:off x="384048" y="2395728"/>
            <a:ext cx="4069080" cy="502920"/>
          </a:xfrm>
          <a:prstGeom prst="rect">
            <a:avLst/>
          </a:prstGeom>
          <a:noFill/>
          <a:ln/>
        </p:spPr>
        <p:txBody>
          <a:bodyPr wrap="square" lIns="0" tIns="0" rIns="0" bIns="0" rtlCol="0" anchor="ctr"/>
          <a:lstStyle/>
          <a:p>
            <a:r>
              <a:rPr lang="en-US" sz="1100">
                <a:solidFill>
                  <a:srgbClr val="0D2340"/>
                </a:solidFill>
                <a:latin typeface="Calibri"/>
                <a:ea typeface="Calibri"/>
                <a:cs typeface="Calibri"/>
              </a:rPr>
              <a:t>How do we go about purchasing materials?</a:t>
            </a:r>
            <a:endParaRPr lang="en-US"/>
          </a:p>
        </p:txBody>
      </p:sp>
      <p:sp>
        <p:nvSpPr>
          <p:cNvPr id="12" name="Shape 10">
            <a:extLst>
              <a:ext uri="{FF2B5EF4-FFF2-40B4-BE49-F238E27FC236}">
                <a16:creationId xmlns:a16="http://schemas.microsoft.com/office/drawing/2014/main" id="{891DCF5A-4127-03D5-B283-315453AA13B0}"/>
              </a:ext>
            </a:extLst>
          </p:cNvPr>
          <p:cNvSpPr/>
          <p:nvPr/>
        </p:nvSpPr>
        <p:spPr>
          <a:xfrm>
            <a:off x="256032" y="3419856"/>
            <a:ext cx="54864" cy="877824"/>
          </a:xfrm>
          <a:prstGeom prst="rect">
            <a:avLst/>
          </a:prstGeom>
          <a:solidFill>
            <a:srgbClr val="1A7A9A"/>
          </a:solidFill>
          <a:ln w="12700">
            <a:solidFill>
              <a:srgbClr val="1A7A9A"/>
            </a:solidFill>
            <a:prstDash val="solid"/>
          </a:ln>
        </p:spPr>
        <p:txBody>
          <a:bodyPr/>
          <a:lstStyle/>
          <a:p>
            <a:endParaRPr lang="en-US"/>
          </a:p>
        </p:txBody>
      </p:sp>
      <p:sp>
        <p:nvSpPr>
          <p:cNvPr id="13" name="Text 11">
            <a:extLst>
              <a:ext uri="{FF2B5EF4-FFF2-40B4-BE49-F238E27FC236}">
                <a16:creationId xmlns:a16="http://schemas.microsoft.com/office/drawing/2014/main" id="{5EFE915E-6144-8E44-D96A-05D1EE908CD0}"/>
              </a:ext>
            </a:extLst>
          </p:cNvPr>
          <p:cNvSpPr txBox="1"/>
          <p:nvPr/>
        </p:nvSpPr>
        <p:spPr>
          <a:xfrm>
            <a:off x="384048" y="3419856"/>
            <a:ext cx="4069080" cy="274320"/>
          </a:xfrm>
          <a:prstGeom prst="rect">
            <a:avLst/>
          </a:prstGeom>
          <a:noFill/>
          <a:ln/>
        </p:spPr>
        <p:txBody>
          <a:bodyPr wrap="square" lIns="0" tIns="0" rIns="0" bIns="0" rtlCol="0" anchor="ctr"/>
          <a:lstStyle/>
          <a:p>
            <a:r>
              <a:rPr lang="en-US" sz="1300" b="1">
                <a:solidFill>
                  <a:srgbClr val="1B3A6B"/>
                </a:solidFill>
                <a:latin typeface="Calibri"/>
                <a:ea typeface="Calibri"/>
                <a:cs typeface="Calibri"/>
              </a:rPr>
              <a:t>Financial Officer</a:t>
            </a:r>
            <a:endParaRPr lang="en-US" sz="1300" b="1">
              <a:solidFill>
                <a:srgbClr val="1B3A6B"/>
              </a:solidFill>
              <a:ea typeface="Calibri"/>
              <a:cs typeface="Calibri"/>
            </a:endParaRPr>
          </a:p>
        </p:txBody>
      </p:sp>
      <p:sp>
        <p:nvSpPr>
          <p:cNvPr id="14" name="Text 12">
            <a:extLst>
              <a:ext uri="{FF2B5EF4-FFF2-40B4-BE49-F238E27FC236}">
                <a16:creationId xmlns:a16="http://schemas.microsoft.com/office/drawing/2014/main" id="{8C76E042-EC38-C41A-294E-24930FD5ED17}"/>
              </a:ext>
            </a:extLst>
          </p:cNvPr>
          <p:cNvSpPr txBox="1"/>
          <p:nvPr/>
        </p:nvSpPr>
        <p:spPr>
          <a:xfrm>
            <a:off x="384048" y="3721608"/>
            <a:ext cx="4069080" cy="502920"/>
          </a:xfrm>
          <a:prstGeom prst="rect">
            <a:avLst/>
          </a:prstGeom>
          <a:noFill/>
          <a:ln/>
        </p:spPr>
        <p:txBody>
          <a:bodyPr wrap="square" lIns="0" tIns="0" rIns="0" bIns="0" rtlCol="0" anchor="ctr"/>
          <a:lstStyle/>
          <a:p>
            <a:r>
              <a:rPr lang="en-US" sz="1100">
                <a:solidFill>
                  <a:srgbClr val="0D2340"/>
                </a:solidFill>
                <a:latin typeface="Calibri"/>
                <a:ea typeface="Calibri"/>
                <a:cs typeface="Calibri"/>
              </a:rPr>
              <a:t>Who is in charge of purchasing and managing the budget?</a:t>
            </a:r>
            <a:endParaRPr lang="en-US" sz="1100">
              <a:solidFill>
                <a:srgbClr val="0D2340"/>
              </a:solidFill>
              <a:ea typeface="Calibri"/>
              <a:cs typeface="Calibri"/>
            </a:endParaRPr>
          </a:p>
        </p:txBody>
      </p:sp>
      <p:sp>
        <p:nvSpPr>
          <p:cNvPr id="18" name="Shape 16">
            <a:extLst>
              <a:ext uri="{FF2B5EF4-FFF2-40B4-BE49-F238E27FC236}">
                <a16:creationId xmlns:a16="http://schemas.microsoft.com/office/drawing/2014/main" id="{D9EFFC3C-B351-6C1D-98FC-DC92780C4C89}"/>
              </a:ext>
            </a:extLst>
          </p:cNvPr>
          <p:cNvSpPr/>
          <p:nvPr/>
        </p:nvSpPr>
        <p:spPr>
          <a:xfrm>
            <a:off x="0" y="4956048"/>
            <a:ext cx="9144000" cy="187452"/>
          </a:xfrm>
          <a:prstGeom prst="rect">
            <a:avLst/>
          </a:prstGeom>
          <a:solidFill>
            <a:srgbClr val="0D2340"/>
          </a:solidFill>
          <a:ln w="12700">
            <a:solidFill>
              <a:srgbClr val="0D2340"/>
            </a:solidFill>
            <a:prstDash val="solid"/>
          </a:ln>
        </p:spPr>
        <p:txBody>
          <a:bodyPr/>
          <a:lstStyle/>
          <a:p>
            <a:endParaRPr lang="en-US"/>
          </a:p>
        </p:txBody>
      </p:sp>
      <p:sp>
        <p:nvSpPr>
          <p:cNvPr id="19" name="Text 17">
            <a:extLst>
              <a:ext uri="{FF2B5EF4-FFF2-40B4-BE49-F238E27FC236}">
                <a16:creationId xmlns:a16="http://schemas.microsoft.com/office/drawing/2014/main" id="{967E0FCC-603C-9AFC-BEF7-48A0283ABE75}"/>
              </a:ext>
            </a:extLst>
          </p:cNvPr>
          <p:cNvSpPr txBox="1"/>
          <p:nvPr/>
        </p:nvSpPr>
        <p:spPr>
          <a:xfrm>
            <a:off x="137160" y="4965192"/>
            <a:ext cx="3657600" cy="164592"/>
          </a:xfrm>
          <a:prstGeom prst="rect">
            <a:avLst/>
          </a:prstGeom>
          <a:noFill/>
          <a:ln/>
        </p:spPr>
        <p:txBody>
          <a:bodyPr wrap="square" lIns="0" tIns="0" rIns="0" bIns="0" rtlCol="0" anchor="ctr"/>
          <a:lstStyle/>
          <a:p>
            <a:pPr marL="0" indent="0">
              <a:buNone/>
            </a:pPr>
            <a:r>
              <a:rPr lang="en-US" sz="750">
                <a:solidFill>
                  <a:srgbClr val="CFB87C"/>
                </a:solidFill>
                <a:latin typeface="Calibri" pitchFamily="34" charset="0"/>
                <a:ea typeface="Calibri" pitchFamily="34" charset="-122"/>
                <a:cs typeface="Calibri" pitchFamily="34" charset="-120"/>
              </a:rPr>
              <a:t>HERON | UAS GNSS-R</a:t>
            </a:r>
            <a:endParaRPr lang="en-US" sz="750"/>
          </a:p>
        </p:txBody>
      </p:sp>
      <p:sp>
        <p:nvSpPr>
          <p:cNvPr id="20" name="Text 18">
            <a:extLst>
              <a:ext uri="{FF2B5EF4-FFF2-40B4-BE49-F238E27FC236}">
                <a16:creationId xmlns:a16="http://schemas.microsoft.com/office/drawing/2014/main" id="{08EC5BA2-0DD5-F1F6-FF10-7A9EC5E77966}"/>
              </a:ext>
            </a:extLst>
          </p:cNvPr>
          <p:cNvSpPr txBox="1"/>
          <p:nvPr/>
        </p:nvSpPr>
        <p:spPr>
          <a:xfrm>
            <a:off x="5029200" y="4965192"/>
            <a:ext cx="3977640" cy="164592"/>
          </a:xfrm>
          <a:prstGeom prst="rect">
            <a:avLst/>
          </a:prstGeom>
          <a:noFill/>
          <a:ln/>
        </p:spPr>
        <p:txBody>
          <a:bodyPr wrap="square" lIns="0" tIns="0" rIns="0" bIns="0" rtlCol="0" anchor="ctr"/>
          <a:lstStyle/>
          <a:p>
            <a:pPr marL="0" indent="0" algn="r">
              <a:buNone/>
            </a:pPr>
            <a:r>
              <a:rPr lang="en-US" sz="750">
                <a:solidFill>
                  <a:srgbClr val="A8DDE2"/>
                </a:solidFill>
                <a:latin typeface="Calibri" pitchFamily="34" charset="0"/>
                <a:ea typeface="Calibri" pitchFamily="34" charset="-122"/>
                <a:cs typeface="Calibri" pitchFamily="34" charset="-120"/>
              </a:rPr>
              <a:t>Smead AES · CCAR · University of Colorado Boulder</a:t>
            </a:r>
            <a:endParaRPr lang="en-US" sz="750"/>
          </a:p>
        </p:txBody>
      </p:sp>
      <p:pic>
        <p:nvPicPr>
          <p:cNvPr id="21" name="Picture 20" descr="Ask The Writer: Is it alright to use multiple question marks? - The Writer">
            <a:extLst>
              <a:ext uri="{FF2B5EF4-FFF2-40B4-BE49-F238E27FC236}">
                <a16:creationId xmlns:a16="http://schemas.microsoft.com/office/drawing/2014/main" id="{72A1B245-4B20-0FD9-1579-577DE1D1E811}"/>
              </a:ext>
            </a:extLst>
          </p:cNvPr>
          <p:cNvPicPr>
            <a:picLocks noChangeAspect="1"/>
          </p:cNvPicPr>
          <p:nvPr/>
        </p:nvPicPr>
        <p:blipFill>
          <a:blip r:embed="rId3"/>
          <a:stretch>
            <a:fillRect/>
          </a:stretch>
        </p:blipFill>
        <p:spPr>
          <a:xfrm>
            <a:off x="4572000" y="1230859"/>
            <a:ext cx="4259579" cy="2834182"/>
          </a:xfrm>
          <a:prstGeom prst="rect">
            <a:avLst/>
          </a:prstGeom>
        </p:spPr>
      </p:pic>
    </p:spTree>
    <p:extLst>
      <p:ext uri="{BB962C8B-B14F-4D97-AF65-F5344CB8AC3E}">
        <p14:creationId xmlns:p14="http://schemas.microsoft.com/office/powerpoint/2010/main" val="15161028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2F7FA"/>
          </a:solidFill>
          <a:ln w="12700">
            <a:solidFill>
              <a:srgbClr val="F2F7FA"/>
            </a:solidFill>
            <a:prstDash val="solid"/>
          </a:ln>
        </p:spPr>
        <p:txBody>
          <a:bodyPr/>
          <a:lstStyle/>
          <a:p>
            <a:endParaRPr lang="en-US"/>
          </a:p>
        </p:txBody>
      </p:sp>
      <p:sp>
        <p:nvSpPr>
          <p:cNvPr id="3" name="Shape 1"/>
          <p:cNvSpPr/>
          <p:nvPr/>
        </p:nvSpPr>
        <p:spPr>
          <a:xfrm>
            <a:off x="0" y="0"/>
            <a:ext cx="9144000" cy="594360"/>
          </a:xfrm>
          <a:prstGeom prst="rect">
            <a:avLst/>
          </a:prstGeom>
          <a:solidFill>
            <a:srgbClr val="1B3A6B"/>
          </a:solidFill>
          <a:ln w="12700">
            <a:solidFill>
              <a:srgbClr val="1B3A6B"/>
            </a:solidFill>
            <a:prstDash val="solid"/>
          </a:ln>
        </p:spPr>
        <p:txBody>
          <a:bodyPr/>
          <a:lstStyle/>
          <a:p>
            <a:endParaRPr lang="en-US"/>
          </a:p>
        </p:txBody>
      </p:sp>
      <p:sp>
        <p:nvSpPr>
          <p:cNvPr id="4" name="Text 2"/>
          <p:cNvSpPr txBox="1"/>
          <p:nvPr/>
        </p:nvSpPr>
        <p:spPr>
          <a:xfrm>
            <a:off x="256032" y="73152"/>
            <a:ext cx="8229600" cy="457200"/>
          </a:xfrm>
          <a:prstGeom prst="rect">
            <a:avLst/>
          </a:prstGeom>
          <a:noFill/>
          <a:ln/>
        </p:spPr>
        <p:txBody>
          <a:bodyPr wrap="square" lIns="0" tIns="0" rIns="0" bIns="0" rtlCol="0" anchor="ctr"/>
          <a:lstStyle/>
          <a:p>
            <a:r>
              <a:rPr lang="en-US" sz="2600" b="1">
                <a:solidFill>
                  <a:srgbClr val="FFFFFF"/>
                </a:solidFill>
                <a:ea typeface="Calibri"/>
                <a:cs typeface="Calibri"/>
              </a:rPr>
              <a:t>Follow up items &amp; questions</a:t>
            </a:r>
          </a:p>
        </p:txBody>
      </p:sp>
      <p:sp>
        <p:nvSpPr>
          <p:cNvPr id="5" name="Shape 3"/>
          <p:cNvSpPr/>
          <p:nvPr/>
        </p:nvSpPr>
        <p:spPr>
          <a:xfrm>
            <a:off x="201168" y="713232"/>
            <a:ext cx="4114800" cy="4133088"/>
          </a:xfrm>
          <a:prstGeom prst="rect">
            <a:avLst/>
          </a:prstGeom>
          <a:solidFill>
            <a:srgbClr val="FFFFFF"/>
          </a:solidFill>
          <a:ln w="19050">
            <a:solidFill>
              <a:srgbClr val="1A7A9A"/>
            </a:solidFill>
            <a:prstDash val="solid"/>
          </a:ln>
        </p:spPr>
        <p:txBody>
          <a:bodyPr/>
          <a:lstStyle/>
          <a:p>
            <a:endParaRPr lang="en-US"/>
          </a:p>
        </p:txBody>
      </p:sp>
      <p:sp>
        <p:nvSpPr>
          <p:cNvPr id="6" name="Shape 4"/>
          <p:cNvSpPr/>
          <p:nvPr/>
        </p:nvSpPr>
        <p:spPr>
          <a:xfrm>
            <a:off x="201168" y="713232"/>
            <a:ext cx="4114800" cy="384048"/>
          </a:xfrm>
          <a:prstGeom prst="rect">
            <a:avLst/>
          </a:prstGeom>
          <a:solidFill>
            <a:srgbClr val="1A7A9A"/>
          </a:solidFill>
          <a:ln w="12700">
            <a:solidFill>
              <a:srgbClr val="1A7A9A"/>
            </a:solidFill>
            <a:prstDash val="solid"/>
          </a:ln>
        </p:spPr>
        <p:txBody>
          <a:bodyPr/>
          <a:lstStyle/>
          <a:p>
            <a:endParaRPr lang="en-US"/>
          </a:p>
        </p:txBody>
      </p:sp>
      <p:sp>
        <p:nvSpPr>
          <p:cNvPr id="7" name="Text 5"/>
          <p:cNvSpPr txBox="1"/>
          <p:nvPr/>
        </p:nvSpPr>
        <p:spPr>
          <a:xfrm>
            <a:off x="347472" y="740664"/>
            <a:ext cx="3749040" cy="310896"/>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UAV Notes</a:t>
            </a:r>
            <a:endParaRPr lang="en-US" sz="1400"/>
          </a:p>
        </p:txBody>
      </p:sp>
      <p:sp>
        <p:nvSpPr>
          <p:cNvPr id="8" name="Text 6"/>
          <p:cNvSpPr txBox="1"/>
          <p:nvPr/>
        </p:nvSpPr>
        <p:spPr>
          <a:xfrm>
            <a:off x="347472" y="1188720"/>
            <a:ext cx="3749040" cy="3504526"/>
          </a:xfrm>
          <a:prstGeom prst="rect">
            <a:avLst/>
          </a:prstGeom>
          <a:noFill/>
          <a:ln/>
        </p:spPr>
        <p:txBody>
          <a:bodyPr wrap="square" lIns="0" tIns="0" rIns="0" bIns="0" rtlCol="0" anchor="t"/>
          <a:lstStyle/>
          <a:p>
            <a:pPr marL="342900" indent="-342900">
              <a:buSzPct val="100000"/>
              <a:buChar char="•"/>
            </a:pPr>
            <a:r>
              <a:rPr lang="en-US" sz="1150">
                <a:solidFill>
                  <a:srgbClr val="0D2340"/>
                </a:solidFill>
                <a:latin typeface="Calibri" pitchFamily="34" charset="0"/>
                <a:ea typeface="Calibri" pitchFamily="34" charset="-122"/>
                <a:cs typeface="Calibri" pitchFamily="34" charset="-120"/>
              </a:rPr>
              <a:t>Bullet point one with relevant content</a:t>
            </a:r>
            <a:endParaRPr lang="en-US" sz="1150"/>
          </a:p>
        </p:txBody>
      </p:sp>
      <p:sp>
        <p:nvSpPr>
          <p:cNvPr id="13" name="Shape 11"/>
          <p:cNvSpPr/>
          <p:nvPr/>
        </p:nvSpPr>
        <p:spPr>
          <a:xfrm>
            <a:off x="4828032" y="713232"/>
            <a:ext cx="4114800" cy="4133088"/>
          </a:xfrm>
          <a:prstGeom prst="rect">
            <a:avLst/>
          </a:prstGeom>
          <a:solidFill>
            <a:srgbClr val="FFFFFF"/>
          </a:solidFill>
          <a:ln w="19050">
            <a:solidFill>
              <a:srgbClr val="CFB87C"/>
            </a:solidFill>
            <a:prstDash val="solid"/>
          </a:ln>
        </p:spPr>
        <p:txBody>
          <a:bodyPr/>
          <a:lstStyle/>
          <a:p>
            <a:endParaRPr lang="en-US"/>
          </a:p>
        </p:txBody>
      </p:sp>
      <p:sp>
        <p:nvSpPr>
          <p:cNvPr id="14" name="Shape 12"/>
          <p:cNvSpPr/>
          <p:nvPr/>
        </p:nvSpPr>
        <p:spPr>
          <a:xfrm>
            <a:off x="4828032" y="713232"/>
            <a:ext cx="4114800" cy="384048"/>
          </a:xfrm>
          <a:prstGeom prst="rect">
            <a:avLst/>
          </a:prstGeom>
          <a:solidFill>
            <a:srgbClr val="B09040"/>
          </a:solidFill>
          <a:ln w="12700">
            <a:solidFill>
              <a:srgbClr val="B09040"/>
            </a:solidFill>
            <a:prstDash val="solid"/>
          </a:ln>
        </p:spPr>
        <p:txBody>
          <a:bodyPr/>
          <a:lstStyle/>
          <a:p>
            <a:endParaRPr lang="en-US"/>
          </a:p>
        </p:txBody>
      </p:sp>
      <p:sp>
        <p:nvSpPr>
          <p:cNvPr id="15" name="Text 13"/>
          <p:cNvSpPr txBox="1"/>
          <p:nvPr/>
        </p:nvSpPr>
        <p:spPr>
          <a:xfrm>
            <a:off x="4974336" y="740664"/>
            <a:ext cx="3749040" cy="310896"/>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SDR/Signal Processing Notes</a:t>
            </a:r>
            <a:endParaRPr lang="en-US" sz="1400"/>
          </a:p>
        </p:txBody>
      </p:sp>
      <p:sp>
        <p:nvSpPr>
          <p:cNvPr id="16" name="Text 14"/>
          <p:cNvSpPr txBox="1"/>
          <p:nvPr/>
        </p:nvSpPr>
        <p:spPr>
          <a:xfrm>
            <a:off x="4974336" y="1188719"/>
            <a:ext cx="3749040" cy="3590409"/>
          </a:xfrm>
          <a:prstGeom prst="rect">
            <a:avLst/>
          </a:prstGeom>
          <a:noFill/>
          <a:ln/>
        </p:spPr>
        <p:txBody>
          <a:bodyPr wrap="square" lIns="0" tIns="0" rIns="0" bIns="0" rtlCol="0" anchor="t"/>
          <a:lstStyle/>
          <a:p>
            <a:pPr marL="342900" indent="-342900">
              <a:buSzPct val="100000"/>
              <a:buChar char="•"/>
            </a:pPr>
            <a:r>
              <a:rPr lang="en-US" sz="1150">
                <a:solidFill>
                  <a:srgbClr val="0D2340"/>
                </a:solidFill>
                <a:latin typeface="Calibri" pitchFamily="34" charset="0"/>
                <a:ea typeface="Calibri" pitchFamily="34" charset="-122"/>
                <a:cs typeface="Calibri" pitchFamily="34" charset="-120"/>
              </a:rPr>
              <a:t>Bullet point one with relevant content</a:t>
            </a:r>
            <a:endParaRPr lang="en-US" sz="1150"/>
          </a:p>
        </p:txBody>
      </p:sp>
      <p:sp>
        <p:nvSpPr>
          <p:cNvPr id="21" name="Shape 19"/>
          <p:cNvSpPr/>
          <p:nvPr/>
        </p:nvSpPr>
        <p:spPr>
          <a:xfrm>
            <a:off x="4480560" y="914400"/>
            <a:ext cx="182880" cy="3657600"/>
          </a:xfrm>
          <a:prstGeom prst="rect">
            <a:avLst/>
          </a:prstGeom>
          <a:solidFill>
            <a:srgbClr val="D8E4ED"/>
          </a:solidFill>
          <a:ln w="12700">
            <a:solidFill>
              <a:srgbClr val="D8E4ED"/>
            </a:solidFill>
            <a:prstDash val="solid"/>
          </a:ln>
        </p:spPr>
        <p:txBody>
          <a:bodyPr/>
          <a:lstStyle/>
          <a:p>
            <a:endParaRPr lang="en-US"/>
          </a:p>
        </p:txBody>
      </p:sp>
      <p:sp>
        <p:nvSpPr>
          <p:cNvPr id="22" name="Text 20"/>
          <p:cNvSpPr txBox="1"/>
          <p:nvPr/>
        </p:nvSpPr>
        <p:spPr>
          <a:xfrm>
            <a:off x="4407408" y="2468880"/>
            <a:ext cx="329184" cy="329184"/>
          </a:xfrm>
          <a:prstGeom prst="rect">
            <a:avLst/>
          </a:prstGeom>
          <a:noFill/>
          <a:ln/>
        </p:spPr>
        <p:txBody>
          <a:bodyPr wrap="square" lIns="0" tIns="0" rIns="0" bIns="0" rtlCol="0" anchor="ctr"/>
          <a:lstStyle/>
          <a:p>
            <a:pPr marL="0" indent="0" algn="ctr">
              <a:buNone/>
            </a:pPr>
            <a:r>
              <a:rPr lang="en-US" sz="1000" b="1">
                <a:solidFill>
                  <a:srgbClr val="8BA4B8"/>
                </a:solidFill>
                <a:latin typeface="Calibri" pitchFamily="34" charset="0"/>
                <a:ea typeface="Calibri" pitchFamily="34" charset="-122"/>
                <a:cs typeface="Calibri" pitchFamily="34" charset="-120"/>
              </a:rPr>
              <a:t>&amp;</a:t>
            </a:r>
            <a:endParaRPr lang="en-US" sz="1000"/>
          </a:p>
        </p:txBody>
      </p:sp>
      <p:sp>
        <p:nvSpPr>
          <p:cNvPr id="23" name="Shape 21"/>
          <p:cNvSpPr/>
          <p:nvPr/>
        </p:nvSpPr>
        <p:spPr>
          <a:xfrm>
            <a:off x="0" y="4956048"/>
            <a:ext cx="9144000" cy="187452"/>
          </a:xfrm>
          <a:prstGeom prst="rect">
            <a:avLst/>
          </a:prstGeom>
          <a:solidFill>
            <a:srgbClr val="0D2340"/>
          </a:solidFill>
          <a:ln w="12700">
            <a:solidFill>
              <a:srgbClr val="0D2340"/>
            </a:solidFill>
            <a:prstDash val="solid"/>
          </a:ln>
        </p:spPr>
        <p:txBody>
          <a:bodyPr/>
          <a:lstStyle/>
          <a:p>
            <a:endParaRPr lang="en-US"/>
          </a:p>
        </p:txBody>
      </p:sp>
      <p:sp>
        <p:nvSpPr>
          <p:cNvPr id="24" name="Text 22"/>
          <p:cNvSpPr txBox="1"/>
          <p:nvPr/>
        </p:nvSpPr>
        <p:spPr>
          <a:xfrm>
            <a:off x="137160" y="4965192"/>
            <a:ext cx="3657600" cy="164592"/>
          </a:xfrm>
          <a:prstGeom prst="rect">
            <a:avLst/>
          </a:prstGeom>
          <a:noFill/>
          <a:ln/>
        </p:spPr>
        <p:txBody>
          <a:bodyPr wrap="square" lIns="0" tIns="0" rIns="0" bIns="0" rtlCol="0" anchor="ctr"/>
          <a:lstStyle/>
          <a:p>
            <a:pPr marL="0" indent="0">
              <a:buNone/>
            </a:pPr>
            <a:r>
              <a:rPr lang="en-US" sz="750">
                <a:solidFill>
                  <a:srgbClr val="CFB87C"/>
                </a:solidFill>
                <a:latin typeface="Calibri" pitchFamily="34" charset="0"/>
                <a:ea typeface="Calibri" pitchFamily="34" charset="-122"/>
                <a:cs typeface="Calibri" pitchFamily="34" charset="-120"/>
              </a:rPr>
              <a:t>HERON | UAS GNSS-R</a:t>
            </a:r>
            <a:endParaRPr lang="en-US" sz="750"/>
          </a:p>
        </p:txBody>
      </p:sp>
      <p:sp>
        <p:nvSpPr>
          <p:cNvPr id="25" name="Text 23"/>
          <p:cNvSpPr txBox="1"/>
          <p:nvPr/>
        </p:nvSpPr>
        <p:spPr>
          <a:xfrm>
            <a:off x="5029200" y="4965192"/>
            <a:ext cx="3977640" cy="164592"/>
          </a:xfrm>
          <a:prstGeom prst="rect">
            <a:avLst/>
          </a:prstGeom>
          <a:noFill/>
          <a:ln/>
        </p:spPr>
        <p:txBody>
          <a:bodyPr wrap="square" lIns="0" tIns="0" rIns="0" bIns="0" rtlCol="0" anchor="ctr"/>
          <a:lstStyle/>
          <a:p>
            <a:pPr marL="0" indent="0" algn="r">
              <a:buNone/>
            </a:pPr>
            <a:r>
              <a:rPr lang="en-US" sz="750">
                <a:solidFill>
                  <a:srgbClr val="A8DDE2"/>
                </a:solidFill>
                <a:latin typeface="Calibri" pitchFamily="34" charset="0"/>
                <a:ea typeface="Calibri" pitchFamily="34" charset="-122"/>
                <a:cs typeface="Calibri" pitchFamily="34" charset="-120"/>
              </a:rPr>
              <a:t>Smead AES · CCAR · University of Colorado Boulder</a:t>
            </a:r>
            <a:endParaRPr lang="en-US" sz="75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16A65-D7FE-2B1C-BB8B-2976DD1A44B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9902A92-FC89-DEF8-5AEC-0197CFAB1128}"/>
              </a:ext>
            </a:extLst>
          </p:cNvPr>
          <p:cNvSpPr/>
          <p:nvPr/>
        </p:nvSpPr>
        <p:spPr>
          <a:xfrm>
            <a:off x="0" y="0"/>
            <a:ext cx="9144000" cy="5143500"/>
          </a:xfrm>
          <a:prstGeom prst="rect">
            <a:avLst/>
          </a:prstGeom>
          <a:solidFill>
            <a:srgbClr val="F2F7FA"/>
          </a:solidFill>
          <a:ln w="12700">
            <a:solidFill>
              <a:srgbClr val="F2F7FA"/>
            </a:solidFill>
            <a:prstDash val="solid"/>
          </a:ln>
        </p:spPr>
        <p:txBody>
          <a:bodyPr/>
          <a:lstStyle/>
          <a:p>
            <a:endParaRPr lang="en-US"/>
          </a:p>
        </p:txBody>
      </p:sp>
      <p:sp>
        <p:nvSpPr>
          <p:cNvPr id="3" name="Shape 1">
            <a:extLst>
              <a:ext uri="{FF2B5EF4-FFF2-40B4-BE49-F238E27FC236}">
                <a16:creationId xmlns:a16="http://schemas.microsoft.com/office/drawing/2014/main" id="{01FCA792-9E29-8556-C2C7-7B3C22E3297D}"/>
              </a:ext>
            </a:extLst>
          </p:cNvPr>
          <p:cNvSpPr/>
          <p:nvPr/>
        </p:nvSpPr>
        <p:spPr>
          <a:xfrm>
            <a:off x="0" y="0"/>
            <a:ext cx="9144000" cy="594360"/>
          </a:xfrm>
          <a:prstGeom prst="rect">
            <a:avLst/>
          </a:prstGeom>
          <a:solidFill>
            <a:srgbClr val="0D2340"/>
          </a:solidFill>
          <a:ln w="12700">
            <a:solidFill>
              <a:srgbClr val="0D2340"/>
            </a:solidFill>
            <a:prstDash val="solid"/>
          </a:ln>
        </p:spPr>
        <p:txBody>
          <a:bodyPr/>
          <a:lstStyle/>
          <a:p>
            <a:endParaRPr lang="en-US"/>
          </a:p>
        </p:txBody>
      </p:sp>
      <p:sp>
        <p:nvSpPr>
          <p:cNvPr id="4" name="Text 2">
            <a:extLst>
              <a:ext uri="{FF2B5EF4-FFF2-40B4-BE49-F238E27FC236}">
                <a16:creationId xmlns:a16="http://schemas.microsoft.com/office/drawing/2014/main" id="{A42CAFCC-4C51-772A-7881-D9F56E2CD0C1}"/>
              </a:ext>
            </a:extLst>
          </p:cNvPr>
          <p:cNvSpPr txBox="1"/>
          <p:nvPr/>
        </p:nvSpPr>
        <p:spPr>
          <a:xfrm>
            <a:off x="256032" y="73152"/>
            <a:ext cx="6426776" cy="457200"/>
          </a:xfrm>
          <a:prstGeom prst="rect">
            <a:avLst/>
          </a:prstGeom>
          <a:noFill/>
          <a:ln/>
        </p:spPr>
        <p:txBody>
          <a:bodyPr wrap="square" lIns="0" tIns="0" rIns="0" bIns="0" rtlCol="0" anchor="ctr"/>
          <a:lstStyle/>
          <a:p>
            <a:pPr marL="0" indent="0">
              <a:buNone/>
            </a:pPr>
            <a:r>
              <a:rPr lang="en-US" sz="2600" b="1">
                <a:solidFill>
                  <a:srgbClr val="FFFFFF"/>
                </a:solidFill>
                <a:latin typeface="Calibri" pitchFamily="34" charset="0"/>
                <a:ea typeface="Calibri" pitchFamily="34" charset="-122"/>
                <a:cs typeface="Calibri" pitchFamily="34" charset="-120"/>
              </a:rPr>
              <a:t>Week Update: Date</a:t>
            </a:r>
            <a:endParaRPr lang="en-US" sz="2600"/>
          </a:p>
        </p:txBody>
      </p:sp>
      <p:sp>
        <p:nvSpPr>
          <p:cNvPr id="5" name="Shape 3">
            <a:extLst>
              <a:ext uri="{FF2B5EF4-FFF2-40B4-BE49-F238E27FC236}">
                <a16:creationId xmlns:a16="http://schemas.microsoft.com/office/drawing/2014/main" id="{90AE96D7-F018-E5E5-CA12-2AAB0BDF4208}"/>
              </a:ext>
            </a:extLst>
          </p:cNvPr>
          <p:cNvSpPr/>
          <p:nvPr/>
        </p:nvSpPr>
        <p:spPr>
          <a:xfrm>
            <a:off x="201168" y="2833258"/>
            <a:ext cx="4343400" cy="2029968"/>
          </a:xfrm>
          <a:prstGeom prst="rect">
            <a:avLst/>
          </a:prstGeom>
          <a:solidFill>
            <a:srgbClr val="FFFFFF"/>
          </a:solidFill>
          <a:ln w="19050">
            <a:solidFill>
              <a:schemeClr val="accent2">
                <a:lumMod val="75000"/>
              </a:schemeClr>
            </a:solidFill>
            <a:prstDash val="solid"/>
          </a:ln>
        </p:spPr>
        <p:txBody>
          <a:bodyPr/>
          <a:lstStyle/>
          <a:p>
            <a:endParaRPr lang="en-US"/>
          </a:p>
        </p:txBody>
      </p:sp>
      <p:sp>
        <p:nvSpPr>
          <p:cNvPr id="6" name="Shape 4">
            <a:extLst>
              <a:ext uri="{FF2B5EF4-FFF2-40B4-BE49-F238E27FC236}">
                <a16:creationId xmlns:a16="http://schemas.microsoft.com/office/drawing/2014/main" id="{B6CBD113-17FF-71AA-A62A-1AB7E6BE5D14}"/>
              </a:ext>
            </a:extLst>
          </p:cNvPr>
          <p:cNvSpPr/>
          <p:nvPr/>
        </p:nvSpPr>
        <p:spPr>
          <a:xfrm>
            <a:off x="201168" y="2833258"/>
            <a:ext cx="4343400" cy="292608"/>
          </a:xfrm>
          <a:prstGeom prst="rect">
            <a:avLst/>
          </a:prstGeom>
          <a:solidFill>
            <a:schemeClr val="accent2">
              <a:lumMod val="75000"/>
            </a:schemeClr>
          </a:solidFill>
          <a:ln w="12700">
            <a:solidFill>
              <a:schemeClr val="accent2">
                <a:lumMod val="75000"/>
              </a:schemeClr>
            </a:solidFill>
            <a:prstDash val="solid"/>
          </a:ln>
        </p:spPr>
        <p:txBody>
          <a:bodyPr/>
          <a:lstStyle/>
          <a:p>
            <a:endParaRPr lang="en-US"/>
          </a:p>
        </p:txBody>
      </p:sp>
      <p:sp>
        <p:nvSpPr>
          <p:cNvPr id="7" name="Text 5">
            <a:extLst>
              <a:ext uri="{FF2B5EF4-FFF2-40B4-BE49-F238E27FC236}">
                <a16:creationId xmlns:a16="http://schemas.microsoft.com/office/drawing/2014/main" id="{44A6D3EA-8171-373B-F695-F220D049527E}"/>
              </a:ext>
            </a:extLst>
          </p:cNvPr>
          <p:cNvSpPr txBox="1"/>
          <p:nvPr/>
        </p:nvSpPr>
        <p:spPr>
          <a:xfrm>
            <a:off x="292608" y="2851546"/>
            <a:ext cx="4160520" cy="256032"/>
          </a:xfrm>
          <a:prstGeom prst="rect">
            <a:avLst/>
          </a:prstGeom>
          <a:noFill/>
          <a:ln/>
        </p:spPr>
        <p:txBody>
          <a:bodyPr wrap="square" lIns="0" tIns="0" rIns="0" bIns="0" rtlCol="0" anchor="ctr"/>
          <a:lstStyle/>
          <a:p>
            <a:pPr marL="0" indent="0">
              <a:buNone/>
            </a:pPr>
            <a:r>
              <a:rPr lang="en-US" sz="1000" b="1">
                <a:solidFill>
                  <a:srgbClr val="FFFFFF"/>
                </a:solidFill>
                <a:latin typeface="Calibri" pitchFamily="34" charset="0"/>
                <a:ea typeface="Calibri" pitchFamily="34" charset="-122"/>
                <a:cs typeface="Calibri" pitchFamily="34" charset="-120"/>
              </a:rPr>
              <a:t>Current Challenges</a:t>
            </a:r>
            <a:endParaRPr lang="en-US" sz="1000"/>
          </a:p>
        </p:txBody>
      </p:sp>
      <p:sp>
        <p:nvSpPr>
          <p:cNvPr id="8" name="Text 6">
            <a:extLst>
              <a:ext uri="{FF2B5EF4-FFF2-40B4-BE49-F238E27FC236}">
                <a16:creationId xmlns:a16="http://schemas.microsoft.com/office/drawing/2014/main" id="{2EB8E8C6-DBC4-9640-AA33-013B6B379530}"/>
              </a:ext>
            </a:extLst>
          </p:cNvPr>
          <p:cNvSpPr txBox="1"/>
          <p:nvPr/>
        </p:nvSpPr>
        <p:spPr>
          <a:xfrm>
            <a:off x="310896" y="3199018"/>
            <a:ext cx="4123944" cy="1572768"/>
          </a:xfrm>
          <a:prstGeom prst="rect">
            <a:avLst/>
          </a:prstGeom>
          <a:noFill/>
          <a:ln/>
        </p:spPr>
        <p:txBody>
          <a:bodyPr wrap="square" lIns="0" tIns="0" rIns="0" bIns="0" rtlCol="0" anchor="ctr"/>
          <a:lstStyle/>
          <a:p>
            <a:pPr marL="0" indent="0" algn="l">
              <a:buNone/>
            </a:pPr>
            <a:r>
              <a:rPr lang="en-US" sz="1050">
                <a:solidFill>
                  <a:srgbClr val="8BA4B8"/>
                </a:solidFill>
                <a:latin typeface="Calibri" pitchFamily="34" charset="0"/>
                <a:ea typeface="Calibri" pitchFamily="34" charset="-122"/>
                <a:cs typeface="Calibri" pitchFamily="34" charset="-120"/>
              </a:rPr>
              <a:t>[Add content, figures, bullet points, or charts here]</a:t>
            </a:r>
            <a:endParaRPr lang="en-US" sz="1050"/>
          </a:p>
        </p:txBody>
      </p:sp>
      <p:sp>
        <p:nvSpPr>
          <p:cNvPr id="9" name="Shape 7">
            <a:extLst>
              <a:ext uri="{FF2B5EF4-FFF2-40B4-BE49-F238E27FC236}">
                <a16:creationId xmlns:a16="http://schemas.microsoft.com/office/drawing/2014/main" id="{BEC4C789-59F4-2D28-C5B1-8DF7CCCBD6A4}"/>
              </a:ext>
            </a:extLst>
          </p:cNvPr>
          <p:cNvSpPr/>
          <p:nvPr/>
        </p:nvSpPr>
        <p:spPr>
          <a:xfrm>
            <a:off x="4654296" y="2833258"/>
            <a:ext cx="4343400" cy="2029968"/>
          </a:xfrm>
          <a:prstGeom prst="rect">
            <a:avLst/>
          </a:prstGeom>
          <a:solidFill>
            <a:srgbClr val="FFFFFF"/>
          </a:solidFill>
          <a:ln w="19050">
            <a:solidFill>
              <a:srgbClr val="2D6B2D"/>
            </a:solidFill>
            <a:prstDash val="solid"/>
          </a:ln>
        </p:spPr>
        <p:txBody>
          <a:bodyPr/>
          <a:lstStyle/>
          <a:p>
            <a:endParaRPr lang="en-US"/>
          </a:p>
        </p:txBody>
      </p:sp>
      <p:sp>
        <p:nvSpPr>
          <p:cNvPr id="10" name="Shape 8">
            <a:extLst>
              <a:ext uri="{FF2B5EF4-FFF2-40B4-BE49-F238E27FC236}">
                <a16:creationId xmlns:a16="http://schemas.microsoft.com/office/drawing/2014/main" id="{FC9D765B-42C8-E7D1-7436-C96B6C1F3171}"/>
              </a:ext>
            </a:extLst>
          </p:cNvPr>
          <p:cNvSpPr/>
          <p:nvPr/>
        </p:nvSpPr>
        <p:spPr>
          <a:xfrm>
            <a:off x="4654296" y="2833258"/>
            <a:ext cx="4343400" cy="292608"/>
          </a:xfrm>
          <a:prstGeom prst="rect">
            <a:avLst/>
          </a:prstGeom>
          <a:solidFill>
            <a:srgbClr val="2D6B2D"/>
          </a:solidFill>
          <a:ln w="12700">
            <a:solidFill>
              <a:srgbClr val="2D6B2D"/>
            </a:solidFill>
            <a:prstDash val="solid"/>
          </a:ln>
        </p:spPr>
        <p:txBody>
          <a:bodyPr/>
          <a:lstStyle/>
          <a:p>
            <a:endParaRPr lang="en-US"/>
          </a:p>
        </p:txBody>
      </p:sp>
      <p:sp>
        <p:nvSpPr>
          <p:cNvPr id="11" name="Text 9">
            <a:extLst>
              <a:ext uri="{FF2B5EF4-FFF2-40B4-BE49-F238E27FC236}">
                <a16:creationId xmlns:a16="http://schemas.microsoft.com/office/drawing/2014/main" id="{3DF174F8-1795-88C5-961F-22C87926B4B9}"/>
              </a:ext>
            </a:extLst>
          </p:cNvPr>
          <p:cNvSpPr txBox="1"/>
          <p:nvPr/>
        </p:nvSpPr>
        <p:spPr>
          <a:xfrm>
            <a:off x="4745736" y="2851546"/>
            <a:ext cx="4160520" cy="256032"/>
          </a:xfrm>
          <a:prstGeom prst="rect">
            <a:avLst/>
          </a:prstGeom>
          <a:noFill/>
          <a:ln/>
        </p:spPr>
        <p:txBody>
          <a:bodyPr wrap="square" lIns="0" tIns="0" rIns="0" bIns="0" rtlCol="0" anchor="ctr"/>
          <a:lstStyle/>
          <a:p>
            <a:pPr marL="0" indent="0">
              <a:buNone/>
            </a:pPr>
            <a:r>
              <a:rPr lang="en-US" sz="1000" b="1">
                <a:solidFill>
                  <a:srgbClr val="FFFFFF"/>
                </a:solidFill>
                <a:latin typeface="Calibri" pitchFamily="34" charset="0"/>
                <a:ea typeface="Calibri" pitchFamily="34" charset="-122"/>
                <a:cs typeface="Calibri" pitchFamily="34" charset="-120"/>
              </a:rPr>
              <a:t>Proposed Solutions</a:t>
            </a:r>
            <a:endParaRPr lang="en-US" sz="1000"/>
          </a:p>
        </p:txBody>
      </p:sp>
      <p:sp>
        <p:nvSpPr>
          <p:cNvPr id="12" name="Text 10">
            <a:extLst>
              <a:ext uri="{FF2B5EF4-FFF2-40B4-BE49-F238E27FC236}">
                <a16:creationId xmlns:a16="http://schemas.microsoft.com/office/drawing/2014/main" id="{A9B2A90C-EEA0-A228-A02E-0CFC4DBD0AF4}"/>
              </a:ext>
            </a:extLst>
          </p:cNvPr>
          <p:cNvSpPr txBox="1"/>
          <p:nvPr/>
        </p:nvSpPr>
        <p:spPr>
          <a:xfrm>
            <a:off x="4764024" y="3199018"/>
            <a:ext cx="4123944" cy="1572768"/>
          </a:xfrm>
          <a:prstGeom prst="rect">
            <a:avLst/>
          </a:prstGeom>
          <a:noFill/>
          <a:ln/>
        </p:spPr>
        <p:txBody>
          <a:bodyPr wrap="square" lIns="0" tIns="0" rIns="0" bIns="0" rtlCol="0" anchor="ctr"/>
          <a:lstStyle/>
          <a:p>
            <a:pPr marL="0" indent="0" algn="l">
              <a:buNone/>
            </a:pPr>
            <a:r>
              <a:rPr lang="en-US" sz="1050">
                <a:solidFill>
                  <a:srgbClr val="8BA4B8"/>
                </a:solidFill>
                <a:latin typeface="Calibri" pitchFamily="34" charset="0"/>
                <a:ea typeface="Calibri" pitchFamily="34" charset="-122"/>
                <a:cs typeface="Calibri" pitchFamily="34" charset="-120"/>
              </a:rPr>
              <a:t>[Add content, figures, bullet points, or charts here]</a:t>
            </a:r>
            <a:endParaRPr lang="en-US" sz="1050"/>
          </a:p>
        </p:txBody>
      </p:sp>
      <p:sp>
        <p:nvSpPr>
          <p:cNvPr id="13" name="Shape 11">
            <a:extLst>
              <a:ext uri="{FF2B5EF4-FFF2-40B4-BE49-F238E27FC236}">
                <a16:creationId xmlns:a16="http://schemas.microsoft.com/office/drawing/2014/main" id="{379F7D54-518A-EAA9-B683-8A8E103B13D5}"/>
              </a:ext>
            </a:extLst>
          </p:cNvPr>
          <p:cNvSpPr/>
          <p:nvPr/>
        </p:nvSpPr>
        <p:spPr>
          <a:xfrm>
            <a:off x="201168" y="704640"/>
            <a:ext cx="4343400" cy="2029968"/>
          </a:xfrm>
          <a:prstGeom prst="rect">
            <a:avLst/>
          </a:prstGeom>
          <a:solidFill>
            <a:srgbClr val="FFFFFF"/>
          </a:solidFill>
          <a:ln w="19050">
            <a:solidFill>
              <a:schemeClr val="accent3">
                <a:lumMod val="75000"/>
              </a:schemeClr>
            </a:solidFill>
            <a:prstDash val="solid"/>
          </a:ln>
        </p:spPr>
        <p:txBody>
          <a:bodyPr/>
          <a:lstStyle/>
          <a:p>
            <a:endParaRPr lang="en-US"/>
          </a:p>
        </p:txBody>
      </p:sp>
      <p:sp>
        <p:nvSpPr>
          <p:cNvPr id="14" name="Shape 12">
            <a:extLst>
              <a:ext uri="{FF2B5EF4-FFF2-40B4-BE49-F238E27FC236}">
                <a16:creationId xmlns:a16="http://schemas.microsoft.com/office/drawing/2014/main" id="{910CEFBA-9D32-DF90-37FE-3DA8CFB1AC2F}"/>
              </a:ext>
            </a:extLst>
          </p:cNvPr>
          <p:cNvSpPr/>
          <p:nvPr/>
        </p:nvSpPr>
        <p:spPr>
          <a:xfrm>
            <a:off x="201168" y="704640"/>
            <a:ext cx="4343400" cy="292608"/>
          </a:xfrm>
          <a:prstGeom prst="rect">
            <a:avLst/>
          </a:prstGeom>
          <a:solidFill>
            <a:schemeClr val="accent3">
              <a:lumMod val="75000"/>
            </a:schemeClr>
          </a:solidFill>
          <a:ln w="12700">
            <a:solidFill>
              <a:schemeClr val="accent3">
                <a:lumMod val="75000"/>
              </a:schemeClr>
            </a:solidFill>
            <a:prstDash val="solid"/>
          </a:ln>
        </p:spPr>
        <p:txBody>
          <a:bodyPr/>
          <a:lstStyle/>
          <a:p>
            <a:endParaRPr lang="en-US"/>
          </a:p>
        </p:txBody>
      </p:sp>
      <p:sp>
        <p:nvSpPr>
          <p:cNvPr id="15" name="Text 13">
            <a:extLst>
              <a:ext uri="{FF2B5EF4-FFF2-40B4-BE49-F238E27FC236}">
                <a16:creationId xmlns:a16="http://schemas.microsoft.com/office/drawing/2014/main" id="{E86A06F5-3F2B-5D90-9393-50E3D8780E19}"/>
              </a:ext>
            </a:extLst>
          </p:cNvPr>
          <p:cNvSpPr txBox="1"/>
          <p:nvPr/>
        </p:nvSpPr>
        <p:spPr>
          <a:xfrm>
            <a:off x="292608" y="722928"/>
            <a:ext cx="4160520" cy="256032"/>
          </a:xfrm>
          <a:prstGeom prst="rect">
            <a:avLst/>
          </a:prstGeom>
          <a:noFill/>
          <a:ln/>
        </p:spPr>
        <p:txBody>
          <a:bodyPr wrap="square" lIns="0" tIns="0" rIns="0" bIns="0" rtlCol="0" anchor="ctr"/>
          <a:lstStyle/>
          <a:p>
            <a:pPr marL="0" indent="0">
              <a:buNone/>
            </a:pPr>
            <a:r>
              <a:rPr lang="en-US" sz="1000" b="1">
                <a:solidFill>
                  <a:srgbClr val="FFFFFF"/>
                </a:solidFill>
                <a:latin typeface="Calibri" pitchFamily="34" charset="0"/>
                <a:ea typeface="Calibri" pitchFamily="34" charset="-122"/>
                <a:cs typeface="Calibri" pitchFamily="34" charset="-120"/>
              </a:rPr>
              <a:t>Accomplished This Week</a:t>
            </a:r>
            <a:endParaRPr lang="en-US" sz="1000"/>
          </a:p>
        </p:txBody>
      </p:sp>
      <p:sp>
        <p:nvSpPr>
          <p:cNvPr id="17" name="Shape 15">
            <a:extLst>
              <a:ext uri="{FF2B5EF4-FFF2-40B4-BE49-F238E27FC236}">
                <a16:creationId xmlns:a16="http://schemas.microsoft.com/office/drawing/2014/main" id="{9BDF03DD-F331-6799-11CA-12DA93B468A1}"/>
              </a:ext>
            </a:extLst>
          </p:cNvPr>
          <p:cNvSpPr/>
          <p:nvPr/>
        </p:nvSpPr>
        <p:spPr>
          <a:xfrm>
            <a:off x="4654296" y="704640"/>
            <a:ext cx="4343400" cy="2029968"/>
          </a:xfrm>
          <a:prstGeom prst="rect">
            <a:avLst/>
          </a:prstGeom>
          <a:solidFill>
            <a:srgbClr val="FFFFFF"/>
          </a:solidFill>
          <a:ln w="19050">
            <a:solidFill>
              <a:srgbClr val="1B3A6B"/>
            </a:solidFill>
            <a:prstDash val="solid"/>
          </a:ln>
        </p:spPr>
        <p:txBody>
          <a:bodyPr/>
          <a:lstStyle/>
          <a:p>
            <a:endParaRPr lang="en-US"/>
          </a:p>
        </p:txBody>
      </p:sp>
      <p:sp>
        <p:nvSpPr>
          <p:cNvPr id="18" name="Shape 16">
            <a:extLst>
              <a:ext uri="{FF2B5EF4-FFF2-40B4-BE49-F238E27FC236}">
                <a16:creationId xmlns:a16="http://schemas.microsoft.com/office/drawing/2014/main" id="{4B446A23-96E1-79FC-02E1-E534B0E983D9}"/>
              </a:ext>
            </a:extLst>
          </p:cNvPr>
          <p:cNvSpPr/>
          <p:nvPr/>
        </p:nvSpPr>
        <p:spPr>
          <a:xfrm>
            <a:off x="4654296" y="704640"/>
            <a:ext cx="4343400" cy="292608"/>
          </a:xfrm>
          <a:prstGeom prst="rect">
            <a:avLst/>
          </a:prstGeom>
          <a:solidFill>
            <a:srgbClr val="1B3A6B"/>
          </a:solidFill>
          <a:ln w="12700">
            <a:solidFill>
              <a:srgbClr val="1B3A6B"/>
            </a:solidFill>
            <a:prstDash val="solid"/>
          </a:ln>
        </p:spPr>
        <p:txBody>
          <a:bodyPr/>
          <a:lstStyle/>
          <a:p>
            <a:endParaRPr lang="en-US"/>
          </a:p>
        </p:txBody>
      </p:sp>
      <p:sp>
        <p:nvSpPr>
          <p:cNvPr id="19" name="Text 17">
            <a:extLst>
              <a:ext uri="{FF2B5EF4-FFF2-40B4-BE49-F238E27FC236}">
                <a16:creationId xmlns:a16="http://schemas.microsoft.com/office/drawing/2014/main" id="{8A07777A-C2BA-6492-4FCE-79CDA02810BB}"/>
              </a:ext>
            </a:extLst>
          </p:cNvPr>
          <p:cNvSpPr txBox="1"/>
          <p:nvPr/>
        </p:nvSpPr>
        <p:spPr>
          <a:xfrm>
            <a:off x="4745736" y="722928"/>
            <a:ext cx="4160520" cy="256032"/>
          </a:xfrm>
          <a:prstGeom prst="rect">
            <a:avLst/>
          </a:prstGeom>
          <a:noFill/>
          <a:ln/>
        </p:spPr>
        <p:txBody>
          <a:bodyPr wrap="square" lIns="0" tIns="0" rIns="0" bIns="0" rtlCol="0" anchor="ctr"/>
          <a:lstStyle/>
          <a:p>
            <a:pPr marL="0" indent="0">
              <a:buNone/>
            </a:pPr>
            <a:r>
              <a:rPr lang="en-US" sz="1000" b="1">
                <a:solidFill>
                  <a:srgbClr val="FFFFFF"/>
                </a:solidFill>
                <a:latin typeface="Calibri" pitchFamily="34" charset="0"/>
                <a:ea typeface="Calibri" pitchFamily="34" charset="-122"/>
                <a:cs typeface="Calibri" pitchFamily="34" charset="-120"/>
              </a:rPr>
              <a:t>Planned for the Next Week</a:t>
            </a:r>
            <a:endParaRPr lang="en-US" sz="1000"/>
          </a:p>
        </p:txBody>
      </p:sp>
      <p:sp>
        <p:nvSpPr>
          <p:cNvPr id="21" name="Shape 19">
            <a:extLst>
              <a:ext uri="{FF2B5EF4-FFF2-40B4-BE49-F238E27FC236}">
                <a16:creationId xmlns:a16="http://schemas.microsoft.com/office/drawing/2014/main" id="{C8E4FBA3-335F-ABB0-F555-C370D9D19983}"/>
              </a:ext>
            </a:extLst>
          </p:cNvPr>
          <p:cNvSpPr/>
          <p:nvPr/>
        </p:nvSpPr>
        <p:spPr>
          <a:xfrm>
            <a:off x="0" y="4956048"/>
            <a:ext cx="9144000" cy="187452"/>
          </a:xfrm>
          <a:prstGeom prst="rect">
            <a:avLst/>
          </a:prstGeom>
          <a:solidFill>
            <a:srgbClr val="0D2340"/>
          </a:solidFill>
          <a:ln w="12700">
            <a:solidFill>
              <a:srgbClr val="0D2340"/>
            </a:solidFill>
            <a:prstDash val="solid"/>
          </a:ln>
        </p:spPr>
        <p:txBody>
          <a:bodyPr/>
          <a:lstStyle/>
          <a:p>
            <a:endParaRPr lang="en-US"/>
          </a:p>
        </p:txBody>
      </p:sp>
      <p:sp>
        <p:nvSpPr>
          <p:cNvPr id="22" name="Text 20">
            <a:extLst>
              <a:ext uri="{FF2B5EF4-FFF2-40B4-BE49-F238E27FC236}">
                <a16:creationId xmlns:a16="http://schemas.microsoft.com/office/drawing/2014/main" id="{46DB3DF0-6C78-346D-895B-9E156B8C0689}"/>
              </a:ext>
            </a:extLst>
          </p:cNvPr>
          <p:cNvSpPr txBox="1"/>
          <p:nvPr/>
        </p:nvSpPr>
        <p:spPr>
          <a:xfrm>
            <a:off x="137160" y="4965192"/>
            <a:ext cx="3657600" cy="164592"/>
          </a:xfrm>
          <a:prstGeom prst="rect">
            <a:avLst/>
          </a:prstGeom>
          <a:noFill/>
          <a:ln/>
        </p:spPr>
        <p:txBody>
          <a:bodyPr wrap="square" lIns="0" tIns="0" rIns="0" bIns="0" rtlCol="0" anchor="ctr"/>
          <a:lstStyle/>
          <a:p>
            <a:pPr marL="0" indent="0">
              <a:buNone/>
            </a:pPr>
            <a:r>
              <a:rPr lang="en-US" sz="750">
                <a:solidFill>
                  <a:srgbClr val="CFB87C"/>
                </a:solidFill>
                <a:latin typeface="Calibri" pitchFamily="34" charset="0"/>
                <a:ea typeface="Calibri" pitchFamily="34" charset="-122"/>
                <a:cs typeface="Calibri" pitchFamily="34" charset="-120"/>
              </a:rPr>
              <a:t>HERON | UAS GNSS-R</a:t>
            </a:r>
            <a:endParaRPr lang="en-US" sz="750"/>
          </a:p>
        </p:txBody>
      </p:sp>
      <p:sp>
        <p:nvSpPr>
          <p:cNvPr id="23" name="Text 21">
            <a:extLst>
              <a:ext uri="{FF2B5EF4-FFF2-40B4-BE49-F238E27FC236}">
                <a16:creationId xmlns:a16="http://schemas.microsoft.com/office/drawing/2014/main" id="{507BA772-D80E-7FB4-F2AB-A6E6FF84516D}"/>
              </a:ext>
            </a:extLst>
          </p:cNvPr>
          <p:cNvSpPr txBox="1"/>
          <p:nvPr/>
        </p:nvSpPr>
        <p:spPr>
          <a:xfrm>
            <a:off x="5029200" y="4965192"/>
            <a:ext cx="3977640" cy="164592"/>
          </a:xfrm>
          <a:prstGeom prst="rect">
            <a:avLst/>
          </a:prstGeom>
          <a:noFill/>
          <a:ln/>
        </p:spPr>
        <p:txBody>
          <a:bodyPr wrap="square" lIns="0" tIns="0" rIns="0" bIns="0" rtlCol="0" anchor="ctr"/>
          <a:lstStyle/>
          <a:p>
            <a:pPr marL="0" indent="0" algn="r">
              <a:buNone/>
            </a:pPr>
            <a:r>
              <a:rPr lang="en-US" sz="750">
                <a:solidFill>
                  <a:srgbClr val="A8DDE2"/>
                </a:solidFill>
                <a:latin typeface="Calibri" pitchFamily="34" charset="0"/>
                <a:ea typeface="Calibri" pitchFamily="34" charset="-122"/>
                <a:cs typeface="Calibri" pitchFamily="34" charset="-120"/>
              </a:rPr>
              <a:t>Smead AES · CCAR · University of Colorado Boulder</a:t>
            </a:r>
            <a:endParaRPr lang="en-US" sz="750"/>
          </a:p>
        </p:txBody>
      </p:sp>
      <p:sp>
        <p:nvSpPr>
          <p:cNvPr id="24" name="Rectangle 23">
            <a:extLst>
              <a:ext uri="{FF2B5EF4-FFF2-40B4-BE49-F238E27FC236}">
                <a16:creationId xmlns:a16="http://schemas.microsoft.com/office/drawing/2014/main" id="{589EDE17-94EC-23D4-0CB8-49DCE7CF11E8}"/>
              </a:ext>
            </a:extLst>
          </p:cNvPr>
          <p:cNvSpPr/>
          <p:nvPr/>
        </p:nvSpPr>
        <p:spPr>
          <a:xfrm>
            <a:off x="15510217" y="3685309"/>
            <a:ext cx="332509" cy="3394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Shape 4">
            <a:extLst>
              <a:ext uri="{FF2B5EF4-FFF2-40B4-BE49-F238E27FC236}">
                <a16:creationId xmlns:a16="http://schemas.microsoft.com/office/drawing/2014/main" id="{64D3E27D-6E47-063E-7B52-9CDE7D3AA18D}"/>
              </a:ext>
            </a:extLst>
          </p:cNvPr>
          <p:cNvSpPr/>
          <p:nvPr/>
        </p:nvSpPr>
        <p:spPr>
          <a:xfrm>
            <a:off x="6794407" y="59436"/>
            <a:ext cx="1047404" cy="435898"/>
          </a:xfrm>
          <a:prstGeom prst="rect">
            <a:avLst/>
          </a:prstGeom>
          <a:solidFill>
            <a:srgbClr val="1A7A9A"/>
          </a:solidFill>
          <a:ln w="12700">
            <a:solidFill>
              <a:srgbClr val="1A7A9A"/>
            </a:solidFill>
            <a:prstDash val="solid"/>
          </a:ln>
        </p:spPr>
        <p:txBody>
          <a:bodyPr/>
          <a:lstStyle/>
          <a:p>
            <a:endParaRPr lang="en-US"/>
          </a:p>
        </p:txBody>
      </p:sp>
      <p:sp>
        <p:nvSpPr>
          <p:cNvPr id="28" name="Text 5">
            <a:extLst>
              <a:ext uri="{FF2B5EF4-FFF2-40B4-BE49-F238E27FC236}">
                <a16:creationId xmlns:a16="http://schemas.microsoft.com/office/drawing/2014/main" id="{8779D8F6-7D0E-0439-E469-4EB86E75DCEB}"/>
              </a:ext>
            </a:extLst>
          </p:cNvPr>
          <p:cNvSpPr txBox="1"/>
          <p:nvPr/>
        </p:nvSpPr>
        <p:spPr>
          <a:xfrm>
            <a:off x="6825996" y="51497"/>
            <a:ext cx="984227" cy="457553"/>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UAV Hardware &amp; Flight Planning  </a:t>
            </a:r>
            <a:endParaRPr lang="en-US" sz="900"/>
          </a:p>
        </p:txBody>
      </p:sp>
      <p:sp>
        <p:nvSpPr>
          <p:cNvPr id="30" name="Shape 4">
            <a:extLst>
              <a:ext uri="{FF2B5EF4-FFF2-40B4-BE49-F238E27FC236}">
                <a16:creationId xmlns:a16="http://schemas.microsoft.com/office/drawing/2014/main" id="{1C11C6BA-3C7E-78F2-6F81-84B8034CFC32}"/>
              </a:ext>
            </a:extLst>
          </p:cNvPr>
          <p:cNvSpPr/>
          <p:nvPr/>
        </p:nvSpPr>
        <p:spPr>
          <a:xfrm>
            <a:off x="7953408" y="59436"/>
            <a:ext cx="1047404" cy="435898"/>
          </a:xfrm>
          <a:prstGeom prst="rect">
            <a:avLst/>
          </a:prstGeom>
          <a:solidFill>
            <a:srgbClr val="B09040"/>
          </a:solidFill>
          <a:ln w="12700">
            <a:solidFill>
              <a:srgbClr val="B09040"/>
            </a:solidFill>
            <a:prstDash val="solid"/>
          </a:ln>
        </p:spPr>
        <p:txBody>
          <a:bodyPr/>
          <a:lstStyle/>
          <a:p>
            <a:endParaRPr lang="en-US"/>
          </a:p>
        </p:txBody>
      </p:sp>
      <p:sp>
        <p:nvSpPr>
          <p:cNvPr id="32" name="Text 5">
            <a:extLst>
              <a:ext uri="{FF2B5EF4-FFF2-40B4-BE49-F238E27FC236}">
                <a16:creationId xmlns:a16="http://schemas.microsoft.com/office/drawing/2014/main" id="{01BAF5EA-A494-E2E1-1841-69FECDFD5DA3}"/>
              </a:ext>
            </a:extLst>
          </p:cNvPr>
          <p:cNvSpPr txBox="1"/>
          <p:nvPr/>
        </p:nvSpPr>
        <p:spPr>
          <a:xfrm>
            <a:off x="7984997" y="51497"/>
            <a:ext cx="984227" cy="457553"/>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SDR &amp; Data Processing</a:t>
            </a:r>
            <a:endParaRPr lang="en-US" sz="900"/>
          </a:p>
        </p:txBody>
      </p:sp>
      <p:sp>
        <p:nvSpPr>
          <p:cNvPr id="33" name="Rectangle 32">
            <a:extLst>
              <a:ext uri="{FF2B5EF4-FFF2-40B4-BE49-F238E27FC236}">
                <a16:creationId xmlns:a16="http://schemas.microsoft.com/office/drawing/2014/main" id="{C28CFD1E-A90E-9A53-4904-10D08CF0CF39}"/>
              </a:ext>
            </a:extLst>
          </p:cNvPr>
          <p:cNvSpPr/>
          <p:nvPr/>
        </p:nvSpPr>
        <p:spPr>
          <a:xfrm>
            <a:off x="420815" y="1088688"/>
            <a:ext cx="1828800" cy="1554480"/>
          </a:xfrm>
          <a:prstGeom prst="rect">
            <a:avLst/>
          </a:prstGeom>
          <a:noFill/>
          <a:ln w="28575">
            <a:solidFill>
              <a:srgbClr val="1A7A9A"/>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a:p>
        </p:txBody>
      </p:sp>
      <p:sp>
        <p:nvSpPr>
          <p:cNvPr id="35" name="Rectangle 34">
            <a:extLst>
              <a:ext uri="{FF2B5EF4-FFF2-40B4-BE49-F238E27FC236}">
                <a16:creationId xmlns:a16="http://schemas.microsoft.com/office/drawing/2014/main" id="{33C4C55D-0CD7-9222-3642-65F307942735}"/>
              </a:ext>
            </a:extLst>
          </p:cNvPr>
          <p:cNvSpPr/>
          <p:nvPr/>
        </p:nvSpPr>
        <p:spPr>
          <a:xfrm>
            <a:off x="2448479" y="1088688"/>
            <a:ext cx="1828800" cy="1554480"/>
          </a:xfrm>
          <a:prstGeom prst="rect">
            <a:avLst/>
          </a:prstGeom>
          <a:noFill/>
          <a:ln w="28575">
            <a:solidFill>
              <a:srgbClr val="B09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78967DB4-B55A-9D28-F187-9BDCB69C3587}"/>
              </a:ext>
            </a:extLst>
          </p:cNvPr>
          <p:cNvSpPr txBox="1"/>
          <p:nvPr/>
        </p:nvSpPr>
        <p:spPr>
          <a:xfrm>
            <a:off x="462829" y="1124397"/>
            <a:ext cx="1744772" cy="769441"/>
          </a:xfrm>
          <a:prstGeom prst="rect">
            <a:avLst/>
          </a:prstGeom>
          <a:noFill/>
        </p:spPr>
        <p:txBody>
          <a:bodyPr wrap="square" rtlCol="0" anchor="t">
            <a:spAutoFit/>
          </a:bodyPr>
          <a:lstStyle/>
          <a:p>
            <a:pPr marL="171450" indent="-171450">
              <a:buFont typeface="Wingdings" panose="05000000000000000000" pitchFamily="2" charset="2"/>
              <a:buChar char="ü"/>
            </a:pPr>
            <a:r>
              <a:rPr lang="en-US" sz="1100"/>
              <a:t>List accomplished tasks here</a:t>
            </a:r>
          </a:p>
          <a:p>
            <a:pPr marL="171450" indent="-171450">
              <a:buFont typeface="Wingdings" panose="05000000000000000000" pitchFamily="2" charset="2"/>
              <a:buChar char="ü"/>
            </a:pPr>
            <a:r>
              <a:rPr lang="en-US" sz="1100"/>
              <a:t>Make the list simple</a:t>
            </a:r>
          </a:p>
          <a:p>
            <a:pPr marL="171450" indent="-171450">
              <a:buFont typeface="Wingdings" panose="05000000000000000000" pitchFamily="2" charset="2"/>
              <a:buChar char="ü"/>
            </a:pPr>
            <a:r>
              <a:rPr lang="en-US" sz="1100"/>
              <a:t>Details expanded later</a:t>
            </a:r>
          </a:p>
        </p:txBody>
      </p:sp>
      <p:sp>
        <p:nvSpPr>
          <p:cNvPr id="38" name="TextBox 37">
            <a:extLst>
              <a:ext uri="{FF2B5EF4-FFF2-40B4-BE49-F238E27FC236}">
                <a16:creationId xmlns:a16="http://schemas.microsoft.com/office/drawing/2014/main" id="{5E09BEAE-F0CB-73E3-4F58-1D0E3B9393C9}"/>
              </a:ext>
            </a:extLst>
          </p:cNvPr>
          <p:cNvSpPr txBox="1"/>
          <p:nvPr/>
        </p:nvSpPr>
        <p:spPr>
          <a:xfrm>
            <a:off x="2490493" y="1148726"/>
            <a:ext cx="1744772" cy="769441"/>
          </a:xfrm>
          <a:prstGeom prst="rect">
            <a:avLst/>
          </a:prstGeom>
          <a:noFill/>
        </p:spPr>
        <p:txBody>
          <a:bodyPr wrap="square" rtlCol="0" anchor="t">
            <a:spAutoFit/>
          </a:bodyPr>
          <a:lstStyle/>
          <a:p>
            <a:pPr marL="171450" indent="-171450">
              <a:buFont typeface="Wingdings" panose="05000000000000000000" pitchFamily="2" charset="2"/>
              <a:buChar char="ü"/>
            </a:pPr>
            <a:r>
              <a:rPr lang="en-US" sz="1100"/>
              <a:t>List accomplished tasks here</a:t>
            </a:r>
          </a:p>
          <a:p>
            <a:pPr marL="171450" indent="-171450">
              <a:buFont typeface="Wingdings" panose="05000000000000000000" pitchFamily="2" charset="2"/>
              <a:buChar char="ü"/>
            </a:pPr>
            <a:r>
              <a:rPr lang="en-US" sz="1100"/>
              <a:t>Make the list simple</a:t>
            </a:r>
          </a:p>
          <a:p>
            <a:pPr marL="171450" indent="-171450">
              <a:buFont typeface="Wingdings" panose="05000000000000000000" pitchFamily="2" charset="2"/>
              <a:buChar char="ü"/>
            </a:pPr>
            <a:r>
              <a:rPr lang="en-US" sz="1100"/>
              <a:t>Details expanded later</a:t>
            </a:r>
          </a:p>
        </p:txBody>
      </p:sp>
      <p:sp>
        <p:nvSpPr>
          <p:cNvPr id="40" name="Rectangle 39">
            <a:extLst>
              <a:ext uri="{FF2B5EF4-FFF2-40B4-BE49-F238E27FC236}">
                <a16:creationId xmlns:a16="http://schemas.microsoft.com/office/drawing/2014/main" id="{5BD7C2DB-48A9-A69B-93F7-E277D4116FB3}"/>
              </a:ext>
            </a:extLst>
          </p:cNvPr>
          <p:cNvSpPr/>
          <p:nvPr/>
        </p:nvSpPr>
        <p:spPr>
          <a:xfrm>
            <a:off x="4885044" y="1095546"/>
            <a:ext cx="1828800" cy="1554480"/>
          </a:xfrm>
          <a:prstGeom prst="rect">
            <a:avLst/>
          </a:prstGeom>
          <a:noFill/>
          <a:ln w="28575">
            <a:solidFill>
              <a:srgbClr val="1A7A9A"/>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a:p>
        </p:txBody>
      </p:sp>
      <p:sp>
        <p:nvSpPr>
          <p:cNvPr id="42" name="Rectangle 41">
            <a:extLst>
              <a:ext uri="{FF2B5EF4-FFF2-40B4-BE49-F238E27FC236}">
                <a16:creationId xmlns:a16="http://schemas.microsoft.com/office/drawing/2014/main" id="{9027739A-7FC1-823E-0F3E-DDC804437321}"/>
              </a:ext>
            </a:extLst>
          </p:cNvPr>
          <p:cNvSpPr/>
          <p:nvPr/>
        </p:nvSpPr>
        <p:spPr>
          <a:xfrm>
            <a:off x="6912708" y="1095546"/>
            <a:ext cx="1828800" cy="1554480"/>
          </a:xfrm>
          <a:prstGeom prst="rect">
            <a:avLst/>
          </a:prstGeom>
          <a:noFill/>
          <a:ln w="28575">
            <a:solidFill>
              <a:srgbClr val="B09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6AE3FBAB-FD63-9C79-2E7D-25D432366BFE}"/>
              </a:ext>
            </a:extLst>
          </p:cNvPr>
          <p:cNvSpPr txBox="1"/>
          <p:nvPr/>
        </p:nvSpPr>
        <p:spPr>
          <a:xfrm>
            <a:off x="4927058" y="1131255"/>
            <a:ext cx="1744772" cy="1277273"/>
          </a:xfrm>
          <a:prstGeom prst="rect">
            <a:avLst/>
          </a:prstGeom>
          <a:noFill/>
        </p:spPr>
        <p:txBody>
          <a:bodyPr wrap="square" rtlCol="0" anchor="t">
            <a:spAutoFit/>
          </a:bodyPr>
          <a:lstStyle/>
          <a:p>
            <a:pPr marL="171450" indent="-171450">
              <a:buFont typeface="Wingdings" panose="05000000000000000000" pitchFamily="2" charset="2"/>
              <a:buChar char="ü"/>
            </a:pPr>
            <a:r>
              <a:rPr lang="en-US" sz="1100"/>
              <a:t>Identify a tasks that should be done before next week</a:t>
            </a:r>
          </a:p>
          <a:p>
            <a:pPr marL="171450" indent="-171450">
              <a:buFont typeface="Wingdings" panose="05000000000000000000" pitchFamily="2" charset="2"/>
              <a:buChar char="ü"/>
            </a:pPr>
            <a:endParaRPr lang="en-US" sz="1100"/>
          </a:p>
          <a:p>
            <a:pPr marL="171450" indent="-171450">
              <a:buFont typeface="Wingdings" panose="05000000000000000000" pitchFamily="2" charset="2"/>
              <a:buChar char="ü"/>
            </a:pPr>
            <a:r>
              <a:rPr lang="en-US" sz="1100"/>
              <a:t>List potential deadlines if they are not the next meeting (ex. 09/26)</a:t>
            </a:r>
          </a:p>
        </p:txBody>
      </p:sp>
      <p:sp>
        <p:nvSpPr>
          <p:cNvPr id="46" name="TextBox 45">
            <a:extLst>
              <a:ext uri="{FF2B5EF4-FFF2-40B4-BE49-F238E27FC236}">
                <a16:creationId xmlns:a16="http://schemas.microsoft.com/office/drawing/2014/main" id="{F8885530-9546-FB0B-CB38-EC7E4F1CC609}"/>
              </a:ext>
            </a:extLst>
          </p:cNvPr>
          <p:cNvSpPr txBox="1"/>
          <p:nvPr/>
        </p:nvSpPr>
        <p:spPr>
          <a:xfrm>
            <a:off x="6954722" y="1155584"/>
            <a:ext cx="1744772" cy="1107996"/>
          </a:xfrm>
          <a:prstGeom prst="rect">
            <a:avLst/>
          </a:prstGeom>
          <a:noFill/>
        </p:spPr>
        <p:txBody>
          <a:bodyPr wrap="square" rtlCol="0" anchor="t">
            <a:spAutoFit/>
          </a:bodyPr>
          <a:lstStyle/>
          <a:p>
            <a:pPr marL="171450" indent="-171450">
              <a:buFont typeface="Wingdings" panose="05000000000000000000" pitchFamily="2" charset="2"/>
              <a:buChar char="ü"/>
            </a:pPr>
            <a:r>
              <a:rPr lang="en-US" sz="1100"/>
              <a:t>Identify if there are any needs from Prof. Morton, Post Docs, Engineers etc. </a:t>
            </a:r>
          </a:p>
          <a:p>
            <a:pPr marL="171450" indent="-171450">
              <a:buFont typeface="Wingdings" panose="05000000000000000000" pitchFamily="2" charset="2"/>
              <a:buChar char="ü"/>
            </a:pPr>
            <a:r>
              <a:rPr lang="en-US" sz="1100"/>
              <a:t>Make tasks clear and concise</a:t>
            </a:r>
          </a:p>
        </p:txBody>
      </p:sp>
    </p:spTree>
    <p:extLst>
      <p:ext uri="{BB962C8B-B14F-4D97-AF65-F5344CB8AC3E}">
        <p14:creationId xmlns:p14="http://schemas.microsoft.com/office/powerpoint/2010/main" val="17646637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E8DC6FCD-811B-436E-9FEE-FC957486C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a:extLst>
              <a:ext uri="{FF2B5EF4-FFF2-40B4-BE49-F238E27FC236}">
                <a16:creationId xmlns:a16="http://schemas.microsoft.com/office/drawing/2014/main" id="{9CEBFC26-6E19-9759-7919-F4D32DDE3E6D}"/>
              </a:ext>
            </a:extLst>
          </p:cNvPr>
          <p:cNvPicPr>
            <a:picLocks noChangeAspect="1"/>
          </p:cNvPicPr>
          <p:nvPr/>
        </p:nvPicPr>
        <p:blipFill>
          <a:blip r:embed="rId2"/>
          <a:srcRect t="14400" r="3" b="2102"/>
          <a:stretch>
            <a:fillRect/>
          </a:stretch>
        </p:blipFill>
        <p:spPr>
          <a:xfrm>
            <a:off x="53109" y="156667"/>
            <a:ext cx="4353079" cy="2417190"/>
          </a:xfrm>
          <a:prstGeom prst="rect">
            <a:avLst/>
          </a:prstGeom>
        </p:spPr>
      </p:pic>
      <p:pic>
        <p:nvPicPr>
          <p:cNvPr id="7" name="Picture 6">
            <a:extLst>
              <a:ext uri="{FF2B5EF4-FFF2-40B4-BE49-F238E27FC236}">
                <a16:creationId xmlns:a16="http://schemas.microsoft.com/office/drawing/2014/main" id="{7C5E8A4F-606D-44D0-E6C2-B6866DFB3DA0}"/>
              </a:ext>
            </a:extLst>
          </p:cNvPr>
          <p:cNvPicPr>
            <a:picLocks noChangeAspect="1"/>
          </p:cNvPicPr>
          <p:nvPr/>
        </p:nvPicPr>
        <p:blipFill>
          <a:blip r:embed="rId3"/>
          <a:srcRect t="6540" b="643"/>
          <a:stretch>
            <a:fillRect/>
          </a:stretch>
        </p:blipFill>
        <p:spPr>
          <a:xfrm>
            <a:off x="4572000" y="57713"/>
            <a:ext cx="4348413" cy="2683971"/>
          </a:xfrm>
          <a:prstGeom prst="rect">
            <a:avLst/>
          </a:prstGeom>
        </p:spPr>
      </p:pic>
      <p:pic>
        <p:nvPicPr>
          <p:cNvPr id="5" name="Picture 4">
            <a:extLst>
              <a:ext uri="{FF2B5EF4-FFF2-40B4-BE49-F238E27FC236}">
                <a16:creationId xmlns:a16="http://schemas.microsoft.com/office/drawing/2014/main" id="{56F3FDAD-89FF-3E2D-EADE-CFCD14EFCF76}"/>
              </a:ext>
            </a:extLst>
          </p:cNvPr>
          <p:cNvPicPr>
            <a:picLocks noChangeAspect="1"/>
          </p:cNvPicPr>
          <p:nvPr/>
        </p:nvPicPr>
        <p:blipFill>
          <a:blip r:embed="rId4"/>
          <a:srcRect t="10642" r="3" b="6172"/>
          <a:stretch>
            <a:fillRect/>
          </a:stretch>
        </p:blipFill>
        <p:spPr>
          <a:xfrm>
            <a:off x="149054" y="2308415"/>
            <a:ext cx="4353079" cy="2417190"/>
          </a:xfrm>
          <a:prstGeom prst="rect">
            <a:avLst/>
          </a:prstGeom>
        </p:spPr>
      </p:pic>
      <p:pic>
        <p:nvPicPr>
          <p:cNvPr id="3" name="Picture 2">
            <a:extLst>
              <a:ext uri="{FF2B5EF4-FFF2-40B4-BE49-F238E27FC236}">
                <a16:creationId xmlns:a16="http://schemas.microsoft.com/office/drawing/2014/main" id="{55613FC5-6D7B-6CD8-28E6-DB8AF1EDFFA2}"/>
              </a:ext>
            </a:extLst>
          </p:cNvPr>
          <p:cNvPicPr>
            <a:picLocks noChangeAspect="1"/>
          </p:cNvPicPr>
          <p:nvPr/>
        </p:nvPicPr>
        <p:blipFill>
          <a:blip r:embed="rId5"/>
          <a:srcRect t="9798" b="8358"/>
          <a:stretch>
            <a:fillRect/>
          </a:stretch>
        </p:blipFill>
        <p:spPr>
          <a:xfrm>
            <a:off x="4646529" y="2350035"/>
            <a:ext cx="4348412" cy="2375569"/>
          </a:xfrm>
          <a:prstGeom prst="rect">
            <a:avLst/>
          </a:prstGeom>
        </p:spPr>
      </p:pic>
    </p:spTree>
    <p:extLst>
      <p:ext uri="{BB962C8B-B14F-4D97-AF65-F5344CB8AC3E}">
        <p14:creationId xmlns:p14="http://schemas.microsoft.com/office/powerpoint/2010/main" val="3310848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24E43-6D62-0767-24D5-43D6A1A5036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E387C11-9226-557A-836B-179FB2649055}"/>
              </a:ext>
            </a:extLst>
          </p:cNvPr>
          <p:cNvSpPr/>
          <p:nvPr/>
        </p:nvSpPr>
        <p:spPr>
          <a:xfrm>
            <a:off x="0" y="0"/>
            <a:ext cx="9144000" cy="5143500"/>
          </a:xfrm>
          <a:prstGeom prst="rect">
            <a:avLst/>
          </a:prstGeom>
          <a:solidFill>
            <a:srgbClr val="F2F7FA"/>
          </a:solidFill>
          <a:ln w="12700">
            <a:solidFill>
              <a:srgbClr val="F2F7FA"/>
            </a:solidFill>
            <a:prstDash val="solid"/>
          </a:ln>
        </p:spPr>
        <p:txBody>
          <a:bodyPr/>
          <a:lstStyle/>
          <a:p>
            <a:endParaRPr lang="en-US"/>
          </a:p>
        </p:txBody>
      </p:sp>
      <p:sp>
        <p:nvSpPr>
          <p:cNvPr id="3" name="Shape 1">
            <a:extLst>
              <a:ext uri="{FF2B5EF4-FFF2-40B4-BE49-F238E27FC236}">
                <a16:creationId xmlns:a16="http://schemas.microsoft.com/office/drawing/2014/main" id="{3684DDE0-7992-4045-7C45-25733DB042C5}"/>
              </a:ext>
            </a:extLst>
          </p:cNvPr>
          <p:cNvSpPr/>
          <p:nvPr/>
        </p:nvSpPr>
        <p:spPr>
          <a:xfrm>
            <a:off x="0" y="0"/>
            <a:ext cx="9144000" cy="594360"/>
          </a:xfrm>
          <a:prstGeom prst="rect">
            <a:avLst/>
          </a:prstGeom>
          <a:solidFill>
            <a:srgbClr val="1B3A6B"/>
          </a:solidFill>
          <a:ln w="12700">
            <a:solidFill>
              <a:srgbClr val="1B3A6B"/>
            </a:solidFill>
            <a:prstDash val="solid"/>
          </a:ln>
        </p:spPr>
        <p:txBody>
          <a:bodyPr/>
          <a:lstStyle/>
          <a:p>
            <a:endParaRPr lang="en-US"/>
          </a:p>
        </p:txBody>
      </p:sp>
      <p:sp>
        <p:nvSpPr>
          <p:cNvPr id="4" name="Text 2">
            <a:extLst>
              <a:ext uri="{FF2B5EF4-FFF2-40B4-BE49-F238E27FC236}">
                <a16:creationId xmlns:a16="http://schemas.microsoft.com/office/drawing/2014/main" id="{9BD4979B-5351-6EBF-BBB4-C74546A29C9A}"/>
              </a:ext>
            </a:extLst>
          </p:cNvPr>
          <p:cNvSpPr txBox="1"/>
          <p:nvPr/>
        </p:nvSpPr>
        <p:spPr>
          <a:xfrm>
            <a:off x="256032" y="73152"/>
            <a:ext cx="8229600" cy="457200"/>
          </a:xfrm>
          <a:prstGeom prst="rect">
            <a:avLst/>
          </a:prstGeom>
          <a:noFill/>
          <a:ln/>
        </p:spPr>
        <p:txBody>
          <a:bodyPr wrap="square" lIns="0" tIns="0" rIns="0" bIns="0" rtlCol="0" anchor="ctr"/>
          <a:lstStyle/>
          <a:p>
            <a:pPr marL="0" indent="0">
              <a:buNone/>
            </a:pPr>
            <a:r>
              <a:rPr lang="en-US" sz="2600" b="1">
                <a:solidFill>
                  <a:srgbClr val="FFFFFF"/>
                </a:solidFill>
                <a:latin typeface="Calibri" pitchFamily="34" charset="0"/>
                <a:ea typeface="Calibri" pitchFamily="34" charset="-122"/>
                <a:cs typeface="Calibri" pitchFamily="34" charset="-120"/>
              </a:rPr>
              <a:t>[Comparison Slide Title]</a:t>
            </a:r>
            <a:endParaRPr lang="en-US" sz="2600"/>
          </a:p>
        </p:txBody>
      </p:sp>
      <p:sp>
        <p:nvSpPr>
          <p:cNvPr id="5" name="Shape 3">
            <a:extLst>
              <a:ext uri="{FF2B5EF4-FFF2-40B4-BE49-F238E27FC236}">
                <a16:creationId xmlns:a16="http://schemas.microsoft.com/office/drawing/2014/main" id="{D02D769C-B72D-71FA-8DF4-CE7B7F996E08}"/>
              </a:ext>
            </a:extLst>
          </p:cNvPr>
          <p:cNvSpPr/>
          <p:nvPr/>
        </p:nvSpPr>
        <p:spPr>
          <a:xfrm>
            <a:off x="201168" y="713232"/>
            <a:ext cx="4114800" cy="4133088"/>
          </a:xfrm>
          <a:prstGeom prst="rect">
            <a:avLst/>
          </a:prstGeom>
          <a:solidFill>
            <a:srgbClr val="FFFFFF"/>
          </a:solidFill>
          <a:ln w="19050">
            <a:solidFill>
              <a:srgbClr val="1A7A9A"/>
            </a:solidFill>
            <a:prstDash val="solid"/>
          </a:ln>
        </p:spPr>
        <p:txBody>
          <a:bodyPr/>
          <a:lstStyle/>
          <a:p>
            <a:endParaRPr lang="en-US"/>
          </a:p>
        </p:txBody>
      </p:sp>
      <p:sp>
        <p:nvSpPr>
          <p:cNvPr id="6" name="Shape 4">
            <a:extLst>
              <a:ext uri="{FF2B5EF4-FFF2-40B4-BE49-F238E27FC236}">
                <a16:creationId xmlns:a16="http://schemas.microsoft.com/office/drawing/2014/main" id="{A686528C-50F5-6D94-7EC8-94CD7EF6DB87}"/>
              </a:ext>
            </a:extLst>
          </p:cNvPr>
          <p:cNvSpPr/>
          <p:nvPr/>
        </p:nvSpPr>
        <p:spPr>
          <a:xfrm>
            <a:off x="201168" y="713232"/>
            <a:ext cx="4114800" cy="384048"/>
          </a:xfrm>
          <a:prstGeom prst="rect">
            <a:avLst/>
          </a:prstGeom>
          <a:solidFill>
            <a:srgbClr val="1A7A9A"/>
          </a:solidFill>
          <a:ln w="12700">
            <a:solidFill>
              <a:srgbClr val="1A7A9A"/>
            </a:solidFill>
            <a:prstDash val="solid"/>
          </a:ln>
        </p:spPr>
        <p:txBody>
          <a:bodyPr/>
          <a:lstStyle/>
          <a:p>
            <a:endParaRPr lang="en-US"/>
          </a:p>
        </p:txBody>
      </p:sp>
      <p:sp>
        <p:nvSpPr>
          <p:cNvPr id="7" name="Text 5">
            <a:extLst>
              <a:ext uri="{FF2B5EF4-FFF2-40B4-BE49-F238E27FC236}">
                <a16:creationId xmlns:a16="http://schemas.microsoft.com/office/drawing/2014/main" id="{59691CDD-1396-C8E7-1DC1-7E8742DDE00F}"/>
              </a:ext>
            </a:extLst>
          </p:cNvPr>
          <p:cNvSpPr txBox="1"/>
          <p:nvPr/>
        </p:nvSpPr>
        <p:spPr>
          <a:xfrm>
            <a:off x="347472" y="740664"/>
            <a:ext cx="3749040" cy="310896"/>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[Left Column Header]</a:t>
            </a:r>
            <a:endParaRPr lang="en-US" sz="1400"/>
          </a:p>
        </p:txBody>
      </p:sp>
      <p:sp>
        <p:nvSpPr>
          <p:cNvPr id="8" name="Text 6">
            <a:extLst>
              <a:ext uri="{FF2B5EF4-FFF2-40B4-BE49-F238E27FC236}">
                <a16:creationId xmlns:a16="http://schemas.microsoft.com/office/drawing/2014/main" id="{6FBFE966-4171-04FC-F1BF-191EA4EA88D5}"/>
              </a:ext>
            </a:extLst>
          </p:cNvPr>
          <p:cNvSpPr txBox="1"/>
          <p:nvPr/>
        </p:nvSpPr>
        <p:spPr>
          <a:xfrm>
            <a:off x="347472" y="1188720"/>
            <a:ext cx="3749040" cy="475488"/>
          </a:xfrm>
          <a:prstGeom prst="rect">
            <a:avLst/>
          </a:prstGeom>
          <a:noFill/>
          <a:ln/>
        </p:spPr>
        <p:txBody>
          <a:bodyPr wrap="square" lIns="0" tIns="0" rIns="0" bIns="0" rtlCol="0" anchor="ctr"/>
          <a:lstStyle/>
          <a:p>
            <a:pPr marL="342900" indent="-342900">
              <a:buSzPct val="100000"/>
              <a:buChar char="•"/>
            </a:pPr>
            <a:r>
              <a:rPr lang="en-US" sz="1150">
                <a:solidFill>
                  <a:srgbClr val="0D2340"/>
                </a:solidFill>
                <a:latin typeface="Calibri" pitchFamily="34" charset="0"/>
                <a:ea typeface="Calibri" pitchFamily="34" charset="-122"/>
                <a:cs typeface="Calibri" pitchFamily="34" charset="-120"/>
              </a:rPr>
              <a:t>Bullet point one with relevant content</a:t>
            </a:r>
            <a:endParaRPr lang="en-US" sz="1150"/>
          </a:p>
        </p:txBody>
      </p:sp>
      <p:sp>
        <p:nvSpPr>
          <p:cNvPr id="9" name="Text 7">
            <a:extLst>
              <a:ext uri="{FF2B5EF4-FFF2-40B4-BE49-F238E27FC236}">
                <a16:creationId xmlns:a16="http://schemas.microsoft.com/office/drawing/2014/main" id="{72574B61-5464-4E2F-C7BF-60CE72C7BB8F}"/>
              </a:ext>
            </a:extLst>
          </p:cNvPr>
          <p:cNvSpPr txBox="1"/>
          <p:nvPr/>
        </p:nvSpPr>
        <p:spPr>
          <a:xfrm>
            <a:off x="347472" y="1737360"/>
            <a:ext cx="3749040" cy="475488"/>
          </a:xfrm>
          <a:prstGeom prst="rect">
            <a:avLst/>
          </a:prstGeom>
          <a:noFill/>
          <a:ln/>
        </p:spPr>
        <p:txBody>
          <a:bodyPr wrap="square" lIns="0" tIns="0" rIns="0" bIns="0" rtlCol="0" anchor="ctr"/>
          <a:lstStyle/>
          <a:p>
            <a:pPr marL="342900" indent="-342900">
              <a:buSzPct val="100000"/>
              <a:buChar char="•"/>
            </a:pPr>
            <a:r>
              <a:rPr lang="en-US" sz="1150">
                <a:solidFill>
                  <a:srgbClr val="0D2340"/>
                </a:solidFill>
                <a:latin typeface="Calibri" pitchFamily="34" charset="0"/>
                <a:ea typeface="Calibri" pitchFamily="34" charset="-122"/>
                <a:cs typeface="Calibri" pitchFamily="34" charset="-120"/>
              </a:rPr>
              <a:t>Bullet point two with relevant content</a:t>
            </a:r>
            <a:endParaRPr lang="en-US" sz="1150"/>
          </a:p>
        </p:txBody>
      </p:sp>
      <p:sp>
        <p:nvSpPr>
          <p:cNvPr id="10" name="Text 8">
            <a:extLst>
              <a:ext uri="{FF2B5EF4-FFF2-40B4-BE49-F238E27FC236}">
                <a16:creationId xmlns:a16="http://schemas.microsoft.com/office/drawing/2014/main" id="{27B802E4-6FF0-426E-1837-9D0E9509F1C9}"/>
              </a:ext>
            </a:extLst>
          </p:cNvPr>
          <p:cNvSpPr txBox="1"/>
          <p:nvPr/>
        </p:nvSpPr>
        <p:spPr>
          <a:xfrm>
            <a:off x="347472" y="2286000"/>
            <a:ext cx="3749040" cy="475488"/>
          </a:xfrm>
          <a:prstGeom prst="rect">
            <a:avLst/>
          </a:prstGeom>
          <a:noFill/>
          <a:ln/>
        </p:spPr>
        <p:txBody>
          <a:bodyPr wrap="square" lIns="0" tIns="0" rIns="0" bIns="0" rtlCol="0" anchor="ctr"/>
          <a:lstStyle/>
          <a:p>
            <a:pPr marL="342900" indent="-342900">
              <a:buSzPct val="100000"/>
              <a:buChar char="•"/>
            </a:pPr>
            <a:r>
              <a:rPr lang="en-US" sz="1150">
                <a:solidFill>
                  <a:srgbClr val="0D2340"/>
                </a:solidFill>
                <a:latin typeface="Calibri" pitchFamily="34" charset="0"/>
                <a:ea typeface="Calibri" pitchFamily="34" charset="-122"/>
                <a:cs typeface="Calibri" pitchFamily="34" charset="-120"/>
              </a:rPr>
              <a:t>Bullet point three with relevant content</a:t>
            </a:r>
            <a:endParaRPr lang="en-US" sz="1150"/>
          </a:p>
        </p:txBody>
      </p:sp>
      <p:sp>
        <p:nvSpPr>
          <p:cNvPr id="11" name="Text 9">
            <a:extLst>
              <a:ext uri="{FF2B5EF4-FFF2-40B4-BE49-F238E27FC236}">
                <a16:creationId xmlns:a16="http://schemas.microsoft.com/office/drawing/2014/main" id="{4504C633-B34E-82F1-CE8C-BE315446545D}"/>
              </a:ext>
            </a:extLst>
          </p:cNvPr>
          <p:cNvSpPr txBox="1"/>
          <p:nvPr/>
        </p:nvSpPr>
        <p:spPr>
          <a:xfrm>
            <a:off x="347472" y="2834640"/>
            <a:ext cx="3749040" cy="475488"/>
          </a:xfrm>
          <a:prstGeom prst="rect">
            <a:avLst/>
          </a:prstGeom>
          <a:noFill/>
          <a:ln/>
        </p:spPr>
        <p:txBody>
          <a:bodyPr wrap="square" lIns="0" tIns="0" rIns="0" bIns="0" rtlCol="0" anchor="ctr"/>
          <a:lstStyle/>
          <a:p>
            <a:pPr marL="342900" indent="-342900">
              <a:buSzPct val="100000"/>
              <a:buChar char="•"/>
            </a:pPr>
            <a:r>
              <a:rPr lang="en-US" sz="1150">
                <a:solidFill>
                  <a:srgbClr val="0D2340"/>
                </a:solidFill>
                <a:latin typeface="Calibri" pitchFamily="34" charset="0"/>
                <a:ea typeface="Calibri" pitchFamily="34" charset="-122"/>
                <a:cs typeface="Calibri" pitchFamily="34" charset="-120"/>
              </a:rPr>
              <a:t>Bullet point four with relevant content</a:t>
            </a:r>
            <a:endParaRPr lang="en-US" sz="1150"/>
          </a:p>
        </p:txBody>
      </p:sp>
      <p:sp>
        <p:nvSpPr>
          <p:cNvPr id="12" name="Text 10">
            <a:extLst>
              <a:ext uri="{FF2B5EF4-FFF2-40B4-BE49-F238E27FC236}">
                <a16:creationId xmlns:a16="http://schemas.microsoft.com/office/drawing/2014/main" id="{9CB9EDE9-D6B1-EEF8-2187-A79BB1ACCE19}"/>
              </a:ext>
            </a:extLst>
          </p:cNvPr>
          <p:cNvSpPr txBox="1"/>
          <p:nvPr/>
        </p:nvSpPr>
        <p:spPr>
          <a:xfrm>
            <a:off x="347472" y="3383280"/>
            <a:ext cx="3749040" cy="475488"/>
          </a:xfrm>
          <a:prstGeom prst="rect">
            <a:avLst/>
          </a:prstGeom>
          <a:noFill/>
          <a:ln/>
        </p:spPr>
        <p:txBody>
          <a:bodyPr wrap="square" lIns="0" tIns="0" rIns="0" bIns="0" rtlCol="0" anchor="ctr"/>
          <a:lstStyle/>
          <a:p>
            <a:pPr marL="342900" indent="-342900">
              <a:buSzPct val="100000"/>
              <a:buChar char="•"/>
            </a:pPr>
            <a:r>
              <a:rPr lang="en-US" sz="1150">
                <a:solidFill>
                  <a:srgbClr val="0D2340"/>
                </a:solidFill>
                <a:latin typeface="Calibri" pitchFamily="34" charset="0"/>
                <a:ea typeface="Calibri" pitchFamily="34" charset="-122"/>
                <a:cs typeface="Calibri" pitchFamily="34" charset="-120"/>
              </a:rPr>
              <a:t>Bullet point five with relevant content</a:t>
            </a:r>
            <a:endParaRPr lang="en-US" sz="1150"/>
          </a:p>
        </p:txBody>
      </p:sp>
      <p:sp>
        <p:nvSpPr>
          <p:cNvPr id="13" name="Shape 11">
            <a:extLst>
              <a:ext uri="{FF2B5EF4-FFF2-40B4-BE49-F238E27FC236}">
                <a16:creationId xmlns:a16="http://schemas.microsoft.com/office/drawing/2014/main" id="{6876C66E-2DAE-2624-7345-07AE42738322}"/>
              </a:ext>
            </a:extLst>
          </p:cNvPr>
          <p:cNvSpPr/>
          <p:nvPr/>
        </p:nvSpPr>
        <p:spPr>
          <a:xfrm>
            <a:off x="4828032" y="713232"/>
            <a:ext cx="4114800" cy="4133088"/>
          </a:xfrm>
          <a:prstGeom prst="rect">
            <a:avLst/>
          </a:prstGeom>
          <a:solidFill>
            <a:srgbClr val="FFFFFF"/>
          </a:solidFill>
          <a:ln w="19050">
            <a:solidFill>
              <a:srgbClr val="CFB87C"/>
            </a:solidFill>
            <a:prstDash val="solid"/>
          </a:ln>
        </p:spPr>
        <p:txBody>
          <a:bodyPr/>
          <a:lstStyle/>
          <a:p>
            <a:endParaRPr lang="en-US"/>
          </a:p>
        </p:txBody>
      </p:sp>
      <p:sp>
        <p:nvSpPr>
          <p:cNvPr id="14" name="Shape 12">
            <a:extLst>
              <a:ext uri="{FF2B5EF4-FFF2-40B4-BE49-F238E27FC236}">
                <a16:creationId xmlns:a16="http://schemas.microsoft.com/office/drawing/2014/main" id="{8AE6AA9A-E05A-D65B-BD6B-B2D25A9D3E34}"/>
              </a:ext>
            </a:extLst>
          </p:cNvPr>
          <p:cNvSpPr/>
          <p:nvPr/>
        </p:nvSpPr>
        <p:spPr>
          <a:xfrm>
            <a:off x="4828032" y="713232"/>
            <a:ext cx="4114800" cy="384048"/>
          </a:xfrm>
          <a:prstGeom prst="rect">
            <a:avLst/>
          </a:prstGeom>
          <a:solidFill>
            <a:srgbClr val="B09040"/>
          </a:solidFill>
          <a:ln w="12700">
            <a:solidFill>
              <a:srgbClr val="B09040"/>
            </a:solidFill>
            <a:prstDash val="solid"/>
          </a:ln>
        </p:spPr>
        <p:txBody>
          <a:bodyPr/>
          <a:lstStyle/>
          <a:p>
            <a:endParaRPr lang="en-US"/>
          </a:p>
        </p:txBody>
      </p:sp>
      <p:sp>
        <p:nvSpPr>
          <p:cNvPr id="15" name="Text 13">
            <a:extLst>
              <a:ext uri="{FF2B5EF4-FFF2-40B4-BE49-F238E27FC236}">
                <a16:creationId xmlns:a16="http://schemas.microsoft.com/office/drawing/2014/main" id="{7DD8D300-8E49-1875-43F6-AA6D4CC2136F}"/>
              </a:ext>
            </a:extLst>
          </p:cNvPr>
          <p:cNvSpPr txBox="1"/>
          <p:nvPr/>
        </p:nvSpPr>
        <p:spPr>
          <a:xfrm>
            <a:off x="4974336" y="740664"/>
            <a:ext cx="3749040" cy="310896"/>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[Right Column Header]</a:t>
            </a:r>
            <a:endParaRPr lang="en-US" sz="1400"/>
          </a:p>
        </p:txBody>
      </p:sp>
      <p:sp>
        <p:nvSpPr>
          <p:cNvPr id="16" name="Text 14">
            <a:extLst>
              <a:ext uri="{FF2B5EF4-FFF2-40B4-BE49-F238E27FC236}">
                <a16:creationId xmlns:a16="http://schemas.microsoft.com/office/drawing/2014/main" id="{3C3CB25F-F7AC-1967-253D-AA7D552CC592}"/>
              </a:ext>
            </a:extLst>
          </p:cNvPr>
          <p:cNvSpPr txBox="1"/>
          <p:nvPr/>
        </p:nvSpPr>
        <p:spPr>
          <a:xfrm>
            <a:off x="4974336" y="1188720"/>
            <a:ext cx="3749040" cy="475488"/>
          </a:xfrm>
          <a:prstGeom prst="rect">
            <a:avLst/>
          </a:prstGeom>
          <a:noFill/>
          <a:ln/>
        </p:spPr>
        <p:txBody>
          <a:bodyPr wrap="square" lIns="0" tIns="0" rIns="0" bIns="0" rtlCol="0" anchor="ctr"/>
          <a:lstStyle/>
          <a:p>
            <a:pPr marL="342900" indent="-342900">
              <a:buSzPct val="100000"/>
              <a:buChar char="•"/>
            </a:pPr>
            <a:r>
              <a:rPr lang="en-US" sz="1150">
                <a:solidFill>
                  <a:srgbClr val="0D2340"/>
                </a:solidFill>
                <a:latin typeface="Calibri" pitchFamily="34" charset="0"/>
                <a:ea typeface="Calibri" pitchFamily="34" charset="-122"/>
                <a:cs typeface="Calibri" pitchFamily="34" charset="-120"/>
              </a:rPr>
              <a:t>Bullet point one with relevant content</a:t>
            </a:r>
            <a:endParaRPr lang="en-US" sz="1150"/>
          </a:p>
        </p:txBody>
      </p:sp>
      <p:sp>
        <p:nvSpPr>
          <p:cNvPr id="17" name="Text 15">
            <a:extLst>
              <a:ext uri="{FF2B5EF4-FFF2-40B4-BE49-F238E27FC236}">
                <a16:creationId xmlns:a16="http://schemas.microsoft.com/office/drawing/2014/main" id="{DC407793-47F7-86CB-6A76-ACF79208F244}"/>
              </a:ext>
            </a:extLst>
          </p:cNvPr>
          <p:cNvSpPr txBox="1"/>
          <p:nvPr/>
        </p:nvSpPr>
        <p:spPr>
          <a:xfrm>
            <a:off x="4974336" y="1737360"/>
            <a:ext cx="3749040" cy="475488"/>
          </a:xfrm>
          <a:prstGeom prst="rect">
            <a:avLst/>
          </a:prstGeom>
          <a:noFill/>
          <a:ln/>
        </p:spPr>
        <p:txBody>
          <a:bodyPr wrap="square" lIns="0" tIns="0" rIns="0" bIns="0" rtlCol="0" anchor="ctr"/>
          <a:lstStyle/>
          <a:p>
            <a:pPr marL="342900" indent="-342900">
              <a:buSzPct val="100000"/>
              <a:buChar char="•"/>
            </a:pPr>
            <a:r>
              <a:rPr lang="en-US" sz="1150">
                <a:solidFill>
                  <a:srgbClr val="0D2340"/>
                </a:solidFill>
                <a:latin typeface="Calibri" pitchFamily="34" charset="0"/>
                <a:ea typeface="Calibri" pitchFamily="34" charset="-122"/>
                <a:cs typeface="Calibri" pitchFamily="34" charset="-120"/>
              </a:rPr>
              <a:t>Bullet point two with relevant content</a:t>
            </a:r>
            <a:endParaRPr lang="en-US" sz="1150"/>
          </a:p>
        </p:txBody>
      </p:sp>
      <p:sp>
        <p:nvSpPr>
          <p:cNvPr id="18" name="Text 16">
            <a:extLst>
              <a:ext uri="{FF2B5EF4-FFF2-40B4-BE49-F238E27FC236}">
                <a16:creationId xmlns:a16="http://schemas.microsoft.com/office/drawing/2014/main" id="{3FE89505-5445-270E-3485-DE5FDE117F7E}"/>
              </a:ext>
            </a:extLst>
          </p:cNvPr>
          <p:cNvSpPr txBox="1"/>
          <p:nvPr/>
        </p:nvSpPr>
        <p:spPr>
          <a:xfrm>
            <a:off x="4974336" y="2286000"/>
            <a:ext cx="3749040" cy="475488"/>
          </a:xfrm>
          <a:prstGeom prst="rect">
            <a:avLst/>
          </a:prstGeom>
          <a:noFill/>
          <a:ln/>
        </p:spPr>
        <p:txBody>
          <a:bodyPr wrap="square" lIns="0" tIns="0" rIns="0" bIns="0" rtlCol="0" anchor="ctr"/>
          <a:lstStyle/>
          <a:p>
            <a:pPr marL="342900" indent="-342900">
              <a:buSzPct val="100000"/>
              <a:buChar char="•"/>
            </a:pPr>
            <a:r>
              <a:rPr lang="en-US" sz="1150">
                <a:solidFill>
                  <a:srgbClr val="0D2340"/>
                </a:solidFill>
                <a:latin typeface="Calibri" pitchFamily="34" charset="0"/>
                <a:ea typeface="Calibri" pitchFamily="34" charset="-122"/>
                <a:cs typeface="Calibri" pitchFamily="34" charset="-120"/>
              </a:rPr>
              <a:t>Bullet point three with relevant content</a:t>
            </a:r>
            <a:endParaRPr lang="en-US" sz="1150"/>
          </a:p>
        </p:txBody>
      </p:sp>
      <p:sp>
        <p:nvSpPr>
          <p:cNvPr id="19" name="Text 17">
            <a:extLst>
              <a:ext uri="{FF2B5EF4-FFF2-40B4-BE49-F238E27FC236}">
                <a16:creationId xmlns:a16="http://schemas.microsoft.com/office/drawing/2014/main" id="{B77136B4-3902-ABB6-5AB6-135C8A5B0143}"/>
              </a:ext>
            </a:extLst>
          </p:cNvPr>
          <p:cNvSpPr txBox="1"/>
          <p:nvPr/>
        </p:nvSpPr>
        <p:spPr>
          <a:xfrm>
            <a:off x="4974336" y="2834640"/>
            <a:ext cx="3749040" cy="475488"/>
          </a:xfrm>
          <a:prstGeom prst="rect">
            <a:avLst/>
          </a:prstGeom>
          <a:noFill/>
          <a:ln/>
        </p:spPr>
        <p:txBody>
          <a:bodyPr wrap="square" lIns="0" tIns="0" rIns="0" bIns="0" rtlCol="0" anchor="ctr"/>
          <a:lstStyle/>
          <a:p>
            <a:pPr marL="342900" indent="-342900">
              <a:buSzPct val="100000"/>
              <a:buChar char="•"/>
            </a:pPr>
            <a:r>
              <a:rPr lang="en-US" sz="1150">
                <a:solidFill>
                  <a:srgbClr val="0D2340"/>
                </a:solidFill>
                <a:latin typeface="Calibri" pitchFamily="34" charset="0"/>
                <a:ea typeface="Calibri" pitchFamily="34" charset="-122"/>
                <a:cs typeface="Calibri" pitchFamily="34" charset="-120"/>
              </a:rPr>
              <a:t>Bullet point four with relevant content</a:t>
            </a:r>
            <a:endParaRPr lang="en-US" sz="1150"/>
          </a:p>
        </p:txBody>
      </p:sp>
      <p:sp>
        <p:nvSpPr>
          <p:cNvPr id="20" name="Text 18">
            <a:extLst>
              <a:ext uri="{FF2B5EF4-FFF2-40B4-BE49-F238E27FC236}">
                <a16:creationId xmlns:a16="http://schemas.microsoft.com/office/drawing/2014/main" id="{09E51845-EC5D-775B-F927-F91D1621F323}"/>
              </a:ext>
            </a:extLst>
          </p:cNvPr>
          <p:cNvSpPr txBox="1"/>
          <p:nvPr/>
        </p:nvSpPr>
        <p:spPr>
          <a:xfrm>
            <a:off x="4974336" y="3383280"/>
            <a:ext cx="3749040" cy="475488"/>
          </a:xfrm>
          <a:prstGeom prst="rect">
            <a:avLst/>
          </a:prstGeom>
          <a:noFill/>
          <a:ln/>
        </p:spPr>
        <p:txBody>
          <a:bodyPr wrap="square" lIns="0" tIns="0" rIns="0" bIns="0" rtlCol="0" anchor="ctr"/>
          <a:lstStyle/>
          <a:p>
            <a:pPr marL="342900" indent="-342900">
              <a:buSzPct val="100000"/>
              <a:buChar char="•"/>
            </a:pPr>
            <a:r>
              <a:rPr lang="en-US" sz="1150">
                <a:solidFill>
                  <a:srgbClr val="0D2340"/>
                </a:solidFill>
                <a:latin typeface="Calibri" pitchFamily="34" charset="0"/>
                <a:ea typeface="Calibri" pitchFamily="34" charset="-122"/>
                <a:cs typeface="Calibri" pitchFamily="34" charset="-120"/>
              </a:rPr>
              <a:t>Bullet point five with relevant content</a:t>
            </a:r>
            <a:endParaRPr lang="en-US" sz="1150"/>
          </a:p>
        </p:txBody>
      </p:sp>
      <p:sp>
        <p:nvSpPr>
          <p:cNvPr id="21" name="Shape 19">
            <a:extLst>
              <a:ext uri="{FF2B5EF4-FFF2-40B4-BE49-F238E27FC236}">
                <a16:creationId xmlns:a16="http://schemas.microsoft.com/office/drawing/2014/main" id="{879F33B5-5A8B-A931-973F-D646680A676C}"/>
              </a:ext>
            </a:extLst>
          </p:cNvPr>
          <p:cNvSpPr/>
          <p:nvPr/>
        </p:nvSpPr>
        <p:spPr>
          <a:xfrm>
            <a:off x="4480560" y="914400"/>
            <a:ext cx="182880" cy="3657600"/>
          </a:xfrm>
          <a:prstGeom prst="rect">
            <a:avLst/>
          </a:prstGeom>
          <a:solidFill>
            <a:srgbClr val="D8E4ED"/>
          </a:solidFill>
          <a:ln w="12700">
            <a:solidFill>
              <a:srgbClr val="D8E4ED"/>
            </a:solidFill>
            <a:prstDash val="solid"/>
          </a:ln>
        </p:spPr>
        <p:txBody>
          <a:bodyPr/>
          <a:lstStyle/>
          <a:p>
            <a:endParaRPr lang="en-US"/>
          </a:p>
        </p:txBody>
      </p:sp>
      <p:sp>
        <p:nvSpPr>
          <p:cNvPr id="22" name="Text 20">
            <a:extLst>
              <a:ext uri="{FF2B5EF4-FFF2-40B4-BE49-F238E27FC236}">
                <a16:creationId xmlns:a16="http://schemas.microsoft.com/office/drawing/2014/main" id="{8A47D453-732E-FAA2-A3AB-E6AE5D135D70}"/>
              </a:ext>
            </a:extLst>
          </p:cNvPr>
          <p:cNvSpPr txBox="1"/>
          <p:nvPr/>
        </p:nvSpPr>
        <p:spPr>
          <a:xfrm>
            <a:off x="4407408" y="2468880"/>
            <a:ext cx="329184" cy="329184"/>
          </a:xfrm>
          <a:prstGeom prst="rect">
            <a:avLst/>
          </a:prstGeom>
          <a:noFill/>
          <a:ln/>
        </p:spPr>
        <p:txBody>
          <a:bodyPr wrap="square" lIns="0" tIns="0" rIns="0" bIns="0" rtlCol="0" anchor="ctr"/>
          <a:lstStyle/>
          <a:p>
            <a:pPr marL="0" indent="0" algn="ctr">
              <a:buNone/>
            </a:pPr>
            <a:r>
              <a:rPr lang="en-US" sz="1000" b="1">
                <a:solidFill>
                  <a:srgbClr val="8BA4B8"/>
                </a:solidFill>
                <a:latin typeface="Calibri" pitchFamily="34" charset="0"/>
                <a:ea typeface="Calibri" pitchFamily="34" charset="-122"/>
                <a:cs typeface="Calibri" pitchFamily="34" charset="-120"/>
              </a:rPr>
              <a:t>VS</a:t>
            </a:r>
            <a:endParaRPr lang="en-US" sz="1000"/>
          </a:p>
        </p:txBody>
      </p:sp>
      <p:sp>
        <p:nvSpPr>
          <p:cNvPr id="23" name="Shape 21">
            <a:extLst>
              <a:ext uri="{FF2B5EF4-FFF2-40B4-BE49-F238E27FC236}">
                <a16:creationId xmlns:a16="http://schemas.microsoft.com/office/drawing/2014/main" id="{A6412D39-C795-4235-7F26-66C43EDF5434}"/>
              </a:ext>
            </a:extLst>
          </p:cNvPr>
          <p:cNvSpPr/>
          <p:nvPr/>
        </p:nvSpPr>
        <p:spPr>
          <a:xfrm>
            <a:off x="0" y="4956048"/>
            <a:ext cx="9144000" cy="187452"/>
          </a:xfrm>
          <a:prstGeom prst="rect">
            <a:avLst/>
          </a:prstGeom>
          <a:solidFill>
            <a:srgbClr val="0D2340"/>
          </a:solidFill>
          <a:ln w="12700">
            <a:solidFill>
              <a:srgbClr val="0D2340"/>
            </a:solidFill>
            <a:prstDash val="solid"/>
          </a:ln>
        </p:spPr>
        <p:txBody>
          <a:bodyPr/>
          <a:lstStyle/>
          <a:p>
            <a:endParaRPr lang="en-US"/>
          </a:p>
        </p:txBody>
      </p:sp>
      <p:sp>
        <p:nvSpPr>
          <p:cNvPr id="24" name="Text 22">
            <a:extLst>
              <a:ext uri="{FF2B5EF4-FFF2-40B4-BE49-F238E27FC236}">
                <a16:creationId xmlns:a16="http://schemas.microsoft.com/office/drawing/2014/main" id="{DFB2BCFF-704B-206B-C24F-622D64333B1D}"/>
              </a:ext>
            </a:extLst>
          </p:cNvPr>
          <p:cNvSpPr txBox="1"/>
          <p:nvPr/>
        </p:nvSpPr>
        <p:spPr>
          <a:xfrm>
            <a:off x="137160" y="4965192"/>
            <a:ext cx="3657600" cy="164592"/>
          </a:xfrm>
          <a:prstGeom prst="rect">
            <a:avLst/>
          </a:prstGeom>
          <a:noFill/>
          <a:ln/>
        </p:spPr>
        <p:txBody>
          <a:bodyPr wrap="square" lIns="0" tIns="0" rIns="0" bIns="0" rtlCol="0" anchor="ctr"/>
          <a:lstStyle/>
          <a:p>
            <a:pPr marL="0" indent="0">
              <a:buNone/>
            </a:pPr>
            <a:r>
              <a:rPr lang="en-US" sz="750">
                <a:solidFill>
                  <a:srgbClr val="CFB87C"/>
                </a:solidFill>
                <a:latin typeface="Calibri" pitchFamily="34" charset="0"/>
                <a:ea typeface="Calibri" pitchFamily="34" charset="-122"/>
                <a:cs typeface="Calibri" pitchFamily="34" charset="-120"/>
              </a:rPr>
              <a:t>HERON | UAS GNSS-R</a:t>
            </a:r>
            <a:endParaRPr lang="en-US" sz="750"/>
          </a:p>
        </p:txBody>
      </p:sp>
      <p:sp>
        <p:nvSpPr>
          <p:cNvPr id="25" name="Text 23">
            <a:extLst>
              <a:ext uri="{FF2B5EF4-FFF2-40B4-BE49-F238E27FC236}">
                <a16:creationId xmlns:a16="http://schemas.microsoft.com/office/drawing/2014/main" id="{2651347A-5B7C-385F-CE6B-A9E6F0DD8E13}"/>
              </a:ext>
            </a:extLst>
          </p:cNvPr>
          <p:cNvSpPr txBox="1"/>
          <p:nvPr/>
        </p:nvSpPr>
        <p:spPr>
          <a:xfrm>
            <a:off x="5029200" y="4965192"/>
            <a:ext cx="3977640" cy="164592"/>
          </a:xfrm>
          <a:prstGeom prst="rect">
            <a:avLst/>
          </a:prstGeom>
          <a:noFill/>
          <a:ln/>
        </p:spPr>
        <p:txBody>
          <a:bodyPr wrap="square" lIns="0" tIns="0" rIns="0" bIns="0" rtlCol="0" anchor="ctr"/>
          <a:lstStyle/>
          <a:p>
            <a:pPr marL="0" indent="0" algn="r">
              <a:buNone/>
            </a:pPr>
            <a:r>
              <a:rPr lang="en-US" sz="750">
                <a:solidFill>
                  <a:srgbClr val="A8DDE2"/>
                </a:solidFill>
                <a:latin typeface="Calibri" pitchFamily="34" charset="0"/>
                <a:ea typeface="Calibri" pitchFamily="34" charset="-122"/>
                <a:cs typeface="Calibri" pitchFamily="34" charset="-120"/>
              </a:rPr>
              <a:t>Smead AES · CCAR · University of Colorado Boulder</a:t>
            </a:r>
            <a:endParaRPr lang="en-US" sz="750"/>
          </a:p>
        </p:txBody>
      </p:sp>
    </p:spTree>
    <p:extLst>
      <p:ext uri="{BB962C8B-B14F-4D97-AF65-F5344CB8AC3E}">
        <p14:creationId xmlns:p14="http://schemas.microsoft.com/office/powerpoint/2010/main" val="3380986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2F7FA"/>
          </a:solidFill>
          <a:ln w="12700">
            <a:solidFill>
              <a:srgbClr val="F2F7FA"/>
            </a:solidFill>
            <a:prstDash val="solid"/>
          </a:ln>
        </p:spPr>
        <p:txBody>
          <a:bodyPr/>
          <a:lstStyle/>
          <a:p>
            <a:endParaRPr lang="en-US"/>
          </a:p>
        </p:txBody>
      </p:sp>
      <p:sp>
        <p:nvSpPr>
          <p:cNvPr id="3" name="Shape 1"/>
          <p:cNvSpPr/>
          <p:nvPr/>
        </p:nvSpPr>
        <p:spPr>
          <a:xfrm>
            <a:off x="0" y="0"/>
            <a:ext cx="9144000" cy="594360"/>
          </a:xfrm>
          <a:prstGeom prst="rect">
            <a:avLst/>
          </a:prstGeom>
          <a:solidFill>
            <a:srgbClr val="0D2340"/>
          </a:solidFill>
          <a:ln w="12700">
            <a:solidFill>
              <a:srgbClr val="0D2340"/>
            </a:solidFill>
            <a:prstDash val="solid"/>
          </a:ln>
        </p:spPr>
        <p:txBody>
          <a:bodyPr/>
          <a:lstStyle/>
          <a:p>
            <a:endParaRPr lang="en-US"/>
          </a:p>
        </p:txBody>
      </p:sp>
      <p:sp>
        <p:nvSpPr>
          <p:cNvPr id="4" name="Text 2"/>
          <p:cNvSpPr txBox="1"/>
          <p:nvPr/>
        </p:nvSpPr>
        <p:spPr>
          <a:xfrm>
            <a:off x="256032" y="73152"/>
            <a:ext cx="8229600" cy="457200"/>
          </a:xfrm>
          <a:prstGeom prst="rect">
            <a:avLst/>
          </a:prstGeom>
          <a:noFill/>
          <a:ln/>
        </p:spPr>
        <p:txBody>
          <a:bodyPr wrap="square" lIns="0" tIns="0" rIns="0" bIns="0" rtlCol="0" anchor="ctr"/>
          <a:lstStyle/>
          <a:p>
            <a:pPr marL="0" indent="0">
              <a:buNone/>
            </a:pPr>
            <a:r>
              <a:rPr lang="en-US" sz="2600" b="1">
                <a:solidFill>
                  <a:srgbClr val="FFFFFF"/>
                </a:solidFill>
                <a:latin typeface="Calibri" pitchFamily="34" charset="0"/>
                <a:ea typeface="Calibri" pitchFamily="34" charset="-122"/>
                <a:cs typeface="Calibri" pitchFamily="34" charset="-120"/>
              </a:rPr>
              <a:t>[Quad Chart Title]</a:t>
            </a:r>
            <a:endParaRPr lang="en-US" sz="2600"/>
          </a:p>
        </p:txBody>
      </p:sp>
      <p:sp>
        <p:nvSpPr>
          <p:cNvPr id="5" name="Shape 3"/>
          <p:cNvSpPr/>
          <p:nvPr/>
        </p:nvSpPr>
        <p:spPr>
          <a:xfrm>
            <a:off x="201168" y="685800"/>
            <a:ext cx="4343400" cy="2029968"/>
          </a:xfrm>
          <a:prstGeom prst="rect">
            <a:avLst/>
          </a:prstGeom>
          <a:solidFill>
            <a:srgbClr val="FFFFFF"/>
          </a:solidFill>
          <a:ln w="19050">
            <a:solidFill>
              <a:srgbClr val="1A7A9A"/>
            </a:solidFill>
            <a:prstDash val="solid"/>
          </a:ln>
        </p:spPr>
        <p:txBody>
          <a:bodyPr/>
          <a:lstStyle/>
          <a:p>
            <a:endParaRPr lang="en-US"/>
          </a:p>
        </p:txBody>
      </p:sp>
      <p:sp>
        <p:nvSpPr>
          <p:cNvPr id="6" name="Shape 4"/>
          <p:cNvSpPr/>
          <p:nvPr/>
        </p:nvSpPr>
        <p:spPr>
          <a:xfrm>
            <a:off x="201168" y="685800"/>
            <a:ext cx="4343400" cy="292608"/>
          </a:xfrm>
          <a:prstGeom prst="rect">
            <a:avLst/>
          </a:prstGeom>
          <a:solidFill>
            <a:srgbClr val="1A7A9A"/>
          </a:solidFill>
          <a:ln w="12700">
            <a:solidFill>
              <a:srgbClr val="1A7A9A"/>
            </a:solidFill>
            <a:prstDash val="solid"/>
          </a:ln>
        </p:spPr>
        <p:txBody>
          <a:bodyPr/>
          <a:lstStyle/>
          <a:p>
            <a:endParaRPr lang="en-US"/>
          </a:p>
        </p:txBody>
      </p:sp>
      <p:sp>
        <p:nvSpPr>
          <p:cNvPr id="7" name="Text 5"/>
          <p:cNvSpPr txBox="1"/>
          <p:nvPr/>
        </p:nvSpPr>
        <p:spPr>
          <a:xfrm>
            <a:off x="292608" y="704088"/>
            <a:ext cx="4160520" cy="256032"/>
          </a:xfrm>
          <a:prstGeom prst="rect">
            <a:avLst/>
          </a:prstGeom>
          <a:noFill/>
          <a:ln/>
        </p:spPr>
        <p:txBody>
          <a:bodyPr wrap="square" lIns="0" tIns="0" rIns="0" bIns="0" rtlCol="0" anchor="ctr"/>
          <a:lstStyle/>
          <a:p>
            <a:pPr marL="0" indent="0">
              <a:buNone/>
            </a:pPr>
            <a:r>
              <a:rPr lang="en-US" sz="1000" b="1">
                <a:solidFill>
                  <a:srgbClr val="FFFFFF"/>
                </a:solidFill>
                <a:latin typeface="Calibri" pitchFamily="34" charset="0"/>
                <a:ea typeface="Calibri" pitchFamily="34" charset="-122"/>
                <a:cs typeface="Calibri" pitchFamily="34" charset="-120"/>
              </a:rPr>
              <a:t>[Q1 — Top-Left: e.g. Objective / Problem]</a:t>
            </a:r>
            <a:endParaRPr lang="en-US" sz="1000"/>
          </a:p>
        </p:txBody>
      </p:sp>
      <p:sp>
        <p:nvSpPr>
          <p:cNvPr id="8" name="Text 6"/>
          <p:cNvSpPr txBox="1"/>
          <p:nvPr/>
        </p:nvSpPr>
        <p:spPr>
          <a:xfrm>
            <a:off x="310896" y="1051560"/>
            <a:ext cx="4123944" cy="1572768"/>
          </a:xfrm>
          <a:prstGeom prst="rect">
            <a:avLst/>
          </a:prstGeom>
          <a:noFill/>
          <a:ln/>
        </p:spPr>
        <p:txBody>
          <a:bodyPr wrap="square" lIns="0" tIns="0" rIns="0" bIns="0" rtlCol="0" anchor="ctr"/>
          <a:lstStyle/>
          <a:p>
            <a:pPr marL="0" indent="0" algn="l">
              <a:buNone/>
            </a:pPr>
            <a:r>
              <a:rPr lang="en-US" sz="1050">
                <a:solidFill>
                  <a:srgbClr val="8BA4B8"/>
                </a:solidFill>
                <a:latin typeface="Calibri" pitchFamily="34" charset="0"/>
                <a:ea typeface="Calibri" pitchFamily="34" charset="-122"/>
                <a:cs typeface="Calibri" pitchFamily="34" charset="-120"/>
              </a:rPr>
              <a:t>[Add content, figures, bullet points, or charts here]</a:t>
            </a:r>
            <a:endParaRPr lang="en-US" sz="1050"/>
          </a:p>
        </p:txBody>
      </p:sp>
      <p:sp>
        <p:nvSpPr>
          <p:cNvPr id="9" name="Shape 7"/>
          <p:cNvSpPr/>
          <p:nvPr/>
        </p:nvSpPr>
        <p:spPr>
          <a:xfrm>
            <a:off x="4654296" y="685800"/>
            <a:ext cx="4343400" cy="2029968"/>
          </a:xfrm>
          <a:prstGeom prst="rect">
            <a:avLst/>
          </a:prstGeom>
          <a:solidFill>
            <a:srgbClr val="FFFFFF"/>
          </a:solidFill>
          <a:ln w="19050">
            <a:solidFill>
              <a:srgbClr val="1B3A6B"/>
            </a:solidFill>
            <a:prstDash val="solid"/>
          </a:ln>
        </p:spPr>
        <p:txBody>
          <a:bodyPr/>
          <a:lstStyle/>
          <a:p>
            <a:endParaRPr lang="en-US"/>
          </a:p>
        </p:txBody>
      </p:sp>
      <p:sp>
        <p:nvSpPr>
          <p:cNvPr id="10" name="Shape 8"/>
          <p:cNvSpPr/>
          <p:nvPr/>
        </p:nvSpPr>
        <p:spPr>
          <a:xfrm>
            <a:off x="4654296" y="685800"/>
            <a:ext cx="4343400" cy="292608"/>
          </a:xfrm>
          <a:prstGeom prst="rect">
            <a:avLst/>
          </a:prstGeom>
          <a:solidFill>
            <a:srgbClr val="1B3A6B"/>
          </a:solidFill>
          <a:ln w="12700">
            <a:solidFill>
              <a:srgbClr val="1B3A6B"/>
            </a:solidFill>
            <a:prstDash val="solid"/>
          </a:ln>
        </p:spPr>
        <p:txBody>
          <a:bodyPr/>
          <a:lstStyle/>
          <a:p>
            <a:endParaRPr lang="en-US"/>
          </a:p>
        </p:txBody>
      </p:sp>
      <p:sp>
        <p:nvSpPr>
          <p:cNvPr id="11" name="Text 9"/>
          <p:cNvSpPr txBox="1"/>
          <p:nvPr/>
        </p:nvSpPr>
        <p:spPr>
          <a:xfrm>
            <a:off x="4745736" y="704088"/>
            <a:ext cx="4160520" cy="256032"/>
          </a:xfrm>
          <a:prstGeom prst="rect">
            <a:avLst/>
          </a:prstGeom>
          <a:noFill/>
          <a:ln/>
        </p:spPr>
        <p:txBody>
          <a:bodyPr wrap="square" lIns="0" tIns="0" rIns="0" bIns="0" rtlCol="0" anchor="ctr"/>
          <a:lstStyle/>
          <a:p>
            <a:pPr marL="0" indent="0">
              <a:buNone/>
            </a:pPr>
            <a:r>
              <a:rPr lang="en-US" sz="1000" b="1">
                <a:solidFill>
                  <a:srgbClr val="FFFFFF"/>
                </a:solidFill>
                <a:latin typeface="Calibri" pitchFamily="34" charset="0"/>
                <a:ea typeface="Calibri" pitchFamily="34" charset="-122"/>
                <a:cs typeface="Calibri" pitchFamily="34" charset="-120"/>
              </a:rPr>
              <a:t>[Q2 — Top-Right: e.g. Approach / Method]</a:t>
            </a:r>
            <a:endParaRPr lang="en-US" sz="1000"/>
          </a:p>
        </p:txBody>
      </p:sp>
      <p:sp>
        <p:nvSpPr>
          <p:cNvPr id="12" name="Text 10"/>
          <p:cNvSpPr txBox="1"/>
          <p:nvPr/>
        </p:nvSpPr>
        <p:spPr>
          <a:xfrm>
            <a:off x="4764024" y="1051560"/>
            <a:ext cx="4123944" cy="1572768"/>
          </a:xfrm>
          <a:prstGeom prst="rect">
            <a:avLst/>
          </a:prstGeom>
          <a:noFill/>
          <a:ln/>
        </p:spPr>
        <p:txBody>
          <a:bodyPr wrap="square" lIns="0" tIns="0" rIns="0" bIns="0" rtlCol="0" anchor="ctr"/>
          <a:lstStyle/>
          <a:p>
            <a:pPr marL="0" indent="0" algn="l">
              <a:buNone/>
            </a:pPr>
            <a:r>
              <a:rPr lang="en-US" sz="1050">
                <a:solidFill>
                  <a:srgbClr val="8BA4B8"/>
                </a:solidFill>
                <a:latin typeface="Calibri" pitchFamily="34" charset="0"/>
                <a:ea typeface="Calibri" pitchFamily="34" charset="-122"/>
                <a:cs typeface="Calibri" pitchFamily="34" charset="-120"/>
              </a:rPr>
              <a:t>[Add content, figures, bullet points, or charts here]</a:t>
            </a:r>
            <a:endParaRPr lang="en-US" sz="1050"/>
          </a:p>
        </p:txBody>
      </p:sp>
      <p:sp>
        <p:nvSpPr>
          <p:cNvPr id="13" name="Shape 11"/>
          <p:cNvSpPr/>
          <p:nvPr/>
        </p:nvSpPr>
        <p:spPr>
          <a:xfrm>
            <a:off x="201168" y="2825496"/>
            <a:ext cx="4343400" cy="2029968"/>
          </a:xfrm>
          <a:prstGeom prst="rect">
            <a:avLst/>
          </a:prstGeom>
          <a:solidFill>
            <a:srgbClr val="FFFFFF"/>
          </a:solidFill>
          <a:ln w="19050">
            <a:solidFill>
              <a:srgbClr val="2D6B2D"/>
            </a:solidFill>
            <a:prstDash val="solid"/>
          </a:ln>
        </p:spPr>
        <p:txBody>
          <a:bodyPr/>
          <a:lstStyle/>
          <a:p>
            <a:endParaRPr lang="en-US"/>
          </a:p>
        </p:txBody>
      </p:sp>
      <p:sp>
        <p:nvSpPr>
          <p:cNvPr id="14" name="Shape 12"/>
          <p:cNvSpPr/>
          <p:nvPr/>
        </p:nvSpPr>
        <p:spPr>
          <a:xfrm>
            <a:off x="201168" y="2825496"/>
            <a:ext cx="4343400" cy="292608"/>
          </a:xfrm>
          <a:prstGeom prst="rect">
            <a:avLst/>
          </a:prstGeom>
          <a:solidFill>
            <a:srgbClr val="2D6B2D"/>
          </a:solidFill>
          <a:ln w="12700">
            <a:solidFill>
              <a:srgbClr val="2D6B2D"/>
            </a:solidFill>
            <a:prstDash val="solid"/>
          </a:ln>
        </p:spPr>
        <p:txBody>
          <a:bodyPr/>
          <a:lstStyle/>
          <a:p>
            <a:endParaRPr lang="en-US"/>
          </a:p>
        </p:txBody>
      </p:sp>
      <p:sp>
        <p:nvSpPr>
          <p:cNvPr id="15" name="Text 13"/>
          <p:cNvSpPr txBox="1"/>
          <p:nvPr/>
        </p:nvSpPr>
        <p:spPr>
          <a:xfrm>
            <a:off x="292608" y="2843784"/>
            <a:ext cx="4160520" cy="256032"/>
          </a:xfrm>
          <a:prstGeom prst="rect">
            <a:avLst/>
          </a:prstGeom>
          <a:noFill/>
          <a:ln/>
        </p:spPr>
        <p:txBody>
          <a:bodyPr wrap="square" lIns="0" tIns="0" rIns="0" bIns="0" rtlCol="0" anchor="ctr"/>
          <a:lstStyle/>
          <a:p>
            <a:pPr marL="0" indent="0">
              <a:buNone/>
            </a:pPr>
            <a:r>
              <a:rPr lang="en-US" sz="1000" b="1">
                <a:solidFill>
                  <a:srgbClr val="FFFFFF"/>
                </a:solidFill>
                <a:latin typeface="Calibri" pitchFamily="34" charset="0"/>
                <a:ea typeface="Calibri" pitchFamily="34" charset="-122"/>
                <a:cs typeface="Calibri" pitchFamily="34" charset="-120"/>
              </a:rPr>
              <a:t>[Q3 — Bottom-Left: e.g. Results / Data]</a:t>
            </a:r>
            <a:endParaRPr lang="en-US" sz="1000"/>
          </a:p>
        </p:txBody>
      </p:sp>
      <p:sp>
        <p:nvSpPr>
          <p:cNvPr id="16" name="Text 14"/>
          <p:cNvSpPr txBox="1"/>
          <p:nvPr/>
        </p:nvSpPr>
        <p:spPr>
          <a:xfrm>
            <a:off x="310896" y="3191256"/>
            <a:ext cx="4123944" cy="1572768"/>
          </a:xfrm>
          <a:prstGeom prst="rect">
            <a:avLst/>
          </a:prstGeom>
          <a:noFill/>
          <a:ln/>
        </p:spPr>
        <p:txBody>
          <a:bodyPr wrap="square" lIns="0" tIns="0" rIns="0" bIns="0" rtlCol="0" anchor="ctr"/>
          <a:lstStyle/>
          <a:p>
            <a:pPr marL="0" indent="0" algn="l">
              <a:buNone/>
            </a:pPr>
            <a:r>
              <a:rPr lang="en-US" sz="1050">
                <a:solidFill>
                  <a:srgbClr val="8BA4B8"/>
                </a:solidFill>
                <a:latin typeface="Calibri" pitchFamily="34" charset="0"/>
                <a:ea typeface="Calibri" pitchFamily="34" charset="-122"/>
                <a:cs typeface="Calibri" pitchFamily="34" charset="-120"/>
              </a:rPr>
              <a:t>[Add content, figures, bullet points, or charts here]</a:t>
            </a:r>
            <a:endParaRPr lang="en-US" sz="1050"/>
          </a:p>
        </p:txBody>
      </p:sp>
      <p:sp>
        <p:nvSpPr>
          <p:cNvPr id="17" name="Shape 15"/>
          <p:cNvSpPr/>
          <p:nvPr/>
        </p:nvSpPr>
        <p:spPr>
          <a:xfrm>
            <a:off x="4654296" y="2825496"/>
            <a:ext cx="4343400" cy="2029968"/>
          </a:xfrm>
          <a:prstGeom prst="rect">
            <a:avLst/>
          </a:prstGeom>
          <a:solidFill>
            <a:srgbClr val="FFFFFF"/>
          </a:solidFill>
          <a:ln w="19050">
            <a:solidFill>
              <a:srgbClr val="B09040"/>
            </a:solidFill>
            <a:prstDash val="solid"/>
          </a:ln>
        </p:spPr>
        <p:txBody>
          <a:bodyPr/>
          <a:lstStyle/>
          <a:p>
            <a:endParaRPr lang="en-US"/>
          </a:p>
        </p:txBody>
      </p:sp>
      <p:sp>
        <p:nvSpPr>
          <p:cNvPr id="18" name="Shape 16"/>
          <p:cNvSpPr/>
          <p:nvPr/>
        </p:nvSpPr>
        <p:spPr>
          <a:xfrm>
            <a:off x="4654296" y="2825496"/>
            <a:ext cx="4343400" cy="292608"/>
          </a:xfrm>
          <a:prstGeom prst="rect">
            <a:avLst/>
          </a:prstGeom>
          <a:solidFill>
            <a:srgbClr val="B09040"/>
          </a:solidFill>
          <a:ln w="12700">
            <a:solidFill>
              <a:srgbClr val="B09040"/>
            </a:solidFill>
            <a:prstDash val="solid"/>
          </a:ln>
        </p:spPr>
        <p:txBody>
          <a:bodyPr/>
          <a:lstStyle/>
          <a:p>
            <a:endParaRPr lang="en-US"/>
          </a:p>
        </p:txBody>
      </p:sp>
      <p:sp>
        <p:nvSpPr>
          <p:cNvPr id="19" name="Text 17"/>
          <p:cNvSpPr txBox="1"/>
          <p:nvPr/>
        </p:nvSpPr>
        <p:spPr>
          <a:xfrm>
            <a:off x="4745736" y="2843784"/>
            <a:ext cx="4160520" cy="256032"/>
          </a:xfrm>
          <a:prstGeom prst="rect">
            <a:avLst/>
          </a:prstGeom>
          <a:noFill/>
          <a:ln/>
        </p:spPr>
        <p:txBody>
          <a:bodyPr wrap="square" lIns="0" tIns="0" rIns="0" bIns="0" rtlCol="0" anchor="ctr"/>
          <a:lstStyle/>
          <a:p>
            <a:pPr marL="0" indent="0">
              <a:buNone/>
            </a:pPr>
            <a:r>
              <a:rPr lang="en-US" sz="1000" b="1">
                <a:solidFill>
                  <a:srgbClr val="FFFFFF"/>
                </a:solidFill>
                <a:latin typeface="Calibri" pitchFamily="34" charset="0"/>
                <a:ea typeface="Calibri" pitchFamily="34" charset="-122"/>
                <a:cs typeface="Calibri" pitchFamily="34" charset="-120"/>
              </a:rPr>
              <a:t>[Q4 — Bottom-Right: e.g. Conclusions / Path Forward]</a:t>
            </a:r>
            <a:endParaRPr lang="en-US" sz="1000"/>
          </a:p>
        </p:txBody>
      </p:sp>
      <p:sp>
        <p:nvSpPr>
          <p:cNvPr id="20" name="Text 18"/>
          <p:cNvSpPr txBox="1"/>
          <p:nvPr/>
        </p:nvSpPr>
        <p:spPr>
          <a:xfrm>
            <a:off x="4764024" y="3191256"/>
            <a:ext cx="4123944" cy="1572768"/>
          </a:xfrm>
          <a:prstGeom prst="rect">
            <a:avLst/>
          </a:prstGeom>
          <a:noFill/>
          <a:ln/>
        </p:spPr>
        <p:txBody>
          <a:bodyPr wrap="square" lIns="0" tIns="0" rIns="0" bIns="0" rtlCol="0" anchor="ctr"/>
          <a:lstStyle/>
          <a:p>
            <a:pPr marL="0" indent="0" algn="l">
              <a:buNone/>
            </a:pPr>
            <a:r>
              <a:rPr lang="en-US" sz="1050">
                <a:solidFill>
                  <a:srgbClr val="8BA4B8"/>
                </a:solidFill>
                <a:latin typeface="Calibri" pitchFamily="34" charset="0"/>
                <a:ea typeface="Calibri" pitchFamily="34" charset="-122"/>
                <a:cs typeface="Calibri" pitchFamily="34" charset="-120"/>
              </a:rPr>
              <a:t>[Add content, figures, bullet points, or charts here]</a:t>
            </a:r>
            <a:endParaRPr lang="en-US" sz="1050"/>
          </a:p>
        </p:txBody>
      </p:sp>
      <p:sp>
        <p:nvSpPr>
          <p:cNvPr id="21" name="Shape 19"/>
          <p:cNvSpPr/>
          <p:nvPr/>
        </p:nvSpPr>
        <p:spPr>
          <a:xfrm>
            <a:off x="0" y="4956048"/>
            <a:ext cx="9144000" cy="187452"/>
          </a:xfrm>
          <a:prstGeom prst="rect">
            <a:avLst/>
          </a:prstGeom>
          <a:solidFill>
            <a:srgbClr val="0D2340"/>
          </a:solidFill>
          <a:ln w="12700">
            <a:solidFill>
              <a:srgbClr val="0D2340"/>
            </a:solidFill>
            <a:prstDash val="solid"/>
          </a:ln>
        </p:spPr>
        <p:txBody>
          <a:bodyPr/>
          <a:lstStyle/>
          <a:p>
            <a:endParaRPr lang="en-US"/>
          </a:p>
        </p:txBody>
      </p:sp>
      <p:sp>
        <p:nvSpPr>
          <p:cNvPr id="22" name="Text 20"/>
          <p:cNvSpPr txBox="1"/>
          <p:nvPr/>
        </p:nvSpPr>
        <p:spPr>
          <a:xfrm>
            <a:off x="137160" y="4965192"/>
            <a:ext cx="3657600" cy="164592"/>
          </a:xfrm>
          <a:prstGeom prst="rect">
            <a:avLst/>
          </a:prstGeom>
          <a:noFill/>
          <a:ln/>
        </p:spPr>
        <p:txBody>
          <a:bodyPr wrap="square" lIns="0" tIns="0" rIns="0" bIns="0" rtlCol="0" anchor="ctr"/>
          <a:lstStyle/>
          <a:p>
            <a:pPr marL="0" indent="0">
              <a:buNone/>
            </a:pPr>
            <a:r>
              <a:rPr lang="en-US" sz="750">
                <a:solidFill>
                  <a:srgbClr val="CFB87C"/>
                </a:solidFill>
                <a:latin typeface="Calibri" pitchFamily="34" charset="0"/>
                <a:ea typeface="Calibri" pitchFamily="34" charset="-122"/>
                <a:cs typeface="Calibri" pitchFamily="34" charset="-120"/>
              </a:rPr>
              <a:t>HERON | UAS GNSS-R</a:t>
            </a:r>
            <a:endParaRPr lang="en-US" sz="750"/>
          </a:p>
        </p:txBody>
      </p:sp>
      <p:sp>
        <p:nvSpPr>
          <p:cNvPr id="23" name="Text 21"/>
          <p:cNvSpPr txBox="1"/>
          <p:nvPr/>
        </p:nvSpPr>
        <p:spPr>
          <a:xfrm>
            <a:off x="5029200" y="4965192"/>
            <a:ext cx="3977640" cy="164592"/>
          </a:xfrm>
          <a:prstGeom prst="rect">
            <a:avLst/>
          </a:prstGeom>
          <a:noFill/>
          <a:ln/>
        </p:spPr>
        <p:txBody>
          <a:bodyPr wrap="square" lIns="0" tIns="0" rIns="0" bIns="0" rtlCol="0" anchor="ctr"/>
          <a:lstStyle/>
          <a:p>
            <a:pPr marL="0" indent="0" algn="r">
              <a:buNone/>
            </a:pPr>
            <a:r>
              <a:rPr lang="en-US" sz="750">
                <a:solidFill>
                  <a:srgbClr val="A8DDE2"/>
                </a:solidFill>
                <a:latin typeface="Calibri" pitchFamily="34" charset="0"/>
                <a:ea typeface="Calibri" pitchFamily="34" charset="-122"/>
                <a:cs typeface="Calibri" pitchFamily="34" charset="-120"/>
              </a:rPr>
              <a:t>Smead AES · CCAR · University of Colorado Boulder</a:t>
            </a:r>
            <a:endParaRPr lang="en-US" sz="75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2F7FA"/>
          </a:solidFill>
          <a:ln w="12700">
            <a:solidFill>
              <a:srgbClr val="F2F7FA"/>
            </a:solidFill>
            <a:prstDash val="solid"/>
          </a:ln>
        </p:spPr>
        <p:txBody>
          <a:bodyPr/>
          <a:lstStyle/>
          <a:p>
            <a:endParaRPr lang="en-US"/>
          </a:p>
        </p:txBody>
      </p:sp>
      <p:sp>
        <p:nvSpPr>
          <p:cNvPr id="3" name="Shape 1"/>
          <p:cNvSpPr/>
          <p:nvPr/>
        </p:nvSpPr>
        <p:spPr>
          <a:xfrm>
            <a:off x="0" y="0"/>
            <a:ext cx="9144000" cy="594360"/>
          </a:xfrm>
          <a:prstGeom prst="rect">
            <a:avLst/>
          </a:prstGeom>
          <a:solidFill>
            <a:srgbClr val="1B3A6B"/>
          </a:solidFill>
          <a:ln w="12700">
            <a:solidFill>
              <a:srgbClr val="1B3A6B"/>
            </a:solidFill>
            <a:prstDash val="solid"/>
          </a:ln>
        </p:spPr>
        <p:txBody>
          <a:bodyPr/>
          <a:lstStyle/>
          <a:p>
            <a:endParaRPr lang="en-US"/>
          </a:p>
        </p:txBody>
      </p:sp>
      <p:sp>
        <p:nvSpPr>
          <p:cNvPr id="4" name="Text 2"/>
          <p:cNvSpPr txBox="1"/>
          <p:nvPr/>
        </p:nvSpPr>
        <p:spPr>
          <a:xfrm>
            <a:off x="256032" y="73152"/>
            <a:ext cx="8229600" cy="457200"/>
          </a:xfrm>
          <a:prstGeom prst="rect">
            <a:avLst/>
          </a:prstGeom>
          <a:noFill/>
          <a:ln/>
        </p:spPr>
        <p:txBody>
          <a:bodyPr wrap="square" lIns="0" tIns="0" rIns="0" bIns="0" rtlCol="0" anchor="ctr"/>
          <a:lstStyle/>
          <a:p>
            <a:pPr marL="0" indent="0">
              <a:buNone/>
            </a:pPr>
            <a:r>
              <a:rPr lang="en-US" sz="2600" b="1">
                <a:solidFill>
                  <a:srgbClr val="FFFFFF"/>
                </a:solidFill>
                <a:latin typeface="Calibri" pitchFamily="34" charset="0"/>
                <a:ea typeface="Calibri" pitchFamily="34" charset="-122"/>
                <a:cs typeface="Calibri" pitchFamily="34" charset="-120"/>
              </a:rPr>
              <a:t>[Key Results / Metrics]</a:t>
            </a:r>
            <a:endParaRPr lang="en-US" sz="2600"/>
          </a:p>
        </p:txBody>
      </p:sp>
      <p:sp>
        <p:nvSpPr>
          <p:cNvPr id="5" name="Shape 3"/>
          <p:cNvSpPr/>
          <p:nvPr/>
        </p:nvSpPr>
        <p:spPr>
          <a:xfrm>
            <a:off x="201168" y="713232"/>
            <a:ext cx="2788920" cy="1417320"/>
          </a:xfrm>
          <a:prstGeom prst="rect">
            <a:avLst/>
          </a:prstGeom>
          <a:solidFill>
            <a:srgbClr val="1A7A9A"/>
          </a:solidFill>
          <a:ln w="12700">
            <a:solidFill>
              <a:srgbClr val="1A7A9A"/>
            </a:solidFill>
            <a:prstDash val="solid"/>
          </a:ln>
        </p:spPr>
        <p:txBody>
          <a:bodyPr/>
          <a:lstStyle/>
          <a:p>
            <a:endParaRPr lang="en-US"/>
          </a:p>
        </p:txBody>
      </p:sp>
      <p:sp>
        <p:nvSpPr>
          <p:cNvPr id="6" name="Text 4"/>
          <p:cNvSpPr txBox="1"/>
          <p:nvPr/>
        </p:nvSpPr>
        <p:spPr>
          <a:xfrm>
            <a:off x="310896" y="768096"/>
            <a:ext cx="2560320" cy="822960"/>
          </a:xfrm>
          <a:prstGeom prst="rect">
            <a:avLst/>
          </a:prstGeom>
          <a:noFill/>
          <a:ln/>
        </p:spPr>
        <p:txBody>
          <a:bodyPr wrap="square" lIns="0" tIns="0" rIns="0" bIns="0" rtlCol="0" anchor="ctr"/>
          <a:lstStyle/>
          <a:p>
            <a:pPr marL="0" indent="0" algn="ctr">
              <a:buNone/>
            </a:pPr>
            <a:r>
              <a:rPr lang="en-US" sz="5200" b="1">
                <a:solidFill>
                  <a:srgbClr val="FFFFFF"/>
                </a:solidFill>
                <a:latin typeface="Calibri" pitchFamily="34" charset="0"/>
                <a:ea typeface="Calibri" pitchFamily="34" charset="-122"/>
                <a:cs typeface="Calibri" pitchFamily="34" charset="-120"/>
              </a:rPr>
              <a:t>[X.XX]</a:t>
            </a:r>
            <a:endParaRPr lang="en-US" sz="5200"/>
          </a:p>
        </p:txBody>
      </p:sp>
      <p:sp>
        <p:nvSpPr>
          <p:cNvPr id="7" name="Text 5"/>
          <p:cNvSpPr txBox="1"/>
          <p:nvPr/>
        </p:nvSpPr>
        <p:spPr>
          <a:xfrm>
            <a:off x="310896" y="1517904"/>
            <a:ext cx="2560320" cy="256032"/>
          </a:xfrm>
          <a:prstGeom prst="rect">
            <a:avLst/>
          </a:prstGeom>
          <a:noFill/>
          <a:ln/>
        </p:spPr>
        <p:txBody>
          <a:bodyPr wrap="square" lIns="0" tIns="0" rIns="0" bIns="0" rtlCol="0" anchor="ctr"/>
          <a:lstStyle/>
          <a:p>
            <a:pPr marL="0" indent="0" algn="ctr">
              <a:buNone/>
            </a:pPr>
            <a:r>
              <a:rPr lang="en-US" sz="1300">
                <a:solidFill>
                  <a:srgbClr val="A8DDE2"/>
                </a:solidFill>
                <a:latin typeface="Calibri" pitchFamily="34" charset="0"/>
                <a:ea typeface="Calibri" pitchFamily="34" charset="-122"/>
                <a:cs typeface="Calibri" pitchFamily="34" charset="-120"/>
              </a:rPr>
              <a:t>dB</a:t>
            </a:r>
            <a:endParaRPr lang="en-US" sz="1300"/>
          </a:p>
        </p:txBody>
      </p:sp>
      <p:sp>
        <p:nvSpPr>
          <p:cNvPr id="8" name="Text 6"/>
          <p:cNvSpPr txBox="1"/>
          <p:nvPr/>
        </p:nvSpPr>
        <p:spPr>
          <a:xfrm>
            <a:off x="201168" y="2176272"/>
            <a:ext cx="2788920" cy="274320"/>
          </a:xfrm>
          <a:prstGeom prst="rect">
            <a:avLst/>
          </a:prstGeom>
          <a:noFill/>
          <a:ln/>
        </p:spPr>
        <p:txBody>
          <a:bodyPr wrap="square" lIns="0" tIns="0" rIns="0" bIns="0" rtlCol="0" anchor="ctr"/>
          <a:lstStyle/>
          <a:p>
            <a:pPr marL="0" indent="0" algn="ctr">
              <a:buNone/>
            </a:pPr>
            <a:r>
              <a:rPr lang="en-US" sz="1100" b="1">
                <a:solidFill>
                  <a:srgbClr val="1B3A6B"/>
                </a:solidFill>
                <a:latin typeface="Calibri" pitchFamily="34" charset="0"/>
                <a:ea typeface="Calibri" pitchFamily="34" charset="-122"/>
                <a:cs typeface="Calibri" pitchFamily="34" charset="-120"/>
              </a:rPr>
              <a:t>SNR Improvement</a:t>
            </a:r>
            <a:endParaRPr lang="en-US" sz="1100"/>
          </a:p>
        </p:txBody>
      </p:sp>
      <p:sp>
        <p:nvSpPr>
          <p:cNvPr id="9" name="Shape 7"/>
          <p:cNvSpPr/>
          <p:nvPr/>
        </p:nvSpPr>
        <p:spPr>
          <a:xfrm>
            <a:off x="3172968" y="713232"/>
            <a:ext cx="2788920" cy="1417320"/>
          </a:xfrm>
          <a:prstGeom prst="rect">
            <a:avLst/>
          </a:prstGeom>
          <a:solidFill>
            <a:srgbClr val="1B3A6B"/>
          </a:solidFill>
          <a:ln w="12700">
            <a:solidFill>
              <a:srgbClr val="1B3A6B"/>
            </a:solidFill>
            <a:prstDash val="solid"/>
          </a:ln>
        </p:spPr>
        <p:txBody>
          <a:bodyPr/>
          <a:lstStyle/>
          <a:p>
            <a:endParaRPr lang="en-US"/>
          </a:p>
        </p:txBody>
      </p:sp>
      <p:sp>
        <p:nvSpPr>
          <p:cNvPr id="10" name="Text 8"/>
          <p:cNvSpPr txBox="1"/>
          <p:nvPr/>
        </p:nvSpPr>
        <p:spPr>
          <a:xfrm>
            <a:off x="3282696" y="768096"/>
            <a:ext cx="2560320" cy="822960"/>
          </a:xfrm>
          <a:prstGeom prst="rect">
            <a:avLst/>
          </a:prstGeom>
          <a:noFill/>
          <a:ln/>
        </p:spPr>
        <p:txBody>
          <a:bodyPr wrap="square" lIns="0" tIns="0" rIns="0" bIns="0" rtlCol="0" anchor="ctr"/>
          <a:lstStyle/>
          <a:p>
            <a:pPr marL="0" indent="0" algn="ctr">
              <a:buNone/>
            </a:pPr>
            <a:r>
              <a:rPr lang="en-US" sz="5200" b="1">
                <a:solidFill>
                  <a:srgbClr val="FFFFFF"/>
                </a:solidFill>
                <a:latin typeface="Calibri" pitchFamily="34" charset="0"/>
                <a:ea typeface="Calibri" pitchFamily="34" charset="-122"/>
                <a:cs typeface="Calibri" pitchFamily="34" charset="-120"/>
              </a:rPr>
              <a:t>[XX]</a:t>
            </a:r>
            <a:endParaRPr lang="en-US" sz="5200"/>
          </a:p>
        </p:txBody>
      </p:sp>
      <p:sp>
        <p:nvSpPr>
          <p:cNvPr id="11" name="Text 9"/>
          <p:cNvSpPr txBox="1"/>
          <p:nvPr/>
        </p:nvSpPr>
        <p:spPr>
          <a:xfrm>
            <a:off x="3282696" y="1517904"/>
            <a:ext cx="2560320" cy="256032"/>
          </a:xfrm>
          <a:prstGeom prst="rect">
            <a:avLst/>
          </a:prstGeom>
          <a:noFill/>
          <a:ln/>
        </p:spPr>
        <p:txBody>
          <a:bodyPr wrap="square" lIns="0" tIns="0" rIns="0" bIns="0" rtlCol="0" anchor="ctr"/>
          <a:lstStyle/>
          <a:p>
            <a:pPr marL="0" indent="0" algn="ctr">
              <a:buNone/>
            </a:pPr>
            <a:r>
              <a:rPr lang="en-US" sz="1300">
                <a:solidFill>
                  <a:srgbClr val="A8DDE2"/>
                </a:solidFill>
                <a:latin typeface="Calibri" pitchFamily="34" charset="0"/>
                <a:ea typeface="Calibri" pitchFamily="34" charset="-122"/>
                <a:cs typeface="Calibri" pitchFamily="34" charset="-120"/>
              </a:rPr>
              <a:t>%</a:t>
            </a:r>
            <a:endParaRPr lang="en-US" sz="1300"/>
          </a:p>
        </p:txBody>
      </p:sp>
      <p:sp>
        <p:nvSpPr>
          <p:cNvPr id="12" name="Text 10"/>
          <p:cNvSpPr txBox="1"/>
          <p:nvPr/>
        </p:nvSpPr>
        <p:spPr>
          <a:xfrm>
            <a:off x="3172968" y="2176272"/>
            <a:ext cx="2788920" cy="274320"/>
          </a:xfrm>
          <a:prstGeom prst="rect">
            <a:avLst/>
          </a:prstGeom>
          <a:noFill/>
          <a:ln/>
        </p:spPr>
        <p:txBody>
          <a:bodyPr wrap="square" lIns="0" tIns="0" rIns="0" bIns="0" rtlCol="0" anchor="ctr"/>
          <a:lstStyle/>
          <a:p>
            <a:pPr marL="0" indent="0" algn="ctr">
              <a:buNone/>
            </a:pPr>
            <a:r>
              <a:rPr lang="en-US" sz="1100" b="1">
                <a:solidFill>
                  <a:srgbClr val="1B3A6B"/>
                </a:solidFill>
                <a:latin typeface="Calibri" pitchFamily="34" charset="0"/>
                <a:ea typeface="Calibri" pitchFamily="34" charset="-122"/>
                <a:cs typeface="Calibri" pitchFamily="34" charset="-120"/>
              </a:rPr>
              <a:t>Data Recovery Rate</a:t>
            </a:r>
            <a:endParaRPr lang="en-US" sz="1100"/>
          </a:p>
        </p:txBody>
      </p:sp>
      <p:sp>
        <p:nvSpPr>
          <p:cNvPr id="13" name="Shape 11"/>
          <p:cNvSpPr/>
          <p:nvPr/>
        </p:nvSpPr>
        <p:spPr>
          <a:xfrm>
            <a:off x="6144768" y="713232"/>
            <a:ext cx="2788920" cy="1417320"/>
          </a:xfrm>
          <a:prstGeom prst="rect">
            <a:avLst/>
          </a:prstGeom>
          <a:solidFill>
            <a:srgbClr val="2D6B2D"/>
          </a:solidFill>
          <a:ln w="12700">
            <a:solidFill>
              <a:srgbClr val="2D6B2D"/>
            </a:solidFill>
            <a:prstDash val="solid"/>
          </a:ln>
        </p:spPr>
        <p:txBody>
          <a:bodyPr/>
          <a:lstStyle/>
          <a:p>
            <a:endParaRPr lang="en-US"/>
          </a:p>
        </p:txBody>
      </p:sp>
      <p:sp>
        <p:nvSpPr>
          <p:cNvPr id="14" name="Text 12"/>
          <p:cNvSpPr txBox="1"/>
          <p:nvPr/>
        </p:nvSpPr>
        <p:spPr>
          <a:xfrm>
            <a:off x="6254496" y="768096"/>
            <a:ext cx="2560320" cy="822960"/>
          </a:xfrm>
          <a:prstGeom prst="rect">
            <a:avLst/>
          </a:prstGeom>
          <a:noFill/>
          <a:ln/>
        </p:spPr>
        <p:txBody>
          <a:bodyPr wrap="square" lIns="0" tIns="0" rIns="0" bIns="0" rtlCol="0" anchor="ctr"/>
          <a:lstStyle/>
          <a:p>
            <a:pPr marL="0" indent="0" algn="ctr">
              <a:buNone/>
            </a:pPr>
            <a:r>
              <a:rPr lang="en-US" sz="5200" b="1">
                <a:solidFill>
                  <a:srgbClr val="FFFFFF"/>
                </a:solidFill>
                <a:latin typeface="Calibri" pitchFamily="34" charset="0"/>
                <a:ea typeface="Calibri" pitchFamily="34" charset="-122"/>
                <a:cs typeface="Calibri" pitchFamily="34" charset="-120"/>
              </a:rPr>
              <a:t>[X.X]</a:t>
            </a:r>
            <a:endParaRPr lang="en-US" sz="5200"/>
          </a:p>
        </p:txBody>
      </p:sp>
      <p:sp>
        <p:nvSpPr>
          <p:cNvPr id="15" name="Text 13"/>
          <p:cNvSpPr txBox="1"/>
          <p:nvPr/>
        </p:nvSpPr>
        <p:spPr>
          <a:xfrm>
            <a:off x="6254496" y="1517904"/>
            <a:ext cx="2560320" cy="256032"/>
          </a:xfrm>
          <a:prstGeom prst="rect">
            <a:avLst/>
          </a:prstGeom>
          <a:noFill/>
          <a:ln/>
        </p:spPr>
        <p:txBody>
          <a:bodyPr wrap="square" lIns="0" tIns="0" rIns="0" bIns="0" rtlCol="0" anchor="ctr"/>
          <a:lstStyle/>
          <a:p>
            <a:pPr marL="0" indent="0" algn="ctr">
              <a:buNone/>
            </a:pPr>
            <a:r>
              <a:rPr lang="en-US" sz="1300">
                <a:solidFill>
                  <a:srgbClr val="A8DDE2"/>
                </a:solidFill>
                <a:latin typeface="Calibri" pitchFamily="34" charset="0"/>
                <a:ea typeface="Calibri" pitchFamily="34" charset="-122"/>
                <a:cs typeface="Calibri" pitchFamily="34" charset="-120"/>
              </a:rPr>
              <a:t>m</a:t>
            </a:r>
            <a:endParaRPr lang="en-US" sz="1300"/>
          </a:p>
        </p:txBody>
      </p:sp>
      <p:sp>
        <p:nvSpPr>
          <p:cNvPr id="16" name="Text 14"/>
          <p:cNvSpPr txBox="1"/>
          <p:nvPr/>
        </p:nvSpPr>
        <p:spPr>
          <a:xfrm>
            <a:off x="6144768" y="2176272"/>
            <a:ext cx="2788920" cy="274320"/>
          </a:xfrm>
          <a:prstGeom prst="rect">
            <a:avLst/>
          </a:prstGeom>
          <a:noFill/>
          <a:ln/>
        </p:spPr>
        <p:txBody>
          <a:bodyPr wrap="square" lIns="0" tIns="0" rIns="0" bIns="0" rtlCol="0" anchor="ctr"/>
          <a:lstStyle/>
          <a:p>
            <a:pPr marL="0" indent="0" algn="ctr">
              <a:buNone/>
            </a:pPr>
            <a:r>
              <a:rPr lang="en-US" sz="1100" b="1">
                <a:solidFill>
                  <a:srgbClr val="1B3A6B"/>
                </a:solidFill>
                <a:latin typeface="Calibri" pitchFamily="34" charset="0"/>
                <a:ea typeface="Calibri" pitchFamily="34" charset="-122"/>
                <a:cs typeface="Calibri" pitchFamily="34" charset="-120"/>
              </a:rPr>
              <a:t>Vertical Accuracy</a:t>
            </a:r>
            <a:endParaRPr lang="en-US" sz="1100"/>
          </a:p>
        </p:txBody>
      </p:sp>
      <p:sp>
        <p:nvSpPr>
          <p:cNvPr id="17" name="Shape 15"/>
          <p:cNvSpPr/>
          <p:nvPr/>
        </p:nvSpPr>
        <p:spPr>
          <a:xfrm>
            <a:off x="201168" y="2560320"/>
            <a:ext cx="8732520" cy="2148840"/>
          </a:xfrm>
          <a:prstGeom prst="rect">
            <a:avLst/>
          </a:prstGeom>
          <a:solidFill>
            <a:srgbClr val="FFFFFF"/>
          </a:solidFill>
          <a:ln w="19050">
            <a:solidFill>
              <a:srgbClr val="1A7A9A"/>
            </a:solidFill>
            <a:prstDash val="solid"/>
          </a:ln>
        </p:spPr>
        <p:txBody>
          <a:bodyPr/>
          <a:lstStyle/>
          <a:p>
            <a:endParaRPr lang="en-US"/>
          </a:p>
        </p:txBody>
      </p:sp>
      <p:sp>
        <p:nvSpPr>
          <p:cNvPr id="18" name="Text 16"/>
          <p:cNvSpPr txBox="1"/>
          <p:nvPr/>
        </p:nvSpPr>
        <p:spPr>
          <a:xfrm>
            <a:off x="201168" y="3246120"/>
            <a:ext cx="8732520" cy="457200"/>
          </a:xfrm>
          <a:prstGeom prst="rect">
            <a:avLst/>
          </a:prstGeom>
          <a:noFill/>
          <a:ln/>
        </p:spPr>
        <p:txBody>
          <a:bodyPr wrap="square" lIns="0" tIns="0" rIns="0" bIns="0" rtlCol="0" anchor="ctr"/>
          <a:lstStyle/>
          <a:p>
            <a:pPr marL="0" indent="0" algn="ctr">
              <a:buNone/>
            </a:pPr>
            <a:r>
              <a:rPr lang="en-US" sz="1400">
                <a:solidFill>
                  <a:srgbClr val="8BA4B8"/>
                </a:solidFill>
                <a:latin typeface="Calibri" pitchFamily="34" charset="0"/>
                <a:ea typeface="Calibri" pitchFamily="34" charset="-122"/>
                <a:cs typeface="Calibri" pitchFamily="34" charset="-120"/>
              </a:rPr>
              <a:t>[Insert chart or figure showing results]</a:t>
            </a:r>
            <a:endParaRPr lang="en-US" sz="1400"/>
          </a:p>
        </p:txBody>
      </p:sp>
      <p:sp>
        <p:nvSpPr>
          <p:cNvPr id="19" name="Text 17"/>
          <p:cNvSpPr txBox="1"/>
          <p:nvPr/>
        </p:nvSpPr>
        <p:spPr>
          <a:xfrm>
            <a:off x="201168" y="4553712"/>
            <a:ext cx="8732520" cy="182880"/>
          </a:xfrm>
          <a:prstGeom prst="rect">
            <a:avLst/>
          </a:prstGeom>
          <a:noFill/>
          <a:ln/>
        </p:spPr>
        <p:txBody>
          <a:bodyPr wrap="square" lIns="0" tIns="0" rIns="0" bIns="0" rtlCol="0" anchor="ctr"/>
          <a:lstStyle/>
          <a:p>
            <a:pPr marL="0" indent="0" algn="ctr">
              <a:buNone/>
            </a:pPr>
            <a:r>
              <a:rPr lang="en-US" sz="850">
                <a:solidFill>
                  <a:srgbClr val="8BA4B8"/>
                </a:solidFill>
                <a:latin typeface="Calibri" pitchFamily="34" charset="0"/>
                <a:ea typeface="Calibri" pitchFamily="34" charset="-122"/>
                <a:cs typeface="Calibri" pitchFamily="34" charset="-120"/>
              </a:rPr>
              <a:t>Figure 2. [Caption]</a:t>
            </a:r>
            <a:endParaRPr lang="en-US" sz="850"/>
          </a:p>
        </p:txBody>
      </p:sp>
      <p:sp>
        <p:nvSpPr>
          <p:cNvPr id="20" name="Shape 18"/>
          <p:cNvSpPr/>
          <p:nvPr/>
        </p:nvSpPr>
        <p:spPr>
          <a:xfrm>
            <a:off x="0" y="4956048"/>
            <a:ext cx="9144000" cy="187452"/>
          </a:xfrm>
          <a:prstGeom prst="rect">
            <a:avLst/>
          </a:prstGeom>
          <a:solidFill>
            <a:srgbClr val="0D2340"/>
          </a:solidFill>
          <a:ln w="12700">
            <a:solidFill>
              <a:srgbClr val="0D2340"/>
            </a:solidFill>
            <a:prstDash val="solid"/>
          </a:ln>
        </p:spPr>
        <p:txBody>
          <a:bodyPr/>
          <a:lstStyle/>
          <a:p>
            <a:endParaRPr lang="en-US"/>
          </a:p>
        </p:txBody>
      </p:sp>
      <p:sp>
        <p:nvSpPr>
          <p:cNvPr id="21" name="Text 19"/>
          <p:cNvSpPr txBox="1"/>
          <p:nvPr/>
        </p:nvSpPr>
        <p:spPr>
          <a:xfrm>
            <a:off x="137160" y="4965192"/>
            <a:ext cx="3657600" cy="164592"/>
          </a:xfrm>
          <a:prstGeom prst="rect">
            <a:avLst/>
          </a:prstGeom>
          <a:noFill/>
          <a:ln/>
        </p:spPr>
        <p:txBody>
          <a:bodyPr wrap="square" lIns="0" tIns="0" rIns="0" bIns="0" rtlCol="0" anchor="ctr"/>
          <a:lstStyle/>
          <a:p>
            <a:pPr marL="0" indent="0">
              <a:buNone/>
            </a:pPr>
            <a:r>
              <a:rPr lang="en-US" sz="750">
                <a:solidFill>
                  <a:srgbClr val="CFB87C"/>
                </a:solidFill>
                <a:latin typeface="Calibri" pitchFamily="34" charset="0"/>
                <a:ea typeface="Calibri" pitchFamily="34" charset="-122"/>
                <a:cs typeface="Calibri" pitchFamily="34" charset="-120"/>
              </a:rPr>
              <a:t>HERON | UAS GNSS-R</a:t>
            </a:r>
            <a:endParaRPr lang="en-US" sz="750"/>
          </a:p>
        </p:txBody>
      </p:sp>
      <p:sp>
        <p:nvSpPr>
          <p:cNvPr id="22" name="Text 20"/>
          <p:cNvSpPr txBox="1"/>
          <p:nvPr/>
        </p:nvSpPr>
        <p:spPr>
          <a:xfrm>
            <a:off x="5029200" y="4965192"/>
            <a:ext cx="3977640" cy="164592"/>
          </a:xfrm>
          <a:prstGeom prst="rect">
            <a:avLst/>
          </a:prstGeom>
          <a:noFill/>
          <a:ln/>
        </p:spPr>
        <p:txBody>
          <a:bodyPr wrap="square" lIns="0" tIns="0" rIns="0" bIns="0" rtlCol="0" anchor="ctr"/>
          <a:lstStyle/>
          <a:p>
            <a:pPr marL="0" indent="0" algn="r">
              <a:buNone/>
            </a:pPr>
            <a:r>
              <a:rPr lang="en-US" sz="750">
                <a:solidFill>
                  <a:srgbClr val="A8DDE2"/>
                </a:solidFill>
                <a:latin typeface="Calibri" pitchFamily="34" charset="0"/>
                <a:ea typeface="Calibri" pitchFamily="34" charset="-122"/>
                <a:cs typeface="Calibri" pitchFamily="34" charset="-120"/>
              </a:rPr>
              <a:t>Smead AES · CCAR · University of Colorado Boulder</a:t>
            </a:r>
            <a:endParaRPr lang="en-US" sz="75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022B4C8-01ED-4CEB-854A-A995EAE4EBCE}">
  <we:reference id="wa200010001" version="1.0.0.1" store="en-US" storeType="OMEX"/>
  <we:alternateReferences>
    <we:reference id="WA200010001" version="1.0.0.1" store="" storeType="OMEX"/>
  </we:alternateReferences>
  <we:properties>
    <we:property name="claude.fileId" value="&quot;fa82f169-f893-4f7b-8dee-07603a9590cb&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19</Slides>
  <Notes>18</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CCAR / Smead AES, University of Colorado Boulder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HERON UAS GNSS-R Presentation Template</dc:title>
  <dc:subject>HERON Project Presentation Template</dc:subject>
  <dc:creator>HERON Project</dc:creator>
  <cp:revision>1</cp:revision>
  <dcterms:created xsi:type="dcterms:W3CDTF">2026-08-31T04:57:37Z</dcterms:created>
  <dcterms:modified xsi:type="dcterms:W3CDTF">2026-09-09T14:33:27Z</dcterms:modified>
</cp:coreProperties>
</file>