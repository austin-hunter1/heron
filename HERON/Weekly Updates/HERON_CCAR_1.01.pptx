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6" r:id="rId5"/>
    <p:sldId id="268" r:id="rId6"/>
    <p:sldId id="269" r:id="rId7"/>
    <p:sldId id="262" r:id="rId8"/>
    <p:sldId id="265" r:id="rId9"/>
    <p:sldId id="259" r:id="rId10"/>
    <p:sldId id="263" r:id="rId11"/>
    <p:sldId id="264" r:id="rId12"/>
    <p:sldId id="270" r:id="rId13"/>
    <p:sldId id="260" r:id="rId14"/>
    <p:sldId id="26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A6B"/>
    <a:srgbClr val="B09040"/>
    <a:srgbClr val="2D6B2D"/>
    <a:srgbClr val="D8E4ED"/>
    <a:srgbClr val="1A7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" dt="2026-09-01T22:21:10.636"/>
    <p1510:client id="{E510544E-6730-C332-F1D4-1328C249D9BB}" v="4" dt="2026-09-01T17:36:23.037"/>
    <p1510:client id="{EB89CEFF-715B-297B-9C5C-CA78A86A7524}" v="140" dt="2026-09-01T15:35:05.552"/>
    <p1510:client id="{FA2B54D7-5146-8F7E-0581-CB680EE38DB3}" v="8" dt="2026-09-01T22:06:30.669"/>
    <p1510:client id="{FD7F23D0-B6BF-42DB-89C9-2FD094263A2A}" v="397" dt="2026-09-01T20:47:45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ce Halbleib" userId="S::grha1479@colorado.edu::20adbe66-092a-4971-a085-d61a06310afe" providerId="AD" clId="Web-{A034F238-0C8C-E538-916C-84D486F93092}"/>
    <pc:docChg chg="modSld">
      <pc:chgData name="Grace Halbleib" userId="S::grha1479@colorado.edu::20adbe66-092a-4971-a085-d61a06310afe" providerId="AD" clId="Web-{A034F238-0C8C-E538-916C-84D486F93092}" dt="2026-08-31T17:21:11.436" v="1" actId="1076"/>
      <pc:docMkLst>
        <pc:docMk/>
      </pc:docMkLst>
      <pc:sldChg chg="modSp">
        <pc:chgData name="Grace Halbleib" userId="S::grha1479@colorado.edu::20adbe66-092a-4971-a085-d61a06310afe" providerId="AD" clId="Web-{A034F238-0C8C-E538-916C-84D486F93092}" dt="2026-08-31T17:21:11.436" v="1" actId="1076"/>
        <pc:sldMkLst>
          <pc:docMk/>
          <pc:sldMk cId="2714522481" sldId="266"/>
        </pc:sldMkLst>
        <pc:spChg chg="mod">
          <ac:chgData name="Grace Halbleib" userId="S::grha1479@colorado.edu::20adbe66-092a-4971-a085-d61a06310afe" providerId="AD" clId="Web-{A034F238-0C8C-E538-916C-84D486F93092}" dt="2026-08-31T17:21:11.436" v="1" actId="1076"/>
          <ac:spMkLst>
            <pc:docMk/>
            <pc:sldMk cId="2714522481" sldId="266"/>
            <ac:spMk id="43" creationId="{0A52ECBC-A02E-7D4C-4132-28EBC4599B04}"/>
          </ac:spMkLst>
        </pc:spChg>
      </pc:sldChg>
    </pc:docChg>
  </pc:docChgLst>
  <pc:docChgLst>
    <pc:chgData name="Andras Szalay" userId="S::ansz3338@colorado.edu::9261596c-8b79-43ca-a3ce-9d667bbdc069" providerId="AD" clId="Web-{FA2B54D7-5146-8F7E-0581-CB680EE38DB3}"/>
    <pc:docChg chg="modSld">
      <pc:chgData name="Andras Szalay" userId="S::ansz3338@colorado.edu::9261596c-8b79-43ca-a3ce-9d667bbdc069" providerId="AD" clId="Web-{FA2B54D7-5146-8F7E-0581-CB680EE38DB3}" dt="2026-09-01T22:06:28.606" v="4" actId="20577"/>
      <pc:docMkLst>
        <pc:docMk/>
      </pc:docMkLst>
      <pc:sldChg chg="modSp">
        <pc:chgData name="Andras Szalay" userId="S::ansz3338@colorado.edu::9261596c-8b79-43ca-a3ce-9d667bbdc069" providerId="AD" clId="Web-{FA2B54D7-5146-8F7E-0581-CB680EE38DB3}" dt="2026-09-01T22:04:32.747" v="0" actId="20577"/>
        <pc:sldMkLst>
          <pc:docMk/>
          <pc:sldMk cId="0" sldId="256"/>
        </pc:sldMkLst>
        <pc:spChg chg="mod">
          <ac:chgData name="Andras Szalay" userId="S::ansz3338@colorado.edu::9261596c-8b79-43ca-a3ce-9d667bbdc069" providerId="AD" clId="Web-{FA2B54D7-5146-8F7E-0581-CB680EE38DB3}" dt="2026-09-01T22:04:32.747" v="0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">
        <pc:chgData name="Andras Szalay" userId="S::ansz3338@colorado.edu::9261596c-8b79-43ca-a3ce-9d667bbdc069" providerId="AD" clId="Web-{FA2B54D7-5146-8F7E-0581-CB680EE38DB3}" dt="2026-09-01T22:04:42.637" v="1" actId="20577"/>
        <pc:sldMkLst>
          <pc:docMk/>
          <pc:sldMk cId="0" sldId="258"/>
        </pc:sldMkLst>
        <pc:spChg chg="mod">
          <ac:chgData name="Andras Szalay" userId="S::ansz3338@colorado.edu::9261596c-8b79-43ca-a3ce-9d667bbdc069" providerId="AD" clId="Web-{FA2B54D7-5146-8F7E-0581-CB680EE38DB3}" dt="2026-09-01T22:04:42.637" v="1" actId="20577"/>
          <ac:spMkLst>
            <pc:docMk/>
            <pc:sldMk cId="0" sldId="258"/>
            <ac:spMk id="42" creationId="{FC0E76BF-7857-9B12-E25D-40FACB2A4344}"/>
          </ac:spMkLst>
        </pc:spChg>
      </pc:sldChg>
      <pc:sldChg chg="modSp">
        <pc:chgData name="Andras Szalay" userId="S::ansz3338@colorado.edu::9261596c-8b79-43ca-a3ce-9d667bbdc069" providerId="AD" clId="Web-{FA2B54D7-5146-8F7E-0581-CB680EE38DB3}" dt="2026-09-01T22:06:24.028" v="3" actId="20577"/>
        <pc:sldMkLst>
          <pc:docMk/>
          <pc:sldMk cId="4049331613" sldId="268"/>
        </pc:sldMkLst>
        <pc:spChg chg="mod">
          <ac:chgData name="Andras Szalay" userId="S::ansz3338@colorado.edu::9261596c-8b79-43ca-a3ce-9d667bbdc069" providerId="AD" clId="Web-{FA2B54D7-5146-8F7E-0581-CB680EE38DB3}" dt="2026-09-01T22:06:24.028" v="3" actId="20577"/>
          <ac:spMkLst>
            <pc:docMk/>
            <pc:sldMk cId="4049331613" sldId="268"/>
            <ac:spMk id="42" creationId="{F740F449-DEF1-A40E-8B47-61EEC3F7C392}"/>
          </ac:spMkLst>
        </pc:spChg>
      </pc:sldChg>
      <pc:sldChg chg="modSp">
        <pc:chgData name="Andras Szalay" userId="S::ansz3338@colorado.edu::9261596c-8b79-43ca-a3ce-9d667bbdc069" providerId="AD" clId="Web-{FA2B54D7-5146-8F7E-0581-CB680EE38DB3}" dt="2026-09-01T22:06:28.606" v="4" actId="20577"/>
        <pc:sldMkLst>
          <pc:docMk/>
          <pc:sldMk cId="4177603836" sldId="269"/>
        </pc:sldMkLst>
        <pc:spChg chg="mod">
          <ac:chgData name="Andras Szalay" userId="S::ansz3338@colorado.edu::9261596c-8b79-43ca-a3ce-9d667bbdc069" providerId="AD" clId="Web-{FA2B54D7-5146-8F7E-0581-CB680EE38DB3}" dt="2026-09-01T22:06:28.606" v="4" actId="20577"/>
          <ac:spMkLst>
            <pc:docMk/>
            <pc:sldMk cId="4177603836" sldId="269"/>
            <ac:spMk id="42" creationId="{4E77A52D-71C0-600A-410F-7E43E81B0B40}"/>
          </ac:spMkLst>
        </pc:spChg>
      </pc:sldChg>
    </pc:docChg>
  </pc:docChgLst>
  <pc:docChgLst>
    <pc:chgData name="Jack Abrams" userId="S::jaab7730@colorado.edu::19f0ce8b-7177-4474-b0db-a09cc846e8fe" providerId="AD" clId="Web-{E6CC241F-75FC-1758-EEFB-1D218AE64A26}"/>
    <pc:docChg chg="modSld sldOrd">
      <pc:chgData name="Jack Abrams" userId="S::jaab7730@colorado.edu::19f0ce8b-7177-4474-b0db-a09cc846e8fe" providerId="AD" clId="Web-{E6CC241F-75FC-1758-EEFB-1D218AE64A26}" dt="2026-08-31T16:12:39.990" v="94" actId="20577"/>
      <pc:docMkLst>
        <pc:docMk/>
      </pc:docMkLst>
      <pc:sldChg chg="addSp delSp modSp">
        <pc:chgData name="Jack Abrams" userId="S::jaab7730@colorado.edu::19f0ce8b-7177-4474-b0db-a09cc846e8fe" providerId="AD" clId="Web-{E6CC241F-75FC-1758-EEFB-1D218AE64A26}" dt="2026-08-31T16:06:27.239" v="50" actId="1076"/>
        <pc:sldMkLst>
          <pc:docMk/>
          <pc:sldMk cId="0" sldId="256"/>
        </pc:sldMkLst>
        <pc:spChg chg="mod">
          <ac:chgData name="Jack Abrams" userId="S::jaab7730@colorado.edu::19f0ce8b-7177-4474-b0db-a09cc846e8fe" providerId="AD" clId="Web-{E6CC241F-75FC-1758-EEFB-1D218AE64A26}" dt="2026-08-31T15:55:40.863" v="32" actId="20577"/>
          <ac:spMkLst>
            <pc:docMk/>
            <pc:sldMk cId="0" sldId="256"/>
            <ac:spMk id="13" creationId="{00000000-0000-0000-0000-000000000000}"/>
          </ac:spMkLst>
        </pc:spChg>
        <pc:picChg chg="add del mod">
          <ac:chgData name="Jack Abrams" userId="S::jaab7730@colorado.edu::19f0ce8b-7177-4474-b0db-a09cc846e8fe" providerId="AD" clId="Web-{E6CC241F-75FC-1758-EEFB-1D218AE64A26}" dt="2026-08-31T15:51:53.362" v="5"/>
          <ac:picMkLst>
            <pc:docMk/>
            <pc:sldMk cId="0" sldId="256"/>
            <ac:picMk id="17" creationId="{B8C3E336-9A1B-0406-1F3D-BFE008DE9861}"/>
          </ac:picMkLst>
        </pc:picChg>
        <pc:picChg chg="add del mod">
          <ac:chgData name="Jack Abrams" userId="S::jaab7730@colorado.edu::19f0ce8b-7177-4474-b0db-a09cc846e8fe" providerId="AD" clId="Web-{E6CC241F-75FC-1758-EEFB-1D218AE64A26}" dt="2026-08-31T15:51:56.721" v="7"/>
          <ac:picMkLst>
            <pc:docMk/>
            <pc:sldMk cId="0" sldId="256"/>
            <ac:picMk id="18" creationId="{7D04A264-6986-CC4C-45EA-EFA31927BEE3}"/>
          </ac:picMkLst>
        </pc:picChg>
        <pc:picChg chg="add del mod modCrop">
          <ac:chgData name="Jack Abrams" userId="S::jaab7730@colorado.edu::19f0ce8b-7177-4474-b0db-a09cc846e8fe" providerId="AD" clId="Web-{E6CC241F-75FC-1758-EEFB-1D218AE64A26}" dt="2026-08-31T16:06:02.786" v="46"/>
          <ac:picMkLst>
            <pc:docMk/>
            <pc:sldMk cId="0" sldId="256"/>
            <ac:picMk id="19" creationId="{9B4C9065-FFAA-5F2B-58A0-D52040800558}"/>
          </ac:picMkLst>
        </pc:picChg>
        <pc:picChg chg="add del mod">
          <ac:chgData name="Jack Abrams" userId="S::jaab7730@colorado.edu::19f0ce8b-7177-4474-b0db-a09cc846e8fe" providerId="AD" clId="Web-{E6CC241F-75FC-1758-EEFB-1D218AE64A26}" dt="2026-08-31T15:54:45.816" v="26"/>
          <ac:picMkLst>
            <pc:docMk/>
            <pc:sldMk cId="0" sldId="256"/>
            <ac:picMk id="20" creationId="{D47A3851-04A0-FA80-9AAF-95DD5B447502}"/>
          </ac:picMkLst>
        </pc:picChg>
        <pc:picChg chg="add del">
          <ac:chgData name="Jack Abrams" userId="S::jaab7730@colorado.edu::19f0ce8b-7177-4474-b0db-a09cc846e8fe" providerId="AD" clId="Web-{E6CC241F-75FC-1758-EEFB-1D218AE64A26}" dt="2026-08-31T16:04:35.911" v="39"/>
          <ac:picMkLst>
            <pc:docMk/>
            <pc:sldMk cId="0" sldId="256"/>
            <ac:picMk id="22" creationId="{C35A87AC-DBFB-FCF6-6CD0-B371653109FE}"/>
          </ac:picMkLst>
        </pc:picChg>
        <pc:picChg chg="add del">
          <ac:chgData name="Jack Abrams" userId="S::jaab7730@colorado.edu::19f0ce8b-7177-4474-b0db-a09cc846e8fe" providerId="AD" clId="Web-{E6CC241F-75FC-1758-EEFB-1D218AE64A26}" dt="2026-08-31T16:04:45.052" v="41"/>
          <ac:picMkLst>
            <pc:docMk/>
            <pc:sldMk cId="0" sldId="256"/>
            <ac:picMk id="24" creationId="{04BCF498-B5C1-6B3B-BA7D-B9B91F516243}"/>
          </ac:picMkLst>
        </pc:picChg>
        <pc:picChg chg="add mod">
          <ac:chgData name="Jack Abrams" userId="S::jaab7730@colorado.edu::19f0ce8b-7177-4474-b0db-a09cc846e8fe" providerId="AD" clId="Web-{E6CC241F-75FC-1758-EEFB-1D218AE64A26}" dt="2026-08-31T16:06:27.239" v="50" actId="1076"/>
          <ac:picMkLst>
            <pc:docMk/>
            <pc:sldMk cId="0" sldId="256"/>
            <ac:picMk id="26" creationId="{BD2D0769-D324-1AC0-9227-38A360A08690}"/>
          </ac:picMkLst>
        </pc:picChg>
      </pc:sldChg>
      <pc:sldChg chg="modSp">
        <pc:chgData name="Jack Abrams" userId="S::jaab7730@colorado.edu::19f0ce8b-7177-4474-b0db-a09cc846e8fe" providerId="AD" clId="Web-{E6CC241F-75FC-1758-EEFB-1D218AE64A26}" dt="2026-08-31T16:12:39.990" v="94" actId="20577"/>
        <pc:sldMkLst>
          <pc:docMk/>
          <pc:sldMk cId="0" sldId="257"/>
        </pc:sldMkLst>
        <pc:spChg chg="mod">
          <ac:chgData name="Jack Abrams" userId="S::jaab7730@colorado.edu::19f0ce8b-7177-4474-b0db-a09cc846e8fe" providerId="AD" clId="Web-{E6CC241F-75FC-1758-EEFB-1D218AE64A26}" dt="2026-08-31T16:12:14.397" v="66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ack Abrams" userId="S::jaab7730@colorado.edu::19f0ce8b-7177-4474-b0db-a09cc846e8fe" providerId="AD" clId="Web-{E6CC241F-75FC-1758-EEFB-1D218AE64A26}" dt="2026-08-31T16:12:24.334" v="84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Jack Abrams" userId="S::jaab7730@colorado.edu::19f0ce8b-7177-4474-b0db-a09cc846e8fe" providerId="AD" clId="Web-{E6CC241F-75FC-1758-EEFB-1D218AE64A26}" dt="2026-08-31T16:12:30.678" v="92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Jack Abrams" userId="S::jaab7730@colorado.edu::19f0ce8b-7177-4474-b0db-a09cc846e8fe" providerId="AD" clId="Web-{E6CC241F-75FC-1758-EEFB-1D218AE64A26}" dt="2026-08-31T16:12:39.990" v="94" actId="20577"/>
          <ac:spMkLst>
            <pc:docMk/>
            <pc:sldMk cId="0" sldId="257"/>
            <ac:spMk id="23" creationId="{1FEA1C6D-EF07-6948-FB68-0694B00FD74A}"/>
          </ac:spMkLst>
        </pc:spChg>
      </pc:sldChg>
      <pc:sldChg chg="ord">
        <pc:chgData name="Jack Abrams" userId="S::jaab7730@colorado.edu::19f0ce8b-7177-4474-b0db-a09cc846e8fe" providerId="AD" clId="Web-{E6CC241F-75FC-1758-EEFB-1D218AE64A26}" dt="2026-08-31T16:01:24.192" v="37"/>
        <pc:sldMkLst>
          <pc:docMk/>
          <pc:sldMk cId="0" sldId="258"/>
        </pc:sldMkLst>
      </pc:sldChg>
      <pc:sldChg chg="ord">
        <pc:chgData name="Jack Abrams" userId="S::jaab7730@colorado.edu::19f0ce8b-7177-4474-b0db-a09cc846e8fe" providerId="AD" clId="Web-{E6CC241F-75FC-1758-EEFB-1D218AE64A26}" dt="2026-08-31T16:01:04.254" v="36"/>
        <pc:sldMkLst>
          <pc:docMk/>
          <pc:sldMk cId="0" sldId="260"/>
        </pc:sldMkLst>
      </pc:sldChg>
      <pc:sldChg chg="modSp">
        <pc:chgData name="Jack Abrams" userId="S::jaab7730@colorado.edu::19f0ce8b-7177-4474-b0db-a09cc846e8fe" providerId="AD" clId="Web-{E6CC241F-75FC-1758-EEFB-1D218AE64A26}" dt="2026-08-31T16:05:55.817" v="43" actId="1076"/>
        <pc:sldMkLst>
          <pc:docMk/>
          <pc:sldMk cId="3310848042" sldId="264"/>
        </pc:sldMkLst>
        <pc:picChg chg="mod">
          <ac:chgData name="Jack Abrams" userId="S::jaab7730@colorado.edu::19f0ce8b-7177-4474-b0db-a09cc846e8fe" providerId="AD" clId="Web-{E6CC241F-75FC-1758-EEFB-1D218AE64A26}" dt="2026-08-31T16:05:55.817" v="43" actId="1076"/>
          <ac:picMkLst>
            <pc:docMk/>
            <pc:sldMk cId="3310848042" sldId="264"/>
            <ac:picMk id="9" creationId="{9CEBFC26-6E19-9759-7919-F4D32DDE3E6D}"/>
          </ac:picMkLst>
        </pc:picChg>
      </pc:sldChg>
      <pc:sldChg chg="modSp">
        <pc:chgData name="Jack Abrams" userId="S::jaab7730@colorado.edu::19f0ce8b-7177-4474-b0db-a09cc846e8fe" providerId="AD" clId="Web-{E6CC241F-75FC-1758-EEFB-1D218AE64A26}" dt="2026-08-31T16:07:14.005" v="51" actId="20577"/>
        <pc:sldMkLst>
          <pc:docMk/>
          <pc:sldMk cId="1516102815" sldId="265"/>
        </pc:sldMkLst>
        <pc:spChg chg="mod">
          <ac:chgData name="Jack Abrams" userId="S::jaab7730@colorado.edu::19f0ce8b-7177-4474-b0db-a09cc846e8fe" providerId="AD" clId="Web-{E6CC241F-75FC-1758-EEFB-1D218AE64A26}" dt="2026-08-31T16:07:14.005" v="51" actId="20577"/>
          <ac:spMkLst>
            <pc:docMk/>
            <pc:sldMk cId="1516102815" sldId="265"/>
            <ac:spMk id="5" creationId="{C5F9A53C-DC26-5FC3-1285-7725CF7365B3}"/>
          </ac:spMkLst>
        </pc:spChg>
      </pc:sldChg>
    </pc:docChg>
  </pc:docChgLst>
  <pc:docChgLst>
    <pc:chgData name="Austin Hunter" userId="S::auhu3530@colorado.edu::00d7ded5-34be-4721-abaf-399e53169e95" providerId="AD" clId="Web-{E510544E-6730-C332-F1D4-1328C249D9BB}"/>
    <pc:docChg chg="modSld">
      <pc:chgData name="Austin Hunter" userId="S::auhu3530@colorado.edu::00d7ded5-34be-4721-abaf-399e53169e95" providerId="AD" clId="Web-{E510544E-6730-C332-F1D4-1328C249D9BB}" dt="2026-09-01T17:36:23.037" v="3"/>
      <pc:docMkLst>
        <pc:docMk/>
      </pc:docMkLst>
      <pc:sldChg chg="addSp delSp modSp">
        <pc:chgData name="Austin Hunter" userId="S::auhu3530@colorado.edu::00d7ded5-34be-4721-abaf-399e53169e95" providerId="AD" clId="Web-{E510544E-6730-C332-F1D4-1328C249D9BB}" dt="2026-09-01T17:36:23.037" v="3"/>
        <pc:sldMkLst>
          <pc:docMk/>
          <pc:sldMk cId="0" sldId="258"/>
        </pc:sldMkLst>
        <pc:spChg chg="add del mod">
          <ac:chgData name="Austin Hunter" userId="S::auhu3530@colorado.edu::00d7ded5-34be-4721-abaf-399e53169e95" providerId="AD" clId="Web-{E510544E-6730-C332-F1D4-1328C249D9BB}" dt="2026-09-01T17:36:23.037" v="3"/>
          <ac:spMkLst>
            <pc:docMk/>
            <pc:sldMk cId="0" sldId="258"/>
            <ac:spMk id="9" creationId="{DA2FAA4A-2353-1C23-745C-4D40DF58C2FC}"/>
          </ac:spMkLst>
        </pc:spChg>
      </pc:sldChg>
    </pc:docChg>
  </pc:docChgLst>
  <pc:docChgLst>
    <pc:chgData name="Austin Hunter" userId="00d7ded5-34be-4721-abaf-399e53169e95" providerId="ADAL" clId="{64AE9F46-DCFB-4F0A-89B3-DFA18F9E6BA7}"/>
    <pc:docChg chg="undo custSel addSld delSld modSld sldOrd">
      <pc:chgData name="Austin Hunter" userId="00d7ded5-34be-4721-abaf-399e53169e95" providerId="ADAL" clId="{64AE9F46-DCFB-4F0A-89B3-DFA18F9E6BA7}" dt="2026-09-01T20:48:33.470" v="1109" actId="242"/>
      <pc:docMkLst>
        <pc:docMk/>
      </pc:docMkLst>
      <pc:sldChg chg="modSp mod">
        <pc:chgData name="Austin Hunter" userId="00d7ded5-34be-4721-abaf-399e53169e95" providerId="ADAL" clId="{64AE9F46-DCFB-4F0A-89B3-DFA18F9E6BA7}" dt="2026-08-31T16:08:10.435" v="101" actId="20577"/>
        <pc:sldMkLst>
          <pc:docMk/>
          <pc:sldMk cId="0" sldId="256"/>
        </pc:sldMkLst>
        <pc:spChg chg="mod">
          <ac:chgData name="Austin Hunter" userId="00d7ded5-34be-4721-abaf-399e53169e95" providerId="ADAL" clId="{64AE9F46-DCFB-4F0A-89B3-DFA18F9E6BA7}" dt="2026-08-31T16:08:10.435" v="101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Austin Hunter" userId="00d7ded5-34be-4721-abaf-399e53169e95" providerId="ADAL" clId="{64AE9F46-DCFB-4F0A-89B3-DFA18F9E6BA7}" dt="2026-08-31T16:09:11.049" v="125" actId="20577"/>
        <pc:sldMkLst>
          <pc:docMk/>
          <pc:sldMk cId="0" sldId="257"/>
        </pc:sldMkLst>
        <pc:spChg chg="mod">
          <ac:chgData name="Austin Hunter" userId="00d7ded5-34be-4721-abaf-399e53169e95" providerId="ADAL" clId="{64AE9F46-DCFB-4F0A-89B3-DFA18F9E6BA7}" dt="2026-08-31T16:09:05.903" v="111" actId="14100"/>
          <ac:spMkLst>
            <pc:docMk/>
            <pc:sldMk cId="0" sldId="257"/>
            <ac:spMk id="6" creationId="{00000000-0000-0000-0000-000000000000}"/>
          </ac:spMkLst>
        </pc:spChg>
        <pc:spChg chg="mod">
          <ac:chgData name="Austin Hunter" userId="00d7ded5-34be-4721-abaf-399e53169e95" providerId="ADAL" clId="{64AE9F46-DCFB-4F0A-89B3-DFA18F9E6BA7}" dt="2026-08-31T16:09:11.049" v="125" actId="20577"/>
          <ac:spMkLst>
            <pc:docMk/>
            <pc:sldMk cId="0" sldId="257"/>
            <ac:spMk id="7" creationId="{00000000-0000-0000-0000-000000000000}"/>
          </ac:spMkLst>
        </pc:spChg>
      </pc:sldChg>
      <pc:sldChg chg="addSp delSp modSp mod modAnim">
        <pc:chgData name="Austin Hunter" userId="00d7ded5-34be-4721-abaf-399e53169e95" providerId="ADAL" clId="{64AE9F46-DCFB-4F0A-89B3-DFA18F9E6BA7}" dt="2026-09-01T20:08:47.130" v="402" actId="1036"/>
        <pc:sldMkLst>
          <pc:docMk/>
          <pc:sldMk cId="0" sldId="258"/>
        </pc:sldMkLst>
        <pc:spChg chg="mod">
          <ac:chgData name="Austin Hunter" userId="00d7ded5-34be-4721-abaf-399e53169e95" providerId="ADAL" clId="{64AE9F46-DCFB-4F0A-89B3-DFA18F9E6BA7}" dt="2026-09-01T20:07:09.230" v="385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ustin Hunter" userId="00d7ded5-34be-4721-abaf-399e53169e95" providerId="ADAL" clId="{64AE9F46-DCFB-4F0A-89B3-DFA18F9E6BA7}" dt="2026-08-31T16:06:04.621" v="85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Austin Hunter" userId="00d7ded5-34be-4721-abaf-399e53169e95" providerId="ADAL" clId="{64AE9F46-DCFB-4F0A-89B3-DFA18F9E6BA7}" dt="2026-09-01T20:06:38.088" v="377" actId="554"/>
          <ac:spMkLst>
            <pc:docMk/>
            <pc:sldMk cId="0" sldId="258"/>
            <ac:spMk id="6" creationId="{00000000-0000-0000-0000-000000000000}"/>
          </ac:spMkLst>
        </pc:spChg>
        <pc:spChg chg="mod">
          <ac:chgData name="Austin Hunter" userId="00d7ded5-34be-4721-abaf-399e53169e95" providerId="ADAL" clId="{64AE9F46-DCFB-4F0A-89B3-DFA18F9E6BA7}" dt="2026-09-01T20:06:38.088" v="377" actId="554"/>
          <ac:spMkLst>
            <pc:docMk/>
            <pc:sldMk cId="0" sldId="258"/>
            <ac:spMk id="7" creationId="{00000000-0000-0000-0000-000000000000}"/>
          </ac:spMkLst>
        </pc:spChg>
        <pc:spChg chg="mod">
          <ac:chgData name="Austin Hunter" userId="00d7ded5-34be-4721-abaf-399e53169e95" providerId="ADAL" clId="{64AE9F46-DCFB-4F0A-89B3-DFA18F9E6BA7}" dt="2026-09-01T20:07:57.396" v="393" actId="552"/>
          <ac:spMkLst>
            <pc:docMk/>
            <pc:sldMk cId="0" sldId="258"/>
            <ac:spMk id="8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8-31T16:05:14.565" v="42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8-31T16:05:14.565" v="42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8-31T16:05:14.565" v="42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8-31T16:05:35.062" v="45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8-31T16:05:35.062" v="45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8-31T16:05:35.062" v="45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8-31T16:02:20.891" v="36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8-31T16:02:28.012" v="37" actId="478"/>
          <ac:spMkLst>
            <pc:docMk/>
            <pc:sldMk cId="0" sldId="258"/>
            <ac:spMk id="16" creationId="{00000000-0000-0000-0000-000000000000}"/>
          </ac:spMkLst>
        </pc:spChg>
        <pc:spChg chg="add mod">
          <ac:chgData name="Austin Hunter" userId="00d7ded5-34be-4721-abaf-399e53169e95" providerId="ADAL" clId="{64AE9F46-DCFB-4F0A-89B3-DFA18F9E6BA7}" dt="2026-09-01T20:07:01.664" v="383" actId="554"/>
          <ac:spMkLst>
            <pc:docMk/>
            <pc:sldMk cId="0" sldId="258"/>
            <ac:spMk id="16" creationId="{A89AE31E-8922-A084-C64F-224967472B0D}"/>
          </ac:spMkLst>
        </pc:spChg>
        <pc:spChg chg="del">
          <ac:chgData name="Austin Hunter" userId="00d7ded5-34be-4721-abaf-399e53169e95" providerId="ADAL" clId="{64AE9F46-DCFB-4F0A-89B3-DFA18F9E6BA7}" dt="2026-08-31T16:02:30.510" v="38" actId="478"/>
          <ac:spMkLst>
            <pc:docMk/>
            <pc:sldMk cId="0" sldId="258"/>
            <ac:spMk id="17" creationId="{00000000-0000-0000-0000-000000000000}"/>
          </ac:spMkLst>
        </pc:spChg>
        <pc:spChg chg="add mod">
          <ac:chgData name="Austin Hunter" userId="00d7ded5-34be-4721-abaf-399e53169e95" providerId="ADAL" clId="{64AE9F46-DCFB-4F0A-89B3-DFA18F9E6BA7}" dt="2026-09-01T20:06:43.207" v="378" actId="554"/>
          <ac:spMkLst>
            <pc:docMk/>
            <pc:sldMk cId="0" sldId="258"/>
            <ac:spMk id="21" creationId="{081DCB69-F84E-73AA-17E2-F202AF569D39}"/>
          </ac:spMkLst>
        </pc:spChg>
        <pc:spChg chg="add mod">
          <ac:chgData name="Austin Hunter" userId="00d7ded5-34be-4721-abaf-399e53169e95" providerId="ADAL" clId="{64AE9F46-DCFB-4F0A-89B3-DFA18F9E6BA7}" dt="2026-09-01T20:06:31.041" v="376" actId="554"/>
          <ac:spMkLst>
            <pc:docMk/>
            <pc:sldMk cId="0" sldId="258"/>
            <ac:spMk id="22" creationId="{102EA2A5-0C14-BDBC-0BC0-8210CC4A1122}"/>
          </ac:spMkLst>
        </pc:spChg>
        <pc:spChg chg="add mod">
          <ac:chgData name="Austin Hunter" userId="00d7ded5-34be-4721-abaf-399e53169e95" providerId="ADAL" clId="{64AE9F46-DCFB-4F0A-89B3-DFA18F9E6BA7}" dt="2026-09-01T20:06:31.041" v="376" actId="554"/>
          <ac:spMkLst>
            <pc:docMk/>
            <pc:sldMk cId="0" sldId="258"/>
            <ac:spMk id="24" creationId="{7D26FA30-761F-A04B-9297-59EE31A14EDB}"/>
          </ac:spMkLst>
        </pc:spChg>
        <pc:spChg chg="add mod">
          <ac:chgData name="Austin Hunter" userId="00d7ded5-34be-4721-abaf-399e53169e95" providerId="ADAL" clId="{64AE9F46-DCFB-4F0A-89B3-DFA18F9E6BA7}" dt="2026-09-01T20:08:47.130" v="402" actId="1036"/>
          <ac:spMkLst>
            <pc:docMk/>
            <pc:sldMk cId="0" sldId="258"/>
            <ac:spMk id="25" creationId="{FCEC840D-D047-571D-7F7C-7C07FCBF44C0}"/>
          </ac:spMkLst>
        </pc:spChg>
        <pc:spChg chg="add mod">
          <ac:chgData name="Austin Hunter" userId="00d7ded5-34be-4721-abaf-399e53169e95" providerId="ADAL" clId="{64AE9F46-DCFB-4F0A-89B3-DFA18F9E6BA7}" dt="2026-09-01T20:07:49.364" v="392" actId="552"/>
          <ac:spMkLst>
            <pc:docMk/>
            <pc:sldMk cId="0" sldId="258"/>
            <ac:spMk id="26" creationId="{5D5F5F46-1968-2A6E-3755-8A8E7AFAE3CC}"/>
          </ac:spMkLst>
        </pc:spChg>
        <pc:spChg chg="add mod">
          <ac:chgData name="Austin Hunter" userId="00d7ded5-34be-4721-abaf-399e53169e95" providerId="ADAL" clId="{64AE9F46-DCFB-4F0A-89B3-DFA18F9E6BA7}" dt="2026-09-01T20:07:17.779" v="387" actId="554"/>
          <ac:spMkLst>
            <pc:docMk/>
            <pc:sldMk cId="0" sldId="258"/>
            <ac:spMk id="28" creationId="{4995A3C1-E658-5079-3A5B-73EF7A24D6E3}"/>
          </ac:spMkLst>
        </pc:spChg>
        <pc:spChg chg="add mod">
          <ac:chgData name="Austin Hunter" userId="00d7ded5-34be-4721-abaf-399e53169e95" providerId="ADAL" clId="{64AE9F46-DCFB-4F0A-89B3-DFA18F9E6BA7}" dt="2026-09-01T20:07:17.779" v="387" actId="554"/>
          <ac:spMkLst>
            <pc:docMk/>
            <pc:sldMk cId="0" sldId="258"/>
            <ac:spMk id="30" creationId="{215C2B0E-72BF-4AE3-1D9A-1A111A2695F2}"/>
          </ac:spMkLst>
        </pc:spChg>
        <pc:spChg chg="add mod">
          <ac:chgData name="Austin Hunter" userId="00d7ded5-34be-4721-abaf-399e53169e95" providerId="ADAL" clId="{64AE9F46-DCFB-4F0A-89B3-DFA18F9E6BA7}" dt="2026-09-01T20:08:47.130" v="402" actId="1036"/>
          <ac:spMkLst>
            <pc:docMk/>
            <pc:sldMk cId="0" sldId="258"/>
            <ac:spMk id="32" creationId="{A2CDCE5C-408A-DFF0-5673-74375EEA3AEB}"/>
          </ac:spMkLst>
        </pc:spChg>
        <pc:spChg chg="add mod">
          <ac:chgData name="Austin Hunter" userId="00d7ded5-34be-4721-abaf-399e53169e95" providerId="ADAL" clId="{64AE9F46-DCFB-4F0A-89B3-DFA18F9E6BA7}" dt="2026-09-01T20:06:22.433" v="375" actId="552"/>
          <ac:spMkLst>
            <pc:docMk/>
            <pc:sldMk cId="0" sldId="258"/>
            <ac:spMk id="34" creationId="{9C83876D-AF3F-BB29-2116-EFEE6D18AC1E}"/>
          </ac:spMkLst>
        </pc:spChg>
        <pc:spChg chg="add mod">
          <ac:chgData name="Austin Hunter" userId="00d7ded5-34be-4721-abaf-399e53169e95" providerId="ADAL" clId="{64AE9F46-DCFB-4F0A-89B3-DFA18F9E6BA7}" dt="2026-09-01T17:41:36.391" v="259" actId="20577"/>
          <ac:spMkLst>
            <pc:docMk/>
            <pc:sldMk cId="0" sldId="258"/>
            <ac:spMk id="36" creationId="{65765FEA-8AD7-0953-45DC-7F9542320D9E}"/>
          </ac:spMkLst>
        </pc:spChg>
        <pc:spChg chg="add mod">
          <ac:chgData name="Austin Hunter" userId="00d7ded5-34be-4721-abaf-399e53169e95" providerId="ADAL" clId="{64AE9F46-DCFB-4F0A-89B3-DFA18F9E6BA7}" dt="2026-09-01T20:07:57.396" v="393" actId="552"/>
          <ac:spMkLst>
            <pc:docMk/>
            <pc:sldMk cId="0" sldId="258"/>
            <ac:spMk id="38" creationId="{6F0E09E3-4E24-452D-C09D-7A4830CC3675}"/>
          </ac:spMkLst>
        </pc:spChg>
        <pc:spChg chg="add mod">
          <ac:chgData name="Austin Hunter" userId="00d7ded5-34be-4721-abaf-399e53169e95" providerId="ADAL" clId="{64AE9F46-DCFB-4F0A-89B3-DFA18F9E6BA7}" dt="2026-09-01T20:06:13.615" v="374" actId="553"/>
          <ac:spMkLst>
            <pc:docMk/>
            <pc:sldMk cId="0" sldId="258"/>
            <ac:spMk id="40" creationId="{C853E7FA-038F-D2D1-10F3-4E372412F6D8}"/>
          </ac:spMkLst>
        </pc:spChg>
        <pc:spChg chg="add mod">
          <ac:chgData name="Austin Hunter" userId="00d7ded5-34be-4721-abaf-399e53169e95" providerId="ADAL" clId="{64AE9F46-DCFB-4F0A-89B3-DFA18F9E6BA7}" dt="2026-09-01T17:40:33.142" v="235"/>
          <ac:spMkLst>
            <pc:docMk/>
            <pc:sldMk cId="0" sldId="258"/>
            <ac:spMk id="42" creationId="{FC0E76BF-7857-9B12-E25D-40FACB2A4344}"/>
          </ac:spMkLst>
        </pc:spChg>
        <pc:spChg chg="add mod">
          <ac:chgData name="Austin Hunter" userId="00d7ded5-34be-4721-abaf-399e53169e95" providerId="ADAL" clId="{64AE9F46-DCFB-4F0A-89B3-DFA18F9E6BA7}" dt="2026-09-01T20:07:49.364" v="392" actId="552"/>
          <ac:spMkLst>
            <pc:docMk/>
            <pc:sldMk cId="0" sldId="258"/>
            <ac:spMk id="44" creationId="{EF4434B0-7BB2-5D83-A330-A7295E005E7D}"/>
          </ac:spMkLst>
        </pc:spChg>
      </pc:sldChg>
      <pc:sldChg chg="delSp modSp mod ord">
        <pc:chgData name="Austin Hunter" userId="00d7ded5-34be-4721-abaf-399e53169e95" providerId="ADAL" clId="{64AE9F46-DCFB-4F0A-89B3-DFA18F9E6BA7}" dt="2026-09-01T20:48:33.470" v="1109" actId="242"/>
        <pc:sldMkLst>
          <pc:docMk/>
          <pc:sldMk cId="0" sldId="259"/>
        </pc:sldMkLst>
        <pc:spChg chg="mod">
          <ac:chgData name="Austin Hunter" userId="00d7ded5-34be-4721-abaf-399e53169e95" providerId="ADAL" clId="{64AE9F46-DCFB-4F0A-89B3-DFA18F9E6BA7}" dt="2026-09-01T20:47:50.407" v="1054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Austin Hunter" userId="00d7ded5-34be-4721-abaf-399e53169e95" providerId="ADAL" clId="{64AE9F46-DCFB-4F0A-89B3-DFA18F9E6BA7}" dt="2026-09-01T20:47:58.586" v="1063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Austin Hunter" userId="00d7ded5-34be-4721-abaf-399e53169e95" providerId="ADAL" clId="{64AE9F46-DCFB-4F0A-89B3-DFA18F9E6BA7}" dt="2026-09-01T20:48:31.174" v="1108" actId="242"/>
          <ac:spMkLst>
            <pc:docMk/>
            <pc:sldMk cId="0" sldId="259"/>
            <ac:spMk id="8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9-01T20:48:18.755" v="1104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9-01T20:48:18.755" v="1104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9-01T20:48:18.755" v="1104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9-01T20:48:18.755" v="1104" actId="478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ustin Hunter" userId="00d7ded5-34be-4721-abaf-399e53169e95" providerId="ADAL" clId="{64AE9F46-DCFB-4F0A-89B3-DFA18F9E6BA7}" dt="2026-09-01T20:48:09.571" v="1102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ustin Hunter" userId="00d7ded5-34be-4721-abaf-399e53169e95" providerId="ADAL" clId="{64AE9F46-DCFB-4F0A-89B3-DFA18F9E6BA7}" dt="2026-09-01T20:48:33.470" v="1109" actId="242"/>
          <ac:spMkLst>
            <pc:docMk/>
            <pc:sldMk cId="0" sldId="259"/>
            <ac:spMk id="16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9-01T20:48:16.090" v="1103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9-01T20:48:16.090" v="1103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9-01T20:48:16.090" v="1103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Austin Hunter" userId="00d7ded5-34be-4721-abaf-399e53169e95" providerId="ADAL" clId="{64AE9F46-DCFB-4F0A-89B3-DFA18F9E6BA7}" dt="2026-09-01T20:48:16.090" v="1103" actId="478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ustin Hunter" userId="00d7ded5-34be-4721-abaf-399e53169e95" providerId="ADAL" clId="{64AE9F46-DCFB-4F0A-89B3-DFA18F9E6BA7}" dt="2026-09-01T20:48:27.589" v="1107" actId="20577"/>
          <ac:spMkLst>
            <pc:docMk/>
            <pc:sldMk cId="0" sldId="259"/>
            <ac:spMk id="22" creationId="{00000000-0000-0000-0000-000000000000}"/>
          </ac:spMkLst>
        </pc:spChg>
      </pc:sldChg>
      <pc:sldChg chg="ord">
        <pc:chgData name="Austin Hunter" userId="00d7ded5-34be-4721-abaf-399e53169e95" providerId="ADAL" clId="{64AE9F46-DCFB-4F0A-89B3-DFA18F9E6BA7}" dt="2026-08-31T16:11:07.323" v="127"/>
        <pc:sldMkLst>
          <pc:docMk/>
          <pc:sldMk cId="0" sldId="261"/>
        </pc:sldMkLst>
      </pc:sldChg>
      <pc:sldChg chg="modSp mod ord">
        <pc:chgData name="Austin Hunter" userId="00d7ded5-34be-4721-abaf-399e53169e95" providerId="ADAL" clId="{64AE9F46-DCFB-4F0A-89B3-DFA18F9E6BA7}" dt="2026-09-01T20:34:14.429" v="914" actId="20577"/>
        <pc:sldMkLst>
          <pc:docMk/>
          <pc:sldMk cId="0" sldId="262"/>
        </pc:sldMkLst>
        <pc:graphicFrameChg chg="mod modGraphic">
          <ac:chgData name="Austin Hunter" userId="00d7ded5-34be-4721-abaf-399e53169e95" providerId="ADAL" clId="{64AE9F46-DCFB-4F0A-89B3-DFA18F9E6BA7}" dt="2026-09-01T20:34:14.429" v="914" actId="20577"/>
          <ac:graphicFrameMkLst>
            <pc:docMk/>
            <pc:sldMk cId="0" sldId="262"/>
            <ac:graphicFrameMk id="65" creationId="{9418EC05-2B3C-57E5-4D2D-629F3FBDEFEA}"/>
          </ac:graphicFrameMkLst>
        </pc:graphicFrameChg>
      </pc:sldChg>
      <pc:sldChg chg="ord">
        <pc:chgData name="Austin Hunter" userId="00d7ded5-34be-4721-abaf-399e53169e95" providerId="ADAL" clId="{64AE9F46-DCFB-4F0A-89B3-DFA18F9E6BA7}" dt="2026-08-31T16:11:21.759" v="131"/>
        <pc:sldMkLst>
          <pc:docMk/>
          <pc:sldMk cId="0" sldId="263"/>
        </pc:sldMkLst>
      </pc:sldChg>
      <pc:sldChg chg="addSp modSp new mod ord setBg">
        <pc:chgData name="Austin Hunter" userId="00d7ded5-34be-4721-abaf-399e53169e95" providerId="ADAL" clId="{64AE9F46-DCFB-4F0A-89B3-DFA18F9E6BA7}" dt="2026-08-31T16:11:18.110" v="129"/>
        <pc:sldMkLst>
          <pc:docMk/>
          <pc:sldMk cId="3310848042" sldId="264"/>
        </pc:sldMkLst>
        <pc:spChg chg="add">
          <ac:chgData name="Austin Hunter" userId="00d7ded5-34be-4721-abaf-399e53169e95" providerId="ADAL" clId="{64AE9F46-DCFB-4F0A-89B3-DFA18F9E6BA7}" dt="2026-08-31T15:57:39.851" v="2" actId="26606"/>
          <ac:spMkLst>
            <pc:docMk/>
            <pc:sldMk cId="3310848042" sldId="264"/>
            <ac:spMk id="14" creationId="{E8DC6FCD-811B-436E-9FEE-FC957486CD7E}"/>
          </ac:spMkLst>
        </pc:spChg>
        <pc:picChg chg="add mod ord modCrop">
          <ac:chgData name="Austin Hunter" userId="00d7ded5-34be-4721-abaf-399e53169e95" providerId="ADAL" clId="{64AE9F46-DCFB-4F0A-89B3-DFA18F9E6BA7}" dt="2026-08-31T15:57:57.053" v="5" actId="732"/>
          <ac:picMkLst>
            <pc:docMk/>
            <pc:sldMk cId="3310848042" sldId="264"/>
            <ac:picMk id="3" creationId="{55613FC5-6D7B-6CD8-28E6-DB8AF1EDFFA2}"/>
          </ac:picMkLst>
        </pc:picChg>
        <pc:picChg chg="add mod ord modCrop">
          <ac:chgData name="Austin Hunter" userId="00d7ded5-34be-4721-abaf-399e53169e95" providerId="ADAL" clId="{64AE9F46-DCFB-4F0A-89B3-DFA18F9E6BA7}" dt="2026-08-31T15:58:02.343" v="6" actId="732"/>
          <ac:picMkLst>
            <pc:docMk/>
            <pc:sldMk cId="3310848042" sldId="264"/>
            <ac:picMk id="5" creationId="{56F3FDAD-89FF-3E2D-EADE-CFCD14EFCF76}"/>
          </ac:picMkLst>
        </pc:picChg>
        <pc:picChg chg="add mod ord modCrop">
          <ac:chgData name="Austin Hunter" userId="00d7ded5-34be-4721-abaf-399e53169e95" providerId="ADAL" clId="{64AE9F46-DCFB-4F0A-89B3-DFA18F9E6BA7}" dt="2026-08-31T15:58:34.487" v="8" actId="1076"/>
          <ac:picMkLst>
            <pc:docMk/>
            <pc:sldMk cId="3310848042" sldId="264"/>
            <ac:picMk id="7" creationId="{7C5E8A4F-606D-44D0-E6C2-B6866DFB3DA0}"/>
          </ac:picMkLst>
        </pc:picChg>
        <pc:picChg chg="add mod modCrop">
          <ac:chgData name="Austin Hunter" userId="00d7ded5-34be-4721-abaf-399e53169e95" providerId="ADAL" clId="{64AE9F46-DCFB-4F0A-89B3-DFA18F9E6BA7}" dt="2026-08-31T15:58:55.462" v="10" actId="732"/>
          <ac:picMkLst>
            <pc:docMk/>
            <pc:sldMk cId="3310848042" sldId="264"/>
            <ac:picMk id="9" creationId="{9CEBFC26-6E19-9759-7919-F4D32DDE3E6D}"/>
          </ac:picMkLst>
        </pc:picChg>
      </pc:sldChg>
      <pc:sldChg chg="modSp add mod">
        <pc:chgData name="Austin Hunter" userId="00d7ded5-34be-4721-abaf-399e53169e95" providerId="ADAL" clId="{64AE9F46-DCFB-4F0A-89B3-DFA18F9E6BA7}" dt="2026-08-31T16:14:25.662" v="150" actId="20577"/>
        <pc:sldMkLst>
          <pc:docMk/>
          <pc:sldMk cId="1516102815" sldId="265"/>
        </pc:sldMkLst>
        <pc:spChg chg="mod">
          <ac:chgData name="Austin Hunter" userId="00d7ded5-34be-4721-abaf-399e53169e95" providerId="ADAL" clId="{64AE9F46-DCFB-4F0A-89B3-DFA18F9E6BA7}" dt="2026-08-31T16:14:25.662" v="150" actId="20577"/>
          <ac:spMkLst>
            <pc:docMk/>
            <pc:sldMk cId="1516102815" sldId="265"/>
            <ac:spMk id="11" creationId="{4E55E782-1AED-A50B-35B5-8C932ED57170}"/>
          </ac:spMkLst>
        </pc:spChg>
        <pc:spChg chg="mod">
          <ac:chgData name="Austin Hunter" userId="00d7ded5-34be-4721-abaf-399e53169e95" providerId="ADAL" clId="{64AE9F46-DCFB-4F0A-89B3-DFA18F9E6BA7}" dt="2026-08-31T16:14:15.962" v="148" actId="20577"/>
          <ac:spMkLst>
            <pc:docMk/>
            <pc:sldMk cId="1516102815" sldId="265"/>
            <ac:spMk id="14" creationId="{8C76E042-EC38-C41A-294E-24930FD5ED17}"/>
          </ac:spMkLst>
        </pc:spChg>
      </pc:sldChg>
      <pc:sldChg chg="addSp delSp modSp add mod">
        <pc:chgData name="Austin Hunter" userId="00d7ded5-34be-4721-abaf-399e53169e95" providerId="ADAL" clId="{64AE9F46-DCFB-4F0A-89B3-DFA18F9E6BA7}" dt="2026-09-01T20:46:15.171" v="1044" actId="313"/>
        <pc:sldMkLst>
          <pc:docMk/>
          <pc:sldMk cId="2714522481" sldId="266"/>
        </pc:sldMkLst>
        <pc:spChg chg="mod">
          <ac:chgData name="Austin Hunter" userId="00d7ded5-34be-4721-abaf-399e53169e95" providerId="ADAL" clId="{64AE9F46-DCFB-4F0A-89B3-DFA18F9E6BA7}" dt="2026-08-31T16:18:15.676" v="152" actId="1076"/>
          <ac:spMkLst>
            <pc:docMk/>
            <pc:sldMk cId="2714522481" sldId="266"/>
            <ac:spMk id="2" creationId="{9173218C-BB6B-62D9-0ED2-1C3B156856C9}"/>
          </ac:spMkLst>
        </pc:spChg>
        <pc:spChg chg="mod">
          <ac:chgData name="Austin Hunter" userId="00d7ded5-34be-4721-abaf-399e53169e95" providerId="ADAL" clId="{64AE9F46-DCFB-4F0A-89B3-DFA18F9E6BA7}" dt="2026-08-31T16:12:01.724" v="147" actId="20577"/>
          <ac:spMkLst>
            <pc:docMk/>
            <pc:sldMk cId="2714522481" sldId="266"/>
            <ac:spMk id="4" creationId="{05336204-B9AF-DC89-47C3-A0CF64711C19}"/>
          </ac:spMkLst>
        </pc:spChg>
        <pc:spChg chg="mod">
          <ac:chgData name="Austin Hunter" userId="00d7ded5-34be-4721-abaf-399e53169e95" providerId="ADAL" clId="{64AE9F46-DCFB-4F0A-89B3-DFA18F9E6BA7}" dt="2026-09-01T20:13:29.662" v="408"/>
          <ac:spMkLst>
            <pc:docMk/>
            <pc:sldMk cId="2714522481" sldId="266"/>
            <ac:spMk id="8" creationId="{ED2068CF-4E01-CA53-5409-997F48B7D6F6}"/>
          </ac:spMkLst>
        </pc:spChg>
        <pc:spChg chg="add mod ord">
          <ac:chgData name="Austin Hunter" userId="00d7ded5-34be-4721-abaf-399e53169e95" providerId="ADAL" clId="{64AE9F46-DCFB-4F0A-89B3-DFA18F9E6BA7}" dt="2026-09-01T20:43:32.173" v="952" actId="166"/>
          <ac:spMkLst>
            <pc:docMk/>
            <pc:sldMk cId="2714522481" sldId="266"/>
            <ac:spMk id="10" creationId="{F0B90933-E05E-A569-3AF8-3699482C9B99}"/>
          </ac:spMkLst>
        </pc:spChg>
        <pc:spChg chg="add mod ord">
          <ac:chgData name="Austin Hunter" userId="00d7ded5-34be-4721-abaf-399e53169e95" providerId="ADAL" clId="{64AE9F46-DCFB-4F0A-89B3-DFA18F9E6BA7}" dt="2026-09-01T20:44:16.227" v="960" actId="208"/>
          <ac:spMkLst>
            <pc:docMk/>
            <pc:sldMk cId="2714522481" sldId="266"/>
            <ac:spMk id="12" creationId="{8FB7169B-CC05-3DE6-E6BE-02E88C616973}"/>
          </ac:spMkLst>
        </pc:spChg>
        <pc:spChg chg="mod">
          <ac:chgData name="Austin Hunter" userId="00d7ded5-34be-4721-abaf-399e53169e95" providerId="ADAL" clId="{64AE9F46-DCFB-4F0A-89B3-DFA18F9E6BA7}" dt="2026-09-01T20:24:15.204" v="565" actId="207"/>
          <ac:spMkLst>
            <pc:docMk/>
            <pc:sldMk cId="2714522481" sldId="266"/>
            <ac:spMk id="14" creationId="{6365B8EE-5DD2-B32D-EFE8-E3BCD2E62112}"/>
          </ac:spMkLst>
        </pc:spChg>
        <pc:spChg chg="mod">
          <ac:chgData name="Austin Hunter" userId="00d7ded5-34be-4721-abaf-399e53169e95" providerId="ADAL" clId="{64AE9F46-DCFB-4F0A-89B3-DFA18F9E6BA7}" dt="2026-09-01T20:46:15.171" v="1044" actId="313"/>
          <ac:spMkLst>
            <pc:docMk/>
            <pc:sldMk cId="2714522481" sldId="266"/>
            <ac:spMk id="16" creationId="{9976D0E2-7F91-D625-BFF8-409BA1E0CD53}"/>
          </ac:spMkLst>
        </pc:spChg>
        <pc:spChg chg="add mod">
          <ac:chgData name="Austin Hunter" userId="00d7ded5-34be-4721-abaf-399e53169e95" providerId="ADAL" clId="{64AE9F46-DCFB-4F0A-89B3-DFA18F9E6BA7}" dt="2026-09-01T20:44:56.173" v="969" actId="1076"/>
          <ac:spMkLst>
            <pc:docMk/>
            <pc:sldMk cId="2714522481" sldId="266"/>
            <ac:spMk id="18" creationId="{F5C21FE6-C298-C527-34FF-17A24C070D63}"/>
          </ac:spMkLst>
        </pc:spChg>
        <pc:spChg chg="mod">
          <ac:chgData name="Austin Hunter" userId="00d7ded5-34be-4721-abaf-399e53169e95" providerId="ADAL" clId="{64AE9F46-DCFB-4F0A-89B3-DFA18F9E6BA7}" dt="2026-08-31T16:18:12.446" v="151" actId="14100"/>
          <ac:spMkLst>
            <pc:docMk/>
            <pc:sldMk cId="2714522481" sldId="266"/>
            <ac:spMk id="21" creationId="{BAACD06D-10D5-0BDF-26E6-67C8BB88EDD5}"/>
          </ac:spMkLst>
        </pc:spChg>
        <pc:spChg chg="mod">
          <ac:chgData name="Austin Hunter" userId="00d7ded5-34be-4721-abaf-399e53169e95" providerId="ADAL" clId="{64AE9F46-DCFB-4F0A-89B3-DFA18F9E6BA7}" dt="2026-08-31T16:18:22.292" v="153" actId="1076"/>
          <ac:spMkLst>
            <pc:docMk/>
            <pc:sldMk cId="2714522481" sldId="266"/>
            <ac:spMk id="22" creationId="{4EFC22D4-2636-16DC-E501-455227C2D452}"/>
          </ac:spMkLst>
        </pc:spChg>
        <pc:spChg chg="mod ord">
          <ac:chgData name="Austin Hunter" userId="00d7ded5-34be-4721-abaf-399e53169e95" providerId="ADAL" clId="{64AE9F46-DCFB-4F0A-89B3-DFA18F9E6BA7}" dt="2026-09-01T20:44:08.662" v="959" actId="208"/>
          <ac:spMkLst>
            <pc:docMk/>
            <pc:sldMk cId="2714522481" sldId="266"/>
            <ac:spMk id="39" creationId="{98496649-7E41-F7A1-5C09-C5018C706D82}"/>
          </ac:spMkLst>
        </pc:spChg>
        <pc:spChg chg="del mod">
          <ac:chgData name="Austin Hunter" userId="00d7ded5-34be-4721-abaf-399e53169e95" providerId="ADAL" clId="{64AE9F46-DCFB-4F0A-89B3-DFA18F9E6BA7}" dt="2026-09-01T20:42:44.741" v="923" actId="478"/>
          <ac:spMkLst>
            <pc:docMk/>
            <pc:sldMk cId="2714522481" sldId="266"/>
            <ac:spMk id="41" creationId="{3B7EDE96-5858-A29C-838C-57A9D4E558EA}"/>
          </ac:spMkLst>
        </pc:spChg>
        <pc:spChg chg="del">
          <ac:chgData name="Austin Hunter" userId="00d7ded5-34be-4721-abaf-399e53169e95" providerId="ADAL" clId="{64AE9F46-DCFB-4F0A-89B3-DFA18F9E6BA7}" dt="2026-09-01T20:43:00.122" v="946" actId="478"/>
          <ac:spMkLst>
            <pc:docMk/>
            <pc:sldMk cId="2714522481" sldId="266"/>
            <ac:spMk id="43" creationId="{0A52ECBC-A02E-7D4C-4132-28EBC4599B04}"/>
          </ac:spMkLst>
        </pc:spChg>
      </pc:sldChg>
      <pc:sldChg chg="delSp modSp add del mod ord">
        <pc:chgData name="Austin Hunter" userId="00d7ded5-34be-4721-abaf-399e53169e95" providerId="ADAL" clId="{64AE9F46-DCFB-4F0A-89B3-DFA18F9E6BA7}" dt="2026-09-01T20:22:16.565" v="550" actId="47"/>
        <pc:sldMkLst>
          <pc:docMk/>
          <pc:sldMk cId="2757722002" sldId="267"/>
        </pc:sldMkLst>
        <pc:spChg chg="del">
          <ac:chgData name="Austin Hunter" userId="00d7ded5-34be-4721-abaf-399e53169e95" providerId="ADAL" clId="{64AE9F46-DCFB-4F0A-89B3-DFA18F9E6BA7}" dt="2026-09-01T17:43:04.440" v="263" actId="478"/>
          <ac:spMkLst>
            <pc:docMk/>
            <pc:sldMk cId="2757722002" sldId="267"/>
            <ac:spMk id="8" creationId="{41958D07-DBB2-55BA-DE2D-5C927B2804D9}"/>
          </ac:spMkLst>
        </pc:spChg>
        <pc:spChg chg="del mod">
          <ac:chgData name="Austin Hunter" userId="00d7ded5-34be-4721-abaf-399e53169e95" providerId="ADAL" clId="{64AE9F46-DCFB-4F0A-89B3-DFA18F9E6BA7}" dt="2026-09-01T17:43:08.807" v="266" actId="478"/>
          <ac:spMkLst>
            <pc:docMk/>
            <pc:sldMk cId="2757722002" sldId="267"/>
            <ac:spMk id="25" creationId="{6B375D71-72CC-37FD-BE47-93469666E46C}"/>
          </ac:spMkLst>
        </pc:spChg>
        <pc:spChg chg="del">
          <ac:chgData name="Austin Hunter" userId="00d7ded5-34be-4721-abaf-399e53169e95" providerId="ADAL" clId="{64AE9F46-DCFB-4F0A-89B3-DFA18F9E6BA7}" dt="2026-09-01T17:43:05.729" v="264" actId="478"/>
          <ac:spMkLst>
            <pc:docMk/>
            <pc:sldMk cId="2757722002" sldId="267"/>
            <ac:spMk id="26" creationId="{9BECB1FA-2839-BA7B-F6BB-43A4E44A5F1F}"/>
          </ac:spMkLst>
        </pc:spChg>
        <pc:spChg chg="mod">
          <ac:chgData name="Austin Hunter" userId="00d7ded5-34be-4721-abaf-399e53169e95" providerId="ADAL" clId="{64AE9F46-DCFB-4F0A-89B3-DFA18F9E6BA7}" dt="2026-09-01T20:21:36.539" v="546" actId="1076"/>
          <ac:spMkLst>
            <pc:docMk/>
            <pc:sldMk cId="2757722002" sldId="267"/>
            <ac:spMk id="28" creationId="{CBBF2A23-E79F-5498-609E-6F8A573E6849}"/>
          </ac:spMkLst>
        </pc:spChg>
        <pc:spChg chg="mod">
          <ac:chgData name="Austin Hunter" userId="00d7ded5-34be-4721-abaf-399e53169e95" providerId="ADAL" clId="{64AE9F46-DCFB-4F0A-89B3-DFA18F9E6BA7}" dt="2026-09-01T20:21:36.539" v="546" actId="1076"/>
          <ac:spMkLst>
            <pc:docMk/>
            <pc:sldMk cId="2757722002" sldId="267"/>
            <ac:spMk id="30" creationId="{44213253-688D-3484-FE64-187098BA2B0E}"/>
          </ac:spMkLst>
        </pc:spChg>
        <pc:spChg chg="del">
          <ac:chgData name="Austin Hunter" userId="00d7ded5-34be-4721-abaf-399e53169e95" providerId="ADAL" clId="{64AE9F46-DCFB-4F0A-89B3-DFA18F9E6BA7}" dt="2026-09-01T17:43:09.959" v="267" actId="478"/>
          <ac:spMkLst>
            <pc:docMk/>
            <pc:sldMk cId="2757722002" sldId="267"/>
            <ac:spMk id="32" creationId="{251D44DA-25A0-5C57-EB4B-5706F9579A4E}"/>
          </ac:spMkLst>
        </pc:spChg>
        <pc:spChg chg="mod">
          <ac:chgData name="Austin Hunter" userId="00d7ded5-34be-4721-abaf-399e53169e95" providerId="ADAL" clId="{64AE9F46-DCFB-4F0A-89B3-DFA18F9E6BA7}" dt="2026-09-01T20:22:00.703" v="548" actId="1076"/>
          <ac:spMkLst>
            <pc:docMk/>
            <pc:sldMk cId="2757722002" sldId="267"/>
            <ac:spMk id="34" creationId="{251D7460-81D6-4061-3F66-6A0D3EF54171}"/>
          </ac:spMkLst>
        </pc:spChg>
        <pc:spChg chg="mod">
          <ac:chgData name="Austin Hunter" userId="00d7ded5-34be-4721-abaf-399e53169e95" providerId="ADAL" clId="{64AE9F46-DCFB-4F0A-89B3-DFA18F9E6BA7}" dt="2026-09-01T20:22:00.703" v="548" actId="1076"/>
          <ac:spMkLst>
            <pc:docMk/>
            <pc:sldMk cId="2757722002" sldId="267"/>
            <ac:spMk id="36" creationId="{C948A226-BEEE-FFBB-FB12-92802ECF7049}"/>
          </ac:spMkLst>
        </pc:spChg>
        <pc:spChg chg="del">
          <ac:chgData name="Austin Hunter" userId="00d7ded5-34be-4721-abaf-399e53169e95" providerId="ADAL" clId="{64AE9F46-DCFB-4F0A-89B3-DFA18F9E6BA7}" dt="2026-09-01T17:43:12.398" v="268" actId="478"/>
          <ac:spMkLst>
            <pc:docMk/>
            <pc:sldMk cId="2757722002" sldId="267"/>
            <ac:spMk id="38" creationId="{07D3C3B9-1D1A-99E4-4445-F22F3CDA483E}"/>
          </ac:spMkLst>
        </pc:spChg>
        <pc:spChg chg="mod">
          <ac:chgData name="Austin Hunter" userId="00d7ded5-34be-4721-abaf-399e53169e95" providerId="ADAL" clId="{64AE9F46-DCFB-4F0A-89B3-DFA18F9E6BA7}" dt="2026-09-01T20:21:50.791" v="547" actId="1076"/>
          <ac:spMkLst>
            <pc:docMk/>
            <pc:sldMk cId="2757722002" sldId="267"/>
            <ac:spMk id="40" creationId="{0D04EAD4-678E-B83C-F801-08DBE4FA3A65}"/>
          </ac:spMkLst>
        </pc:spChg>
        <pc:spChg chg="mod">
          <ac:chgData name="Austin Hunter" userId="00d7ded5-34be-4721-abaf-399e53169e95" providerId="ADAL" clId="{64AE9F46-DCFB-4F0A-89B3-DFA18F9E6BA7}" dt="2026-09-01T20:21:50.791" v="547" actId="1076"/>
          <ac:spMkLst>
            <pc:docMk/>
            <pc:sldMk cId="2757722002" sldId="267"/>
            <ac:spMk id="42" creationId="{4E1B2B5C-2FCD-01F6-56BA-1668D9CCC045}"/>
          </ac:spMkLst>
        </pc:spChg>
        <pc:spChg chg="del">
          <ac:chgData name="Austin Hunter" userId="00d7ded5-34be-4721-abaf-399e53169e95" providerId="ADAL" clId="{64AE9F46-DCFB-4F0A-89B3-DFA18F9E6BA7}" dt="2026-09-01T17:43:12.398" v="268" actId="478"/>
          <ac:spMkLst>
            <pc:docMk/>
            <pc:sldMk cId="2757722002" sldId="267"/>
            <ac:spMk id="44" creationId="{3C05C511-D4C5-0A31-B25D-D822D04B2C2B}"/>
          </ac:spMkLst>
        </pc:spChg>
      </pc:sldChg>
      <pc:sldChg chg="add modTransition modAnim">
        <pc:chgData name="Austin Hunter" userId="00d7ded5-34be-4721-abaf-399e53169e95" providerId="ADAL" clId="{64AE9F46-DCFB-4F0A-89B3-DFA18F9E6BA7}" dt="2026-09-01T20:25:46.556" v="569"/>
        <pc:sldMkLst>
          <pc:docMk/>
          <pc:sldMk cId="4049331613" sldId="268"/>
        </pc:sldMkLst>
      </pc:sldChg>
      <pc:sldChg chg="addSp delSp modSp add mod delAnim">
        <pc:chgData name="Austin Hunter" userId="00d7ded5-34be-4721-abaf-399e53169e95" providerId="ADAL" clId="{64AE9F46-DCFB-4F0A-89B3-DFA18F9E6BA7}" dt="2026-09-01T20:27:07.082" v="575" actId="1076"/>
        <pc:sldMkLst>
          <pc:docMk/>
          <pc:sldMk cId="4177603836" sldId="269"/>
        </pc:sldMkLst>
        <pc:spChg chg="mod">
          <ac:chgData name="Austin Hunter" userId="00d7ded5-34be-4721-abaf-399e53169e95" providerId="ADAL" clId="{64AE9F46-DCFB-4F0A-89B3-DFA18F9E6BA7}" dt="2026-09-01T20:22:31.806" v="555" actId="1076"/>
          <ac:spMkLst>
            <pc:docMk/>
            <pc:sldMk cId="4177603836" sldId="269"/>
            <ac:spMk id="2" creationId="{6B78641A-CEDA-C4D1-29A8-E1CE52079A60}"/>
          </ac:spMkLst>
        </pc:spChg>
        <pc:spChg chg="del">
          <ac:chgData name="Austin Hunter" userId="00d7ded5-34be-4721-abaf-399e53169e95" providerId="ADAL" clId="{64AE9F46-DCFB-4F0A-89B3-DFA18F9E6BA7}" dt="2026-09-01T20:26:27.890" v="570" actId="478"/>
          <ac:spMkLst>
            <pc:docMk/>
            <pc:sldMk cId="4177603836" sldId="269"/>
            <ac:spMk id="5" creationId="{8F17A16C-3365-1C3C-703B-1BF17DD86780}"/>
          </ac:spMkLst>
        </pc:spChg>
        <pc:spChg chg="del">
          <ac:chgData name="Austin Hunter" userId="00d7ded5-34be-4721-abaf-399e53169e95" providerId="ADAL" clId="{64AE9F46-DCFB-4F0A-89B3-DFA18F9E6BA7}" dt="2026-09-01T20:22:21.772" v="551" actId="478"/>
          <ac:spMkLst>
            <pc:docMk/>
            <pc:sldMk cId="4177603836" sldId="269"/>
            <ac:spMk id="8" creationId="{6DA532A3-30C8-1F8D-8B20-EB3DADCF7124}"/>
          </ac:spMkLst>
        </pc:spChg>
        <pc:spChg chg="add mod">
          <ac:chgData name="Austin Hunter" userId="00d7ded5-34be-4721-abaf-399e53169e95" providerId="ADAL" clId="{64AE9F46-DCFB-4F0A-89B3-DFA18F9E6BA7}" dt="2026-09-01T20:27:07.082" v="575" actId="1076"/>
          <ac:spMkLst>
            <pc:docMk/>
            <pc:sldMk cId="4177603836" sldId="269"/>
            <ac:spMk id="10" creationId="{544D25B6-F576-527F-062E-E53A06537F19}"/>
          </ac:spMkLst>
        </pc:spChg>
        <pc:spChg chg="add mod">
          <ac:chgData name="Austin Hunter" userId="00d7ded5-34be-4721-abaf-399e53169e95" providerId="ADAL" clId="{64AE9F46-DCFB-4F0A-89B3-DFA18F9E6BA7}" dt="2026-09-01T20:27:07.082" v="575" actId="1076"/>
          <ac:spMkLst>
            <pc:docMk/>
            <pc:sldMk cId="4177603836" sldId="269"/>
            <ac:spMk id="12" creationId="{0042EB55-2AA0-1EE5-EB5B-F79BE31E365B}"/>
          </ac:spMkLst>
        </pc:spChg>
        <pc:spChg chg="add mod">
          <ac:chgData name="Austin Hunter" userId="00d7ded5-34be-4721-abaf-399e53169e95" providerId="ADAL" clId="{64AE9F46-DCFB-4F0A-89B3-DFA18F9E6BA7}" dt="2026-09-01T20:26:55.890" v="574" actId="1076"/>
          <ac:spMkLst>
            <pc:docMk/>
            <pc:sldMk cId="4177603836" sldId="269"/>
            <ac:spMk id="14" creationId="{B04F1236-36C4-456D-FAF6-70AB139279E5}"/>
          </ac:spMkLst>
        </pc:spChg>
        <pc:spChg chg="mod">
          <ac:chgData name="Austin Hunter" userId="00d7ded5-34be-4721-abaf-399e53169e95" providerId="ADAL" clId="{64AE9F46-DCFB-4F0A-89B3-DFA18F9E6BA7}" dt="2026-09-01T20:23:02.402" v="560" actId="554"/>
          <ac:spMkLst>
            <pc:docMk/>
            <pc:sldMk cId="4177603836" sldId="269"/>
            <ac:spMk id="16" creationId="{F747E426-D3B3-1E9E-E19F-2D6CCCA37CC5}"/>
          </ac:spMkLst>
        </pc:spChg>
        <pc:spChg chg="add mod">
          <ac:chgData name="Austin Hunter" userId="00d7ded5-34be-4721-abaf-399e53169e95" providerId="ADAL" clId="{64AE9F46-DCFB-4F0A-89B3-DFA18F9E6BA7}" dt="2026-09-01T20:26:55.890" v="574" actId="1076"/>
          <ac:spMkLst>
            <pc:docMk/>
            <pc:sldMk cId="4177603836" sldId="269"/>
            <ac:spMk id="17" creationId="{D8968B9A-1935-688E-B1F4-B6999AD0D9F5}"/>
          </ac:spMkLst>
        </pc:spChg>
        <pc:spChg chg="mod">
          <ac:chgData name="Austin Hunter" userId="00d7ded5-34be-4721-abaf-399e53169e95" providerId="ADAL" clId="{64AE9F46-DCFB-4F0A-89B3-DFA18F9E6BA7}" dt="2026-09-01T20:23:02.402" v="560" actId="554"/>
          <ac:spMkLst>
            <pc:docMk/>
            <pc:sldMk cId="4177603836" sldId="269"/>
            <ac:spMk id="21" creationId="{02932047-15AD-7E71-7B66-B9233811718C}"/>
          </ac:spMkLst>
        </pc:spChg>
        <pc:spChg chg="mod">
          <ac:chgData name="Austin Hunter" userId="00d7ded5-34be-4721-abaf-399e53169e95" providerId="ADAL" clId="{64AE9F46-DCFB-4F0A-89B3-DFA18F9E6BA7}" dt="2026-09-01T20:24:38.080" v="567" actId="208"/>
          <ac:spMkLst>
            <pc:docMk/>
            <pc:sldMk cId="4177603836" sldId="269"/>
            <ac:spMk id="22" creationId="{C51EF966-DC00-5988-98BF-48D0B94F3AD2}"/>
          </ac:spMkLst>
        </pc:spChg>
        <pc:spChg chg="del">
          <ac:chgData name="Austin Hunter" userId="00d7ded5-34be-4721-abaf-399e53169e95" providerId="ADAL" clId="{64AE9F46-DCFB-4F0A-89B3-DFA18F9E6BA7}" dt="2026-09-01T20:22:21.772" v="551" actId="478"/>
          <ac:spMkLst>
            <pc:docMk/>
            <pc:sldMk cId="4177603836" sldId="269"/>
            <ac:spMk id="25" creationId="{05F43E8D-8173-8DB8-A1B3-BB8DF5C7121B}"/>
          </ac:spMkLst>
        </pc:spChg>
        <pc:spChg chg="del">
          <ac:chgData name="Austin Hunter" userId="00d7ded5-34be-4721-abaf-399e53169e95" providerId="ADAL" clId="{64AE9F46-DCFB-4F0A-89B3-DFA18F9E6BA7}" dt="2026-09-01T20:22:21.772" v="551" actId="478"/>
          <ac:spMkLst>
            <pc:docMk/>
            <pc:sldMk cId="4177603836" sldId="269"/>
            <ac:spMk id="26" creationId="{1E03C069-3FC7-8773-DD24-07FF0872F559}"/>
          </ac:spMkLst>
        </pc:spChg>
        <pc:spChg chg="mod">
          <ac:chgData name="Austin Hunter" userId="00d7ded5-34be-4721-abaf-399e53169e95" providerId="ADAL" clId="{64AE9F46-DCFB-4F0A-89B3-DFA18F9E6BA7}" dt="2026-09-01T20:22:41.694" v="559" actId="1035"/>
          <ac:spMkLst>
            <pc:docMk/>
            <pc:sldMk cId="4177603836" sldId="269"/>
            <ac:spMk id="28" creationId="{CCEFC459-9354-AB17-DA9D-0EFA658200D0}"/>
          </ac:spMkLst>
        </pc:spChg>
        <pc:spChg chg="mod">
          <ac:chgData name="Austin Hunter" userId="00d7ded5-34be-4721-abaf-399e53169e95" providerId="ADAL" clId="{64AE9F46-DCFB-4F0A-89B3-DFA18F9E6BA7}" dt="2026-09-01T20:22:41.694" v="559" actId="1035"/>
          <ac:spMkLst>
            <pc:docMk/>
            <pc:sldMk cId="4177603836" sldId="269"/>
            <ac:spMk id="30" creationId="{7C045EF5-8B32-8D21-0C50-CDB4E5A71053}"/>
          </ac:spMkLst>
        </pc:spChg>
        <pc:spChg chg="del">
          <ac:chgData name="Austin Hunter" userId="00d7ded5-34be-4721-abaf-399e53169e95" providerId="ADAL" clId="{64AE9F46-DCFB-4F0A-89B3-DFA18F9E6BA7}" dt="2026-09-01T20:22:21.772" v="551" actId="478"/>
          <ac:spMkLst>
            <pc:docMk/>
            <pc:sldMk cId="4177603836" sldId="269"/>
            <ac:spMk id="32" creationId="{98528353-1196-151F-1115-AB8A63087112}"/>
          </ac:spMkLst>
        </pc:spChg>
        <pc:spChg chg="mod">
          <ac:chgData name="Austin Hunter" userId="00d7ded5-34be-4721-abaf-399e53169e95" providerId="ADAL" clId="{64AE9F46-DCFB-4F0A-89B3-DFA18F9E6BA7}" dt="2026-09-01T20:24:38.080" v="567" actId="208"/>
          <ac:spMkLst>
            <pc:docMk/>
            <pc:sldMk cId="4177603836" sldId="269"/>
            <ac:spMk id="34" creationId="{F77CEDAD-847B-C4D0-E4B9-E571E23E08F0}"/>
          </ac:spMkLst>
        </pc:spChg>
        <pc:spChg chg="mod">
          <ac:chgData name="Austin Hunter" userId="00d7ded5-34be-4721-abaf-399e53169e95" providerId="ADAL" clId="{64AE9F46-DCFB-4F0A-89B3-DFA18F9E6BA7}" dt="2026-09-01T20:23:19.775" v="561" actId="553"/>
          <ac:spMkLst>
            <pc:docMk/>
            <pc:sldMk cId="4177603836" sldId="269"/>
            <ac:spMk id="36" creationId="{813B91CF-88FF-A743-38D6-74B59AECF5BC}"/>
          </ac:spMkLst>
        </pc:spChg>
        <pc:spChg chg="del">
          <ac:chgData name="Austin Hunter" userId="00d7ded5-34be-4721-abaf-399e53169e95" providerId="ADAL" clId="{64AE9F46-DCFB-4F0A-89B3-DFA18F9E6BA7}" dt="2026-09-01T20:22:21.772" v="551" actId="478"/>
          <ac:spMkLst>
            <pc:docMk/>
            <pc:sldMk cId="4177603836" sldId="269"/>
            <ac:spMk id="38" creationId="{733C1324-4A67-59DE-3AF5-F5C56F99FFA9}"/>
          </ac:spMkLst>
        </pc:spChg>
        <pc:spChg chg="mod">
          <ac:chgData name="Austin Hunter" userId="00d7ded5-34be-4721-abaf-399e53169e95" providerId="ADAL" clId="{64AE9F46-DCFB-4F0A-89B3-DFA18F9E6BA7}" dt="2026-09-01T20:24:38.080" v="567" actId="208"/>
          <ac:spMkLst>
            <pc:docMk/>
            <pc:sldMk cId="4177603836" sldId="269"/>
            <ac:spMk id="40" creationId="{368E56D5-B602-6856-677F-427017C0E104}"/>
          </ac:spMkLst>
        </pc:spChg>
        <pc:spChg chg="mod">
          <ac:chgData name="Austin Hunter" userId="00d7ded5-34be-4721-abaf-399e53169e95" providerId="ADAL" clId="{64AE9F46-DCFB-4F0A-89B3-DFA18F9E6BA7}" dt="2026-09-01T20:23:19.775" v="561" actId="553"/>
          <ac:spMkLst>
            <pc:docMk/>
            <pc:sldMk cId="4177603836" sldId="269"/>
            <ac:spMk id="42" creationId="{4E77A52D-71C0-600A-410F-7E43E81B0B40}"/>
          </ac:spMkLst>
        </pc:spChg>
        <pc:spChg chg="del">
          <ac:chgData name="Austin Hunter" userId="00d7ded5-34be-4721-abaf-399e53169e95" providerId="ADAL" clId="{64AE9F46-DCFB-4F0A-89B3-DFA18F9E6BA7}" dt="2026-09-01T20:22:21.772" v="551" actId="478"/>
          <ac:spMkLst>
            <pc:docMk/>
            <pc:sldMk cId="4177603836" sldId="269"/>
            <ac:spMk id="44" creationId="{3D18FE13-ACF0-F287-8F18-E57D5CFEDE8B}"/>
          </ac:spMkLst>
        </pc:spChg>
      </pc:sldChg>
      <pc:sldChg chg="add">
        <pc:chgData name="Austin Hunter" userId="00d7ded5-34be-4721-abaf-399e53169e95" providerId="ADAL" clId="{64AE9F46-DCFB-4F0A-89B3-DFA18F9E6BA7}" dt="2026-09-01T20:47:45.669" v="1049"/>
        <pc:sldMkLst>
          <pc:docMk/>
          <pc:sldMk cId="338098642" sldId="270"/>
        </pc:sldMkLst>
      </pc:sldChg>
      <pc:sldChg chg="new del">
        <pc:chgData name="Austin Hunter" userId="00d7ded5-34be-4721-abaf-399e53169e95" providerId="ADAL" clId="{64AE9F46-DCFB-4F0A-89B3-DFA18F9E6BA7}" dt="2026-09-01T20:46:48.176" v="1046" actId="680"/>
        <pc:sldMkLst>
          <pc:docMk/>
          <pc:sldMk cId="1731623013" sldId="270"/>
        </pc:sldMkLst>
      </pc:sldChg>
    </pc:docChg>
  </pc:docChgLst>
  <pc:docChgLst>
    <pc:chgData name="Jack Abrams" userId="S::jaab7730@colorado.edu::19f0ce8b-7177-4474-b0db-a09cc846e8fe" providerId="AD" clId="Web-{EB89CEFF-715B-297B-9C5C-CA78A86A7524}"/>
    <pc:docChg chg="modSld">
      <pc:chgData name="Jack Abrams" userId="S::jaab7730@colorado.edu::19f0ce8b-7177-4474-b0db-a09cc846e8fe" providerId="AD" clId="Web-{EB89CEFF-715B-297B-9C5C-CA78A86A7524}" dt="2026-09-01T15:35:05.552" v="139" actId="20577"/>
      <pc:docMkLst>
        <pc:docMk/>
      </pc:docMkLst>
      <pc:sldChg chg="modSp">
        <pc:chgData name="Jack Abrams" userId="S::jaab7730@colorado.edu::19f0ce8b-7177-4474-b0db-a09cc846e8fe" providerId="AD" clId="Web-{EB89CEFF-715B-297B-9C5C-CA78A86A7524}" dt="2026-09-01T04:21:09.459" v="106"/>
        <pc:sldMkLst>
          <pc:docMk/>
          <pc:sldMk cId="0" sldId="258"/>
        </pc:sldMkLst>
        <pc:spChg chg="mod">
          <ac:chgData name="Jack Abrams" userId="S::jaab7730@colorado.edu::19f0ce8b-7177-4474-b0db-a09cc846e8fe" providerId="AD" clId="Web-{EB89CEFF-715B-297B-9C5C-CA78A86A7524}" dt="2026-09-01T04:21:09.459" v="106"/>
          <ac:spMkLst>
            <pc:docMk/>
            <pc:sldMk cId="0" sldId="258"/>
            <ac:spMk id="7" creationId="{00000000-0000-0000-0000-000000000000}"/>
          </ac:spMkLst>
        </pc:spChg>
        <pc:spChg chg="mod">
          <ac:chgData name="Jack Abrams" userId="S::jaab7730@colorado.edu::19f0ce8b-7177-4474-b0db-a09cc846e8fe" providerId="AD" clId="Web-{EB89CEFF-715B-297B-9C5C-CA78A86A7524}" dt="2026-09-01T04:19:36.645" v="93" actId="14100"/>
          <ac:spMkLst>
            <pc:docMk/>
            <pc:sldMk cId="0" sldId="258"/>
            <ac:spMk id="8" creationId="{00000000-0000-0000-0000-000000000000}"/>
          </ac:spMkLst>
        </pc:spChg>
      </pc:sldChg>
      <pc:sldChg chg="addSp delSp modSp">
        <pc:chgData name="Jack Abrams" userId="S::jaab7730@colorado.edu::19f0ce8b-7177-4474-b0db-a09cc846e8fe" providerId="AD" clId="Web-{EB89CEFF-715B-297B-9C5C-CA78A86A7524}" dt="2026-09-01T15:35:05.552" v="139" actId="20577"/>
        <pc:sldMkLst>
          <pc:docMk/>
          <pc:sldMk cId="2714522481" sldId="266"/>
        </pc:sldMkLst>
        <pc:spChg chg="mod">
          <ac:chgData name="Jack Abrams" userId="S::jaab7730@colorado.edu::19f0ce8b-7177-4474-b0db-a09cc846e8fe" providerId="AD" clId="Web-{EB89CEFF-715B-297B-9C5C-CA78A86A7524}" dt="2026-09-01T04:21:04.677" v="101" actId="1076"/>
          <ac:spMkLst>
            <pc:docMk/>
            <pc:sldMk cId="2714522481" sldId="266"/>
            <ac:spMk id="5" creationId="{57BCBF06-8AB7-1C55-07D7-072170FA1A5A}"/>
          </ac:spMkLst>
        </pc:spChg>
        <pc:spChg chg="add del mod">
          <ac:chgData name="Jack Abrams" userId="S::jaab7730@colorado.edu::19f0ce8b-7177-4474-b0db-a09cc846e8fe" providerId="AD" clId="Web-{EB89CEFF-715B-297B-9C5C-CA78A86A7524}" dt="2026-09-01T15:35:05.552" v="139" actId="20577"/>
          <ac:spMkLst>
            <pc:docMk/>
            <pc:sldMk cId="2714522481" sldId="266"/>
            <ac:spMk id="8" creationId="{ED2068CF-4E01-CA53-5409-997F48B7D6F6}"/>
          </ac:spMkLst>
        </pc:spChg>
      </pc:sldChg>
    </pc:docChg>
  </pc:docChgLst>
  <pc:docChgLst>
    <pc:chgData name="Jack Abrams" userId="S::jaab7730@colorado.edu::19f0ce8b-7177-4474-b0db-a09cc846e8fe" providerId="AD" clId="Web-{00000000-0000-0000-0000-000000000000}"/>
    <pc:docChg chg="modSld sldOrd">
      <pc:chgData name="Jack Abrams" userId="S::jaab7730@colorado.edu::19f0ce8b-7177-4474-b0db-a09cc846e8fe" providerId="AD" clId="Web-{00000000-0000-0000-0000-000000000000}" dt="2026-08-31T16:22:46.028" v="16"/>
      <pc:docMkLst>
        <pc:docMk/>
      </pc:docMkLst>
      <pc:sldChg chg="modSp">
        <pc:chgData name="Jack Abrams" userId="S::jaab7730@colorado.edu::19f0ce8b-7177-4474-b0db-a09cc846e8fe" providerId="AD" clId="Web-{00000000-0000-0000-0000-000000000000}" dt="2026-08-31T16:17:39.353" v="9" actId="20577"/>
        <pc:sldMkLst>
          <pc:docMk/>
          <pc:sldMk cId="0" sldId="257"/>
        </pc:sldMkLst>
        <pc:spChg chg="mod">
          <ac:chgData name="Jack Abrams" userId="S::jaab7730@colorado.edu::19f0ce8b-7177-4474-b0db-a09cc846e8fe" providerId="AD" clId="Web-{00000000-0000-0000-0000-000000000000}" dt="2026-08-31T16:17:39.353" v="9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Jack Abrams" userId="S::jaab7730@colorado.edu::19f0ce8b-7177-4474-b0db-a09cc846e8fe" providerId="AD" clId="Web-{00000000-0000-0000-0000-000000000000}" dt="2026-08-31T16:17:29.353" v="3" actId="20577"/>
          <ac:spMkLst>
            <pc:docMk/>
            <pc:sldMk cId="0" sldId="257"/>
            <ac:spMk id="23" creationId="{1FEA1C6D-EF07-6948-FB68-0694B00FD74A}"/>
          </ac:spMkLst>
        </pc:spChg>
      </pc:sldChg>
      <pc:sldChg chg="ord">
        <pc:chgData name="Jack Abrams" userId="S::jaab7730@colorado.edu::19f0ce8b-7177-4474-b0db-a09cc846e8fe" providerId="AD" clId="Web-{00000000-0000-0000-0000-000000000000}" dt="2026-08-31T16:22:46.028" v="16"/>
        <pc:sldMkLst>
          <pc:docMk/>
          <pc:sldMk cId="0" sldId="259"/>
        </pc:sldMkLst>
      </pc:sldChg>
      <pc:sldChg chg="ord">
        <pc:chgData name="Jack Abrams" userId="S::jaab7730@colorado.edu::19f0ce8b-7177-4474-b0db-a09cc846e8fe" providerId="AD" clId="Web-{00000000-0000-0000-0000-000000000000}" dt="2026-08-31T16:19:01.026" v="12"/>
        <pc:sldMkLst>
          <pc:docMk/>
          <pc:sldMk cId="0" sldId="260"/>
        </pc:sldMkLst>
      </pc:sldChg>
      <pc:sldChg chg="modSp">
        <pc:chgData name="Jack Abrams" userId="S::jaab7730@colorado.edu::19f0ce8b-7177-4474-b0db-a09cc846e8fe" providerId="AD" clId="Web-{00000000-0000-0000-0000-000000000000}" dt="2026-08-31T16:14:15.383" v="1" actId="20577"/>
        <pc:sldMkLst>
          <pc:docMk/>
          <pc:sldMk cId="1516102815" sldId="265"/>
        </pc:sldMkLst>
        <pc:spChg chg="mod">
          <ac:chgData name="Jack Abrams" userId="S::jaab7730@colorado.edu::19f0ce8b-7177-4474-b0db-a09cc846e8fe" providerId="AD" clId="Web-{00000000-0000-0000-0000-000000000000}" dt="2026-08-31T16:14:15.383" v="1" actId="20577"/>
          <ac:spMkLst>
            <pc:docMk/>
            <pc:sldMk cId="1516102815" sldId="265"/>
            <ac:spMk id="8" creationId="{D23D05A3-3FAE-C025-AF74-AA5008C15BB1}"/>
          </ac:spMkLst>
        </pc:spChg>
      </pc:sldChg>
      <pc:sldChg chg="modSp">
        <pc:chgData name="Jack Abrams" userId="S::jaab7730@colorado.edu::19f0ce8b-7177-4474-b0db-a09cc846e8fe" providerId="AD" clId="Web-{00000000-0000-0000-0000-000000000000}" dt="2026-08-31T16:22:16.371" v="15" actId="20577"/>
        <pc:sldMkLst>
          <pc:docMk/>
          <pc:sldMk cId="2714522481" sldId="266"/>
        </pc:sldMkLst>
        <pc:spChg chg="mod">
          <ac:chgData name="Jack Abrams" userId="S::jaab7730@colorado.edu::19f0ce8b-7177-4474-b0db-a09cc846e8fe" providerId="AD" clId="Web-{00000000-0000-0000-0000-000000000000}" dt="2026-08-31T16:22:16.371" v="15" actId="20577"/>
          <ac:spMkLst>
            <pc:docMk/>
            <pc:sldMk cId="2714522481" sldId="266"/>
            <ac:spMk id="8" creationId="{ED2068CF-4E01-CA53-5409-997F48B7D6F6}"/>
          </ac:spMkLst>
        </pc:spChg>
      </pc:sldChg>
    </pc:docChg>
  </pc:docChgLst>
  <pc:docChgLst>
    <pc:chgData name="Frances Bailey" userId="185eacd7-b53b-4df7-be20-ef56b7d6070b" providerId="ADAL" clId="{1BD63D26-8221-44D2-8C5A-5632EDE0D928}"/>
    <pc:docChg chg="undo custSel modSld">
      <pc:chgData name="Frances Bailey" userId="185eacd7-b53b-4df7-be20-ef56b7d6070b" providerId="ADAL" clId="{1BD63D26-8221-44D2-8C5A-5632EDE0D928}" dt="2026-08-31T16:21:07.628" v="1384" actId="208"/>
      <pc:docMkLst>
        <pc:docMk/>
      </pc:docMkLst>
      <pc:sldChg chg="modSp mod">
        <pc:chgData name="Frances Bailey" userId="185eacd7-b53b-4df7-be20-ef56b7d6070b" providerId="ADAL" clId="{1BD63D26-8221-44D2-8C5A-5632EDE0D928}" dt="2026-08-31T16:11:48.744" v="885" actId="1036"/>
        <pc:sldMkLst>
          <pc:docMk/>
          <pc:sldMk cId="0" sldId="256"/>
        </pc:sldMkLst>
        <pc:picChg chg="mod">
          <ac:chgData name="Frances Bailey" userId="185eacd7-b53b-4df7-be20-ef56b7d6070b" providerId="ADAL" clId="{1BD63D26-8221-44D2-8C5A-5632EDE0D928}" dt="2026-08-31T16:11:48.744" v="885" actId="1036"/>
          <ac:picMkLst>
            <pc:docMk/>
            <pc:sldMk cId="0" sldId="256"/>
            <ac:picMk id="26" creationId="{BD2D0769-D324-1AC0-9227-38A360A08690}"/>
          </ac:picMkLst>
        </pc:picChg>
      </pc:sldChg>
      <pc:sldChg chg="addSp delSp modSp mod">
        <pc:chgData name="Frances Bailey" userId="185eacd7-b53b-4df7-be20-ef56b7d6070b" providerId="ADAL" clId="{1BD63D26-8221-44D2-8C5A-5632EDE0D928}" dt="2026-08-31T16:11:16.126" v="867" actId="20577"/>
        <pc:sldMkLst>
          <pc:docMk/>
          <pc:sldMk cId="0" sldId="262"/>
        </pc:sldMkLst>
        <pc:spChg chg="del">
          <ac:chgData name="Frances Bailey" userId="185eacd7-b53b-4df7-be20-ef56b7d6070b" providerId="ADAL" clId="{1BD63D26-8221-44D2-8C5A-5632EDE0D928}" dt="2026-08-31T15:56:40.200" v="259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Frances Bailey" userId="185eacd7-b53b-4df7-be20-ef56b7d6070b" providerId="ADAL" clId="{1BD63D26-8221-44D2-8C5A-5632EDE0D928}" dt="2026-08-31T15:57:14.598" v="313" actId="20577"/>
          <ac:spMkLst>
            <pc:docMk/>
            <pc:sldMk cId="0" sldId="262"/>
            <ac:spMk id="4" creationId="{00000000-0000-0000-0000-000000000000}"/>
          </ac:spMkLst>
        </pc:spChg>
        <pc:spChg chg="del">
          <ac:chgData name="Frances Bailey" userId="185eacd7-b53b-4df7-be20-ef56b7d6070b" providerId="ADAL" clId="{1BD63D26-8221-44D2-8C5A-5632EDE0D928}" dt="2026-08-31T15:56:42.776" v="261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Frances Bailey" userId="185eacd7-b53b-4df7-be20-ef56b7d6070b" providerId="ADAL" clId="{1BD63D26-8221-44D2-8C5A-5632EDE0D928}" dt="2026-08-31T15:56:41.607" v="260" actId="478"/>
          <ac:spMkLst>
            <pc:docMk/>
            <pc:sldMk cId="0" sldId="262"/>
            <ac:spMk id="6" creationId="{00000000-0000-0000-0000-000000000000}"/>
          </ac:spMkLst>
        </pc:spChg>
        <pc:spChg chg="del mod">
          <ac:chgData name="Frances Bailey" userId="185eacd7-b53b-4df7-be20-ef56b7d6070b" providerId="ADAL" clId="{1BD63D26-8221-44D2-8C5A-5632EDE0D928}" dt="2026-08-31T15:56:40.200" v="259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Frances Bailey" userId="185eacd7-b53b-4df7-be20-ef56b7d6070b" providerId="ADAL" clId="{1BD63D26-8221-44D2-8C5A-5632EDE0D928}" dt="2026-08-31T15:56:55.721" v="262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Frances Bailey" userId="185eacd7-b53b-4df7-be20-ef56b7d6070b" providerId="ADAL" clId="{1BD63D26-8221-44D2-8C5A-5632EDE0D928}" dt="2026-08-31T15:56:55.721" v="262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Frances Bailey" userId="185eacd7-b53b-4df7-be20-ef56b7d6070b" providerId="ADAL" clId="{1BD63D26-8221-44D2-8C5A-5632EDE0D928}" dt="2026-08-31T15:56:55.721" v="262" actId="478"/>
          <ac:spMkLst>
            <pc:docMk/>
            <pc:sldMk cId="0" sldId="262"/>
            <ac:spMk id="10" creationId="{00000000-0000-0000-0000-000000000000}"/>
          </ac:spMkLst>
        </pc:spChg>
        <pc:spChg chg="mod">
          <ac:chgData name="Frances Bailey" userId="185eacd7-b53b-4df7-be20-ef56b7d6070b" providerId="ADAL" clId="{1BD63D26-8221-44D2-8C5A-5632EDE0D928}" dt="2026-08-31T15:52:57.977" v="95" actId="1037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Frances Bailey" userId="185eacd7-b53b-4df7-be20-ef56b7d6070b" providerId="ADAL" clId="{1BD63D26-8221-44D2-8C5A-5632EDE0D928}" dt="2026-08-31T15:56:40.200" v="259" actId="478"/>
          <ac:spMkLst>
            <pc:docMk/>
            <pc:sldMk cId="0" sldId="262"/>
            <ac:spMk id="12" creationId="{00000000-0000-0000-0000-000000000000}"/>
          </ac:spMkLst>
        </pc:spChg>
        <pc:spChg chg="del mod">
          <ac:chgData name="Frances Bailey" userId="185eacd7-b53b-4df7-be20-ef56b7d6070b" providerId="ADAL" clId="{1BD63D26-8221-44D2-8C5A-5632EDE0D928}" dt="2026-08-31T15:56:55.721" v="262" actId="478"/>
          <ac:spMkLst>
            <pc:docMk/>
            <pc:sldMk cId="0" sldId="262"/>
            <ac:spMk id="13" creationId="{00000000-0000-0000-0000-000000000000}"/>
          </ac:spMkLst>
        </pc:spChg>
        <pc:spChg chg="del mod">
          <ac:chgData name="Frances Bailey" userId="185eacd7-b53b-4df7-be20-ef56b7d6070b" providerId="ADAL" clId="{1BD63D26-8221-44D2-8C5A-5632EDE0D928}" dt="2026-08-31T15:56:40.200" v="259" actId="478"/>
          <ac:spMkLst>
            <pc:docMk/>
            <pc:sldMk cId="0" sldId="262"/>
            <ac:spMk id="16" creationId="{00000000-0000-0000-0000-000000000000}"/>
          </ac:spMkLst>
        </pc:spChg>
        <pc:spChg chg="del mod">
          <ac:chgData name="Frances Bailey" userId="185eacd7-b53b-4df7-be20-ef56b7d6070b" providerId="ADAL" clId="{1BD63D26-8221-44D2-8C5A-5632EDE0D928}" dt="2026-08-31T15:56:40.200" v="259" actId="478"/>
          <ac:spMkLst>
            <pc:docMk/>
            <pc:sldMk cId="0" sldId="262"/>
            <ac:spMk id="17" creationId="{00000000-0000-0000-0000-000000000000}"/>
          </ac:spMkLst>
        </pc:spChg>
        <pc:spChg chg="mod">
          <ac:chgData name="Frances Bailey" userId="185eacd7-b53b-4df7-be20-ef56b7d6070b" providerId="ADAL" clId="{1BD63D26-8221-44D2-8C5A-5632EDE0D928}" dt="2026-08-31T15:53:30.592" v="184" actId="1038"/>
          <ac:spMkLst>
            <pc:docMk/>
            <pc:sldMk cId="0" sldId="262"/>
            <ac:spMk id="18" creationId="{00000000-0000-0000-0000-000000000000}"/>
          </ac:spMkLst>
        </pc:spChg>
        <pc:spChg chg="mod">
          <ac:chgData name="Frances Bailey" userId="185eacd7-b53b-4df7-be20-ef56b7d6070b" providerId="ADAL" clId="{1BD63D26-8221-44D2-8C5A-5632EDE0D928}" dt="2026-08-31T15:53:23.235" v="180" actId="1037"/>
          <ac:spMkLst>
            <pc:docMk/>
            <pc:sldMk cId="0" sldId="262"/>
            <ac:spMk id="19" creationId="{00000000-0000-0000-0000-000000000000}"/>
          </ac:spMkLst>
        </pc:spChg>
        <pc:spChg chg="mod">
          <ac:chgData name="Frances Bailey" userId="185eacd7-b53b-4df7-be20-ef56b7d6070b" providerId="ADAL" clId="{1BD63D26-8221-44D2-8C5A-5632EDE0D928}" dt="2026-08-31T15:53:23.235" v="180" actId="1037"/>
          <ac:spMkLst>
            <pc:docMk/>
            <pc:sldMk cId="0" sldId="262"/>
            <ac:spMk id="20" creationId="{00000000-0000-0000-0000-000000000000}"/>
          </ac:spMkLst>
        </pc:spChg>
        <pc:spChg chg="del mod">
          <ac:chgData name="Frances Bailey" userId="185eacd7-b53b-4df7-be20-ef56b7d6070b" providerId="ADAL" clId="{1BD63D26-8221-44D2-8C5A-5632EDE0D928}" dt="2026-08-31T15:56:40.200" v="259" actId="478"/>
          <ac:spMkLst>
            <pc:docMk/>
            <pc:sldMk cId="0" sldId="262"/>
            <ac:spMk id="21" creationId="{00000000-0000-0000-0000-000000000000}"/>
          </ac:spMkLst>
        </pc:spChg>
        <pc:spChg chg="del mod">
          <ac:chgData name="Frances Bailey" userId="185eacd7-b53b-4df7-be20-ef56b7d6070b" providerId="ADAL" clId="{1BD63D26-8221-44D2-8C5A-5632EDE0D928}" dt="2026-08-31T15:56:40.200" v="259" actId="478"/>
          <ac:spMkLst>
            <pc:docMk/>
            <pc:sldMk cId="0" sldId="262"/>
            <ac:spMk id="22" creationId="{00000000-0000-0000-0000-000000000000}"/>
          </ac:spMkLst>
        </pc:spChg>
        <pc:spChg chg="del mod">
          <ac:chgData name="Frances Bailey" userId="185eacd7-b53b-4df7-be20-ef56b7d6070b" providerId="ADAL" clId="{1BD63D26-8221-44D2-8C5A-5632EDE0D928}" dt="2026-08-31T15:56:55.721" v="262" actId="478"/>
          <ac:spMkLst>
            <pc:docMk/>
            <pc:sldMk cId="0" sldId="262"/>
            <ac:spMk id="23" creationId="{00000000-0000-0000-0000-000000000000}"/>
          </ac:spMkLst>
        </pc:spChg>
        <pc:spChg chg="mod">
          <ac:chgData name="Frances Bailey" userId="185eacd7-b53b-4df7-be20-ef56b7d6070b" providerId="ADAL" clId="{1BD63D26-8221-44D2-8C5A-5632EDE0D928}" dt="2026-08-31T15:53:35.922" v="220" actId="1038"/>
          <ac:spMkLst>
            <pc:docMk/>
            <pc:sldMk cId="0" sldId="262"/>
            <ac:spMk id="24" creationId="{00000000-0000-0000-0000-000000000000}"/>
          </ac:spMkLst>
        </pc:spChg>
        <pc:spChg chg="del mod">
          <ac:chgData name="Frances Bailey" userId="185eacd7-b53b-4df7-be20-ef56b7d6070b" providerId="ADAL" clId="{1BD63D26-8221-44D2-8C5A-5632EDE0D928}" dt="2026-08-31T15:56:55.721" v="262" actId="478"/>
          <ac:spMkLst>
            <pc:docMk/>
            <pc:sldMk cId="0" sldId="262"/>
            <ac:spMk id="25" creationId="{00000000-0000-0000-0000-000000000000}"/>
          </ac:spMkLst>
        </pc:spChg>
        <pc:spChg chg="mod">
          <ac:chgData name="Frances Bailey" userId="185eacd7-b53b-4df7-be20-ef56b7d6070b" providerId="ADAL" clId="{1BD63D26-8221-44D2-8C5A-5632EDE0D928}" dt="2026-08-31T15:57:03.506" v="292" actId="103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Frances Bailey" userId="185eacd7-b53b-4df7-be20-ef56b7d6070b" providerId="ADAL" clId="{1BD63D26-8221-44D2-8C5A-5632EDE0D928}" dt="2026-08-31T15:57:03.506" v="292" actId="103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Frances Bailey" userId="185eacd7-b53b-4df7-be20-ef56b7d6070b" providerId="ADAL" clId="{1BD63D26-8221-44D2-8C5A-5632EDE0D928}" dt="2026-08-31T15:57:03.506" v="292" actId="1036"/>
          <ac:spMkLst>
            <pc:docMk/>
            <pc:sldMk cId="0" sldId="262"/>
            <ac:spMk id="28" creationId="{00000000-0000-0000-0000-000000000000}"/>
          </ac:spMkLst>
        </pc:spChg>
        <pc:spChg chg="mod">
          <ac:chgData name="Frances Bailey" userId="185eacd7-b53b-4df7-be20-ef56b7d6070b" providerId="ADAL" clId="{1BD63D26-8221-44D2-8C5A-5632EDE0D928}" dt="2026-08-31T15:57:03.506" v="292" actId="103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Frances Bailey" userId="185eacd7-b53b-4df7-be20-ef56b7d6070b" providerId="ADAL" clId="{1BD63D26-8221-44D2-8C5A-5632EDE0D928}" dt="2026-08-31T15:57:03.506" v="292" actId="1036"/>
          <ac:spMkLst>
            <pc:docMk/>
            <pc:sldMk cId="0" sldId="262"/>
            <ac:spMk id="30" creationId="{00000000-0000-0000-0000-000000000000}"/>
          </ac:spMkLst>
        </pc:spChg>
        <pc:spChg chg="mod">
          <ac:chgData name="Frances Bailey" userId="185eacd7-b53b-4df7-be20-ef56b7d6070b" providerId="ADAL" clId="{1BD63D26-8221-44D2-8C5A-5632EDE0D928}" dt="2026-08-31T15:57:03.506" v="292" actId="1036"/>
          <ac:spMkLst>
            <pc:docMk/>
            <pc:sldMk cId="0" sldId="262"/>
            <ac:spMk id="31" creationId="{00000000-0000-0000-0000-000000000000}"/>
          </ac:spMkLst>
        </pc:spChg>
        <pc:spChg chg="add del mod">
          <ac:chgData name="Frances Bailey" userId="185eacd7-b53b-4df7-be20-ef56b7d6070b" providerId="ADAL" clId="{1BD63D26-8221-44D2-8C5A-5632EDE0D928}" dt="2026-08-31T15:56:40.200" v="259" actId="478"/>
          <ac:spMkLst>
            <pc:docMk/>
            <pc:sldMk cId="0" sldId="262"/>
            <ac:spMk id="36" creationId="{1B5CCD05-2FD3-D656-77D0-6F33ED2308AF}"/>
          </ac:spMkLst>
        </pc:spChg>
        <pc:spChg chg="add del mod">
          <ac:chgData name="Frances Bailey" userId="185eacd7-b53b-4df7-be20-ef56b7d6070b" providerId="ADAL" clId="{1BD63D26-8221-44D2-8C5A-5632EDE0D928}" dt="2026-08-31T15:56:40.200" v="259" actId="478"/>
          <ac:spMkLst>
            <pc:docMk/>
            <pc:sldMk cId="0" sldId="262"/>
            <ac:spMk id="38" creationId="{46C5B28E-4E9F-D825-A817-08708D61D9D4}"/>
          </ac:spMkLst>
        </pc:spChg>
        <pc:spChg chg="add del mod">
          <ac:chgData name="Frances Bailey" userId="185eacd7-b53b-4df7-be20-ef56b7d6070b" providerId="ADAL" clId="{1BD63D26-8221-44D2-8C5A-5632EDE0D928}" dt="2026-08-31T15:56:55.721" v="262" actId="478"/>
          <ac:spMkLst>
            <pc:docMk/>
            <pc:sldMk cId="0" sldId="262"/>
            <ac:spMk id="40" creationId="{26E080BB-1EBB-EEDA-E7FE-20D87B10061C}"/>
          </ac:spMkLst>
        </pc:spChg>
        <pc:spChg chg="add mod">
          <ac:chgData name="Frances Bailey" userId="185eacd7-b53b-4df7-be20-ef56b7d6070b" providerId="ADAL" clId="{1BD63D26-8221-44D2-8C5A-5632EDE0D928}" dt="2026-08-31T15:53:49.560" v="222" actId="1076"/>
          <ac:spMkLst>
            <pc:docMk/>
            <pc:sldMk cId="0" sldId="262"/>
            <ac:spMk id="42" creationId="{4980E5C6-2224-F843-2A83-4DA2086DFADD}"/>
          </ac:spMkLst>
        </pc:spChg>
        <pc:spChg chg="add del mod">
          <ac:chgData name="Frances Bailey" userId="185eacd7-b53b-4df7-be20-ef56b7d6070b" providerId="ADAL" clId="{1BD63D26-8221-44D2-8C5A-5632EDE0D928}" dt="2026-08-31T15:56:55.721" v="262" actId="478"/>
          <ac:spMkLst>
            <pc:docMk/>
            <pc:sldMk cId="0" sldId="262"/>
            <ac:spMk id="44" creationId="{9DB31509-B0A0-CE88-D742-62466E9C46F6}"/>
          </ac:spMkLst>
        </pc:spChg>
        <pc:spChg chg="add del mod">
          <ac:chgData name="Frances Bailey" userId="185eacd7-b53b-4df7-be20-ef56b7d6070b" providerId="ADAL" clId="{1BD63D26-8221-44D2-8C5A-5632EDE0D928}" dt="2026-08-31T15:56:40.200" v="259" actId="478"/>
          <ac:spMkLst>
            <pc:docMk/>
            <pc:sldMk cId="0" sldId="262"/>
            <ac:spMk id="46" creationId="{8FAE1931-50EC-8B28-891B-BA3A86AB0C73}"/>
          </ac:spMkLst>
        </pc:spChg>
        <pc:spChg chg="add mod">
          <ac:chgData name="Frances Bailey" userId="185eacd7-b53b-4df7-be20-ef56b7d6070b" providerId="ADAL" clId="{1BD63D26-8221-44D2-8C5A-5632EDE0D928}" dt="2026-08-31T15:53:58.051" v="224" actId="1076"/>
          <ac:spMkLst>
            <pc:docMk/>
            <pc:sldMk cId="0" sldId="262"/>
            <ac:spMk id="48" creationId="{2D2757D5-A9BA-D85B-9834-33E89BC41F17}"/>
          </ac:spMkLst>
        </pc:spChg>
        <pc:spChg chg="add del mod">
          <ac:chgData name="Frances Bailey" userId="185eacd7-b53b-4df7-be20-ef56b7d6070b" providerId="ADAL" clId="{1BD63D26-8221-44D2-8C5A-5632EDE0D928}" dt="2026-08-31T15:56:55.721" v="262" actId="478"/>
          <ac:spMkLst>
            <pc:docMk/>
            <pc:sldMk cId="0" sldId="262"/>
            <ac:spMk id="50" creationId="{0E6052FE-1EBC-8068-2AA8-BDE4EDF6A989}"/>
          </ac:spMkLst>
        </pc:spChg>
        <pc:spChg chg="add del mod">
          <ac:chgData name="Frances Bailey" userId="185eacd7-b53b-4df7-be20-ef56b7d6070b" providerId="ADAL" clId="{1BD63D26-8221-44D2-8C5A-5632EDE0D928}" dt="2026-08-31T15:56:55.721" v="262" actId="478"/>
          <ac:spMkLst>
            <pc:docMk/>
            <pc:sldMk cId="0" sldId="262"/>
            <ac:spMk id="52" creationId="{01FE12F4-92A3-A193-54FE-1E679113237E}"/>
          </ac:spMkLst>
        </pc:spChg>
        <pc:spChg chg="add mod">
          <ac:chgData name="Frances Bailey" userId="185eacd7-b53b-4df7-be20-ef56b7d6070b" providerId="ADAL" clId="{1BD63D26-8221-44D2-8C5A-5632EDE0D928}" dt="2026-08-31T15:53:58.051" v="224" actId="1076"/>
          <ac:spMkLst>
            <pc:docMk/>
            <pc:sldMk cId="0" sldId="262"/>
            <ac:spMk id="54" creationId="{30D625C3-70F0-BB03-AD3B-842EA01A4156}"/>
          </ac:spMkLst>
        </pc:spChg>
        <pc:spChg chg="add del">
          <ac:chgData name="Frances Bailey" userId="185eacd7-b53b-4df7-be20-ef56b7d6070b" providerId="ADAL" clId="{1BD63D26-8221-44D2-8C5A-5632EDE0D928}" dt="2026-08-31T15:54:16.896" v="226" actId="478"/>
          <ac:spMkLst>
            <pc:docMk/>
            <pc:sldMk cId="0" sldId="262"/>
            <ac:spMk id="56" creationId="{3C691322-2AFA-1A24-0AF8-B7F1AB87365D}"/>
          </ac:spMkLst>
        </pc:spChg>
        <pc:spChg chg="add del">
          <ac:chgData name="Frances Bailey" userId="185eacd7-b53b-4df7-be20-ef56b7d6070b" providerId="ADAL" clId="{1BD63D26-8221-44D2-8C5A-5632EDE0D928}" dt="2026-08-31T15:54:16.896" v="226" actId="478"/>
          <ac:spMkLst>
            <pc:docMk/>
            <pc:sldMk cId="0" sldId="262"/>
            <ac:spMk id="58" creationId="{669EB3E2-AD3C-87F3-DACC-07E60D826BC3}"/>
          </ac:spMkLst>
        </pc:spChg>
        <pc:spChg chg="add del">
          <ac:chgData name="Frances Bailey" userId="185eacd7-b53b-4df7-be20-ef56b7d6070b" providerId="ADAL" clId="{1BD63D26-8221-44D2-8C5A-5632EDE0D928}" dt="2026-08-31T15:54:16.896" v="226" actId="478"/>
          <ac:spMkLst>
            <pc:docMk/>
            <pc:sldMk cId="0" sldId="262"/>
            <ac:spMk id="60" creationId="{C80D1B89-E721-EB6B-41DF-DEE2D4941C44}"/>
          </ac:spMkLst>
        </pc:spChg>
        <pc:spChg chg="add del">
          <ac:chgData name="Frances Bailey" userId="185eacd7-b53b-4df7-be20-ef56b7d6070b" providerId="ADAL" clId="{1BD63D26-8221-44D2-8C5A-5632EDE0D928}" dt="2026-08-31T15:54:16.896" v="226" actId="478"/>
          <ac:spMkLst>
            <pc:docMk/>
            <pc:sldMk cId="0" sldId="262"/>
            <ac:spMk id="62" creationId="{48F8A0B8-975B-AA24-32F1-D4C1DFDC33C6}"/>
          </ac:spMkLst>
        </pc:spChg>
        <pc:graphicFrameChg chg="add mod modGraphic">
          <ac:chgData name="Frances Bailey" userId="185eacd7-b53b-4df7-be20-ef56b7d6070b" providerId="ADAL" clId="{1BD63D26-8221-44D2-8C5A-5632EDE0D928}" dt="2026-08-31T16:11:16.126" v="867" actId="20577"/>
          <ac:graphicFrameMkLst>
            <pc:docMk/>
            <pc:sldMk cId="0" sldId="262"/>
            <ac:graphicFrameMk id="65" creationId="{9418EC05-2B3C-57E5-4D2D-629F3FBDEFEA}"/>
          </ac:graphicFrameMkLst>
        </pc:graphicFrameChg>
      </pc:sldChg>
      <pc:sldChg chg="addSp delSp modSp mod">
        <pc:chgData name="Frances Bailey" userId="185eacd7-b53b-4df7-be20-ef56b7d6070b" providerId="ADAL" clId="{1BD63D26-8221-44D2-8C5A-5632EDE0D928}" dt="2026-08-31T16:21:07.628" v="1384" actId="208"/>
        <pc:sldMkLst>
          <pc:docMk/>
          <pc:sldMk cId="2714522481" sldId="266"/>
        </pc:sldMkLst>
        <pc:spChg chg="mod">
          <ac:chgData name="Frances Bailey" userId="185eacd7-b53b-4df7-be20-ef56b7d6070b" providerId="ADAL" clId="{1BD63D26-8221-44D2-8C5A-5632EDE0D928}" dt="2026-08-31T16:20:09.524" v="1252" actId="1076"/>
          <ac:spMkLst>
            <pc:docMk/>
            <pc:sldMk cId="2714522481" sldId="266"/>
            <ac:spMk id="2" creationId="{9173218C-BB6B-62D9-0ED2-1C3B156856C9}"/>
          </ac:spMkLst>
        </pc:spChg>
        <pc:spChg chg="mod">
          <ac:chgData name="Frances Bailey" userId="185eacd7-b53b-4df7-be20-ef56b7d6070b" providerId="ADAL" clId="{1BD63D26-8221-44D2-8C5A-5632EDE0D928}" dt="2026-08-31T16:19:03.629" v="1240" actId="14100"/>
          <ac:spMkLst>
            <pc:docMk/>
            <pc:sldMk cId="2714522481" sldId="266"/>
            <ac:spMk id="5" creationId="{57BCBF06-8AB7-1C55-07D7-072170FA1A5A}"/>
          </ac:spMkLst>
        </pc:spChg>
        <pc:spChg chg="mod">
          <ac:chgData name="Frances Bailey" userId="185eacd7-b53b-4df7-be20-ef56b7d6070b" providerId="ADAL" clId="{1BD63D26-8221-44D2-8C5A-5632EDE0D928}" dt="2026-08-31T16:18:06.793" v="1232" actId="14100"/>
          <ac:spMkLst>
            <pc:docMk/>
            <pc:sldMk cId="2714522481" sldId="266"/>
            <ac:spMk id="6" creationId="{3BE0EF19-B811-5F2A-2333-69C6F96C119B}"/>
          </ac:spMkLst>
        </pc:spChg>
        <pc:spChg chg="mod">
          <ac:chgData name="Frances Bailey" userId="185eacd7-b53b-4df7-be20-ef56b7d6070b" providerId="ADAL" clId="{1BD63D26-8221-44D2-8C5A-5632EDE0D928}" dt="2026-08-31T16:18:22.526" v="1236" actId="122"/>
          <ac:spMkLst>
            <pc:docMk/>
            <pc:sldMk cId="2714522481" sldId="266"/>
            <ac:spMk id="7" creationId="{2D223B32-D5BA-A312-BF3F-131467558874}"/>
          </ac:spMkLst>
        </pc:spChg>
        <pc:spChg chg="mod">
          <ac:chgData name="Frances Bailey" userId="185eacd7-b53b-4df7-be20-ef56b7d6070b" providerId="ADAL" clId="{1BD63D26-8221-44D2-8C5A-5632EDE0D928}" dt="2026-08-31T16:19:06.955" v="1241" actId="14100"/>
          <ac:spMkLst>
            <pc:docMk/>
            <pc:sldMk cId="2714522481" sldId="266"/>
            <ac:spMk id="8" creationId="{ED2068CF-4E01-CA53-5409-997F48B7D6F6}"/>
          </ac:spMkLst>
        </pc:spChg>
        <pc:spChg chg="del">
          <ac:chgData name="Frances Bailey" userId="185eacd7-b53b-4df7-be20-ef56b7d6070b" providerId="ADAL" clId="{1BD63D26-8221-44D2-8C5A-5632EDE0D928}" dt="2026-08-31T16:14:17.325" v="1032" actId="478"/>
          <ac:spMkLst>
            <pc:docMk/>
            <pc:sldMk cId="2714522481" sldId="266"/>
            <ac:spMk id="9" creationId="{21EBBD3F-132B-3BF4-17CF-FDC490CB4CC0}"/>
          </ac:spMkLst>
        </pc:spChg>
        <pc:spChg chg="del">
          <ac:chgData name="Frances Bailey" userId="185eacd7-b53b-4df7-be20-ef56b7d6070b" providerId="ADAL" clId="{1BD63D26-8221-44D2-8C5A-5632EDE0D928}" dt="2026-08-31T16:14:15.512" v="1031" actId="478"/>
          <ac:spMkLst>
            <pc:docMk/>
            <pc:sldMk cId="2714522481" sldId="266"/>
            <ac:spMk id="10" creationId="{526CC439-025A-1DC9-123D-5CB498625698}"/>
          </ac:spMkLst>
        </pc:spChg>
        <pc:spChg chg="del mod">
          <ac:chgData name="Frances Bailey" userId="185eacd7-b53b-4df7-be20-ef56b7d6070b" providerId="ADAL" clId="{1BD63D26-8221-44D2-8C5A-5632EDE0D928}" dt="2026-08-31T16:14:13.298" v="1030" actId="478"/>
          <ac:spMkLst>
            <pc:docMk/>
            <pc:sldMk cId="2714522481" sldId="266"/>
            <ac:spMk id="11" creationId="{507DA1DC-7039-DD6E-526E-E24C48C355BC}"/>
          </ac:spMkLst>
        </pc:spChg>
        <pc:spChg chg="del">
          <ac:chgData name="Frances Bailey" userId="185eacd7-b53b-4df7-be20-ef56b7d6070b" providerId="ADAL" clId="{1BD63D26-8221-44D2-8C5A-5632EDE0D928}" dt="2026-08-31T16:14:11.059" v="1028" actId="478"/>
          <ac:spMkLst>
            <pc:docMk/>
            <pc:sldMk cId="2714522481" sldId="266"/>
            <ac:spMk id="12" creationId="{82570492-D9C7-0B05-50E4-C4FFE52144C6}"/>
          </ac:spMkLst>
        </pc:spChg>
        <pc:spChg chg="mod">
          <ac:chgData name="Frances Bailey" userId="185eacd7-b53b-4df7-be20-ef56b7d6070b" providerId="ADAL" clId="{1BD63D26-8221-44D2-8C5A-5632EDE0D928}" dt="2026-08-31T16:19:19.704" v="1243" actId="14100"/>
          <ac:spMkLst>
            <pc:docMk/>
            <pc:sldMk cId="2714522481" sldId="266"/>
            <ac:spMk id="13" creationId="{C221CA19-1B33-5899-2C79-828F775228FD}"/>
          </ac:spMkLst>
        </pc:spChg>
        <pc:spChg chg="mod">
          <ac:chgData name="Frances Bailey" userId="185eacd7-b53b-4df7-be20-ef56b7d6070b" providerId="ADAL" clId="{1BD63D26-8221-44D2-8C5A-5632EDE0D928}" dt="2026-08-31T16:18:14.592" v="1233" actId="14100"/>
          <ac:spMkLst>
            <pc:docMk/>
            <pc:sldMk cId="2714522481" sldId="266"/>
            <ac:spMk id="14" creationId="{6365B8EE-5DD2-B32D-EFE8-E3BCD2E62112}"/>
          </ac:spMkLst>
        </pc:spChg>
        <pc:spChg chg="mod">
          <ac:chgData name="Frances Bailey" userId="185eacd7-b53b-4df7-be20-ef56b7d6070b" providerId="ADAL" clId="{1BD63D26-8221-44D2-8C5A-5632EDE0D928}" dt="2026-08-31T16:18:22.526" v="1236" actId="122"/>
          <ac:spMkLst>
            <pc:docMk/>
            <pc:sldMk cId="2714522481" sldId="266"/>
            <ac:spMk id="15" creationId="{945DD3F7-E6A7-045E-F5AB-CFC921E4C293}"/>
          </ac:spMkLst>
        </pc:spChg>
        <pc:spChg chg="mod">
          <ac:chgData name="Frances Bailey" userId="185eacd7-b53b-4df7-be20-ef56b7d6070b" providerId="ADAL" clId="{1BD63D26-8221-44D2-8C5A-5632EDE0D928}" dt="2026-08-31T16:19:12.691" v="1242" actId="14100"/>
          <ac:spMkLst>
            <pc:docMk/>
            <pc:sldMk cId="2714522481" sldId="266"/>
            <ac:spMk id="16" creationId="{9976D0E2-7F91-D625-BFF8-409BA1E0CD53}"/>
          </ac:spMkLst>
        </pc:spChg>
        <pc:spChg chg="del">
          <ac:chgData name="Frances Bailey" userId="185eacd7-b53b-4df7-be20-ef56b7d6070b" providerId="ADAL" clId="{1BD63D26-8221-44D2-8C5A-5632EDE0D928}" dt="2026-08-31T16:14:19.710" v="1033" actId="478"/>
          <ac:spMkLst>
            <pc:docMk/>
            <pc:sldMk cId="2714522481" sldId="266"/>
            <ac:spMk id="17" creationId="{41A0385E-41CD-5C82-8517-6F5DFCD8B0C7}"/>
          </ac:spMkLst>
        </pc:spChg>
        <pc:spChg chg="del">
          <ac:chgData name="Frances Bailey" userId="185eacd7-b53b-4df7-be20-ef56b7d6070b" providerId="ADAL" clId="{1BD63D26-8221-44D2-8C5A-5632EDE0D928}" dt="2026-08-31T16:14:21.826" v="1034" actId="478"/>
          <ac:spMkLst>
            <pc:docMk/>
            <pc:sldMk cId="2714522481" sldId="266"/>
            <ac:spMk id="18" creationId="{2A1CDFC5-F609-BC31-30BE-30AE68ACDF2E}"/>
          </ac:spMkLst>
        </pc:spChg>
        <pc:spChg chg="del">
          <ac:chgData name="Frances Bailey" userId="185eacd7-b53b-4df7-be20-ef56b7d6070b" providerId="ADAL" clId="{1BD63D26-8221-44D2-8C5A-5632EDE0D928}" dt="2026-08-31T16:14:29.460" v="1035" actId="478"/>
          <ac:spMkLst>
            <pc:docMk/>
            <pc:sldMk cId="2714522481" sldId="266"/>
            <ac:spMk id="19" creationId="{8C1358B6-06BE-EC72-3181-30A51468EEAD}"/>
          </ac:spMkLst>
        </pc:spChg>
        <pc:spChg chg="del">
          <ac:chgData name="Frances Bailey" userId="185eacd7-b53b-4df7-be20-ef56b7d6070b" providerId="ADAL" clId="{1BD63D26-8221-44D2-8C5A-5632EDE0D928}" dt="2026-08-31T16:14:32.327" v="1036" actId="478"/>
          <ac:spMkLst>
            <pc:docMk/>
            <pc:sldMk cId="2714522481" sldId="266"/>
            <ac:spMk id="20" creationId="{3404DD7C-45F0-BE48-CE97-9C32A7A19124}"/>
          </ac:spMkLst>
        </pc:spChg>
        <pc:spChg chg="mod">
          <ac:chgData name="Frances Bailey" userId="185eacd7-b53b-4df7-be20-ef56b7d6070b" providerId="ADAL" clId="{1BD63D26-8221-44D2-8C5A-5632EDE0D928}" dt="2026-08-31T16:19:41.348" v="1246" actId="14100"/>
          <ac:spMkLst>
            <pc:docMk/>
            <pc:sldMk cId="2714522481" sldId="266"/>
            <ac:spMk id="21" creationId="{BAACD06D-10D5-0BDF-26E6-67C8BB88EDD5}"/>
          </ac:spMkLst>
        </pc:spChg>
        <pc:spChg chg="mod">
          <ac:chgData name="Frances Bailey" userId="185eacd7-b53b-4df7-be20-ef56b7d6070b" providerId="ADAL" clId="{1BD63D26-8221-44D2-8C5A-5632EDE0D928}" dt="2026-08-31T16:19:28.277" v="1244" actId="1076"/>
          <ac:spMkLst>
            <pc:docMk/>
            <pc:sldMk cId="2714522481" sldId="266"/>
            <ac:spMk id="22" creationId="{4EFC22D4-2636-16DC-E501-455227C2D452}"/>
          </ac:spMkLst>
        </pc:spChg>
        <pc:spChg chg="add del mod">
          <ac:chgData name="Frances Bailey" userId="185eacd7-b53b-4df7-be20-ef56b7d6070b" providerId="ADAL" clId="{1BD63D26-8221-44D2-8C5A-5632EDE0D928}" dt="2026-08-31T16:20:01.570" v="1250" actId="478"/>
          <ac:spMkLst>
            <pc:docMk/>
            <pc:sldMk cId="2714522481" sldId="266"/>
            <ac:spMk id="27" creationId="{4E3A9335-640B-DB41-8D5E-705839F3317A}"/>
          </ac:spMkLst>
        </pc:spChg>
        <pc:spChg chg="add del mod">
          <ac:chgData name="Frances Bailey" userId="185eacd7-b53b-4df7-be20-ef56b7d6070b" providerId="ADAL" clId="{1BD63D26-8221-44D2-8C5A-5632EDE0D928}" dt="2026-08-31T16:20:01.570" v="1250" actId="478"/>
          <ac:spMkLst>
            <pc:docMk/>
            <pc:sldMk cId="2714522481" sldId="266"/>
            <ac:spMk id="29" creationId="{55A777B9-35E9-8A41-19E1-5A7F45552D2D}"/>
          </ac:spMkLst>
        </pc:spChg>
        <pc:spChg chg="add del mod">
          <ac:chgData name="Frances Bailey" userId="185eacd7-b53b-4df7-be20-ef56b7d6070b" providerId="ADAL" clId="{1BD63D26-8221-44D2-8C5A-5632EDE0D928}" dt="2026-08-31T16:20:01.570" v="1250" actId="478"/>
          <ac:spMkLst>
            <pc:docMk/>
            <pc:sldMk cId="2714522481" sldId="266"/>
            <ac:spMk id="31" creationId="{7FC7A276-A294-7316-E9B2-C94526A830EB}"/>
          </ac:spMkLst>
        </pc:spChg>
        <pc:spChg chg="add del mod">
          <ac:chgData name="Frances Bailey" userId="185eacd7-b53b-4df7-be20-ef56b7d6070b" providerId="ADAL" clId="{1BD63D26-8221-44D2-8C5A-5632EDE0D928}" dt="2026-08-31T16:20:01.570" v="1250" actId="478"/>
          <ac:spMkLst>
            <pc:docMk/>
            <pc:sldMk cId="2714522481" sldId="266"/>
            <ac:spMk id="33" creationId="{3F2B2FD3-2971-CDD6-DCC9-6DAD32B00BF4}"/>
          </ac:spMkLst>
        </pc:spChg>
        <pc:spChg chg="add del">
          <ac:chgData name="Frances Bailey" userId="185eacd7-b53b-4df7-be20-ef56b7d6070b" providerId="ADAL" clId="{1BD63D26-8221-44D2-8C5A-5632EDE0D928}" dt="2026-08-31T16:20:11.155" v="1253" actId="22"/>
          <ac:spMkLst>
            <pc:docMk/>
            <pc:sldMk cId="2714522481" sldId="266"/>
            <ac:spMk id="35" creationId="{60BA3CA1-E439-FA87-407E-74DE633FEB75}"/>
          </ac:spMkLst>
        </pc:spChg>
        <pc:spChg chg="add del">
          <ac:chgData name="Frances Bailey" userId="185eacd7-b53b-4df7-be20-ef56b7d6070b" providerId="ADAL" clId="{1BD63D26-8221-44D2-8C5A-5632EDE0D928}" dt="2026-08-31T16:20:11.155" v="1253" actId="22"/>
          <ac:spMkLst>
            <pc:docMk/>
            <pc:sldMk cId="2714522481" sldId="266"/>
            <ac:spMk id="37" creationId="{0FC788B4-9FE3-CC90-17B1-4D83BCAF2457}"/>
          </ac:spMkLst>
        </pc:spChg>
        <pc:spChg chg="add mod">
          <ac:chgData name="Frances Bailey" userId="185eacd7-b53b-4df7-be20-ef56b7d6070b" providerId="ADAL" clId="{1BD63D26-8221-44D2-8C5A-5632EDE0D928}" dt="2026-08-31T16:20:33.883" v="1367" actId="14100"/>
          <ac:spMkLst>
            <pc:docMk/>
            <pc:sldMk cId="2714522481" sldId="266"/>
            <ac:spMk id="39" creationId="{98496649-7E41-F7A1-5C09-C5018C706D82}"/>
          </ac:spMkLst>
        </pc:spChg>
        <pc:spChg chg="add mod">
          <ac:chgData name="Frances Bailey" userId="185eacd7-b53b-4df7-be20-ef56b7d6070b" providerId="ADAL" clId="{1BD63D26-8221-44D2-8C5A-5632EDE0D928}" dt="2026-08-31T16:21:07.628" v="1384" actId="208"/>
          <ac:spMkLst>
            <pc:docMk/>
            <pc:sldMk cId="2714522481" sldId="266"/>
            <ac:spMk id="41" creationId="{3B7EDE96-5858-A29C-838C-57A9D4E558EA}"/>
          </ac:spMkLst>
        </pc:spChg>
        <pc:spChg chg="add mod">
          <ac:chgData name="Frances Bailey" userId="185eacd7-b53b-4df7-be20-ef56b7d6070b" providerId="ADAL" clId="{1BD63D26-8221-44D2-8C5A-5632EDE0D928}" dt="2026-08-31T16:20:58.451" v="1383" actId="1076"/>
          <ac:spMkLst>
            <pc:docMk/>
            <pc:sldMk cId="2714522481" sldId="266"/>
            <ac:spMk id="43" creationId="{0A52ECBC-A02E-7D4C-4132-28EBC4599B04}"/>
          </ac:spMkLst>
        </pc:spChg>
      </pc:sldChg>
    </pc:docChg>
  </pc:docChgLst>
  <pc:docChgLst>
    <pc:chgData name="Grace Halbleib" userId="S::grha1479@colorado.edu::20adbe66-092a-4971-a085-d61a06310afe" providerId="AD" clId="Web-{00000000-0000-0000-0000-000000000000}"/>
    <pc:docChg chg="modSld">
      <pc:chgData name="Grace Halbleib" userId="S::grha1479@colorado.edu::20adbe66-092a-4971-a085-d61a06310afe" providerId="AD" clId="Web-{00000000-0000-0000-0000-000000000000}" dt="2026-09-01T22:21:08.183" v="583" actId="20577"/>
      <pc:docMkLst>
        <pc:docMk/>
      </pc:docMkLst>
      <pc:sldChg chg="modSp">
        <pc:chgData name="Grace Halbleib" userId="S::grha1479@colorado.edu::20adbe66-092a-4971-a085-d61a06310afe" providerId="AD" clId="Web-{00000000-0000-0000-0000-000000000000}" dt="2026-08-31T15:55:59.333" v="216" actId="20577"/>
        <pc:sldMkLst>
          <pc:docMk/>
          <pc:sldMk cId="0" sldId="256"/>
        </pc:sldMkLst>
        <pc:spChg chg="mod">
          <ac:chgData name="Grace Halbleib" userId="S::grha1479@colorado.edu::20adbe66-092a-4971-a085-d61a06310afe" providerId="AD" clId="Web-{00000000-0000-0000-0000-000000000000}" dt="2026-08-31T15:48:50.161" v="3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Grace Halbleib" userId="S::grha1479@colorado.edu::20adbe66-092a-4971-a085-d61a06310afe" providerId="AD" clId="Web-{00000000-0000-0000-0000-000000000000}" dt="2026-08-31T15:55:17.895" v="196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race Halbleib" userId="S::grha1479@colorado.edu::20adbe66-092a-4971-a085-d61a06310afe" providerId="AD" clId="Web-{00000000-0000-0000-0000-000000000000}" dt="2026-08-31T15:52:50.614" v="100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Grace Halbleib" userId="S::grha1479@colorado.edu::20adbe66-092a-4971-a085-d61a06310afe" providerId="AD" clId="Web-{00000000-0000-0000-0000-000000000000}" dt="2026-08-31T15:53:32.958" v="121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Grace Halbleib" userId="S::grha1479@colorado.edu::20adbe66-092a-4971-a085-d61a06310afe" providerId="AD" clId="Web-{00000000-0000-0000-0000-000000000000}" dt="2026-08-31T15:53:02.442" v="103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Grace Halbleib" userId="S::grha1479@colorado.edu::20adbe66-092a-4971-a085-d61a06310afe" providerId="AD" clId="Web-{00000000-0000-0000-0000-000000000000}" dt="2026-08-31T15:55:59.333" v="216" actId="20577"/>
          <ac:spMkLst>
            <pc:docMk/>
            <pc:sldMk cId="0" sldId="256"/>
            <ac:spMk id="15" creationId="{00000000-0000-0000-0000-000000000000}"/>
          </ac:spMkLst>
        </pc:spChg>
      </pc:sldChg>
      <pc:sldChg chg="addSp delSp modSp">
        <pc:chgData name="Grace Halbleib" userId="S::grha1479@colorado.edu::20adbe66-092a-4971-a085-d61a06310afe" providerId="AD" clId="Web-{00000000-0000-0000-0000-000000000000}" dt="2026-08-31T16:19:38.143" v="516"/>
        <pc:sldMkLst>
          <pc:docMk/>
          <pc:sldMk cId="0" sldId="257"/>
        </pc:sldMkLst>
        <pc:spChg chg="del">
          <ac:chgData name="Grace Halbleib" userId="S::grha1479@colorado.edu::20adbe66-092a-4971-a085-d61a06310afe" providerId="AD" clId="Web-{00000000-0000-0000-0000-000000000000}" dt="2026-08-31T16:19:38.143" v="516"/>
          <ac:spMkLst>
            <pc:docMk/>
            <pc:sldMk cId="0" sldId="257"/>
            <ac:spMk id="8" creationId="{00000000-0000-0000-0000-000000000000}"/>
          </ac:spMkLst>
        </pc:spChg>
        <pc:spChg chg="mod">
          <ac:chgData name="Grace Halbleib" userId="S::grha1479@colorado.edu::20adbe66-092a-4971-a085-d61a06310afe" providerId="AD" clId="Web-{00000000-0000-0000-0000-000000000000}" dt="2026-08-31T15:56:46.848" v="247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race Halbleib" userId="S::grha1479@colorado.edu::20adbe66-092a-4971-a085-d61a06310afe" providerId="AD" clId="Web-{00000000-0000-0000-0000-000000000000}" dt="2026-08-31T15:57:05.551" v="266" actId="20577"/>
          <ac:spMkLst>
            <pc:docMk/>
            <pc:sldMk cId="0" sldId="257"/>
            <ac:spMk id="12" creationId="{00000000-0000-0000-0000-000000000000}"/>
          </ac:spMkLst>
        </pc:spChg>
        <pc:spChg chg="del">
          <ac:chgData name="Grace Halbleib" userId="S::grha1479@colorado.edu::20adbe66-092a-4971-a085-d61a06310afe" providerId="AD" clId="Web-{00000000-0000-0000-0000-000000000000}" dt="2026-08-31T15:57:10.973" v="267"/>
          <ac:spMkLst>
            <pc:docMk/>
            <pc:sldMk cId="0" sldId="257"/>
            <ac:spMk id="13" creationId="{00000000-0000-0000-0000-000000000000}"/>
          </ac:spMkLst>
        </pc:spChg>
        <pc:spChg chg="del">
          <ac:chgData name="Grace Halbleib" userId="S::grha1479@colorado.edu::20adbe66-092a-4971-a085-d61a06310afe" providerId="AD" clId="Web-{00000000-0000-0000-0000-000000000000}" dt="2026-08-31T15:57:16.161" v="268"/>
          <ac:spMkLst>
            <pc:docMk/>
            <pc:sldMk cId="0" sldId="257"/>
            <ac:spMk id="14" creationId="{00000000-0000-0000-0000-000000000000}"/>
          </ac:spMkLst>
        </pc:spChg>
        <pc:spChg chg="add mod">
          <ac:chgData name="Grace Halbleib" userId="S::grha1479@colorado.edu::20adbe66-092a-4971-a085-d61a06310afe" providerId="AD" clId="Web-{00000000-0000-0000-0000-000000000000}" dt="2026-08-31T15:57:58.926" v="273" actId="1076"/>
          <ac:spMkLst>
            <pc:docMk/>
            <pc:sldMk cId="0" sldId="257"/>
            <ac:spMk id="22" creationId="{8D1ADE45-0C1A-721D-09FC-2AD5D1F7A195}"/>
          </ac:spMkLst>
        </pc:spChg>
        <pc:spChg chg="add mod">
          <ac:chgData name="Grace Halbleib" userId="S::grha1479@colorado.edu::20adbe66-092a-4971-a085-d61a06310afe" providerId="AD" clId="Web-{00000000-0000-0000-0000-000000000000}" dt="2026-08-31T16:05:46.660" v="291" actId="20577"/>
          <ac:spMkLst>
            <pc:docMk/>
            <pc:sldMk cId="0" sldId="257"/>
            <ac:spMk id="23" creationId="{1FEA1C6D-EF07-6948-FB68-0694B00FD74A}"/>
          </ac:spMkLst>
        </pc:spChg>
      </pc:sldChg>
      <pc:sldChg chg="modSp">
        <pc:chgData name="Grace Halbleib" userId="S::grha1479@colorado.edu::20adbe66-092a-4971-a085-d61a06310afe" providerId="AD" clId="Web-{00000000-0000-0000-0000-000000000000}" dt="2026-08-31T16:21:26.503" v="566" actId="20577"/>
        <pc:sldMkLst>
          <pc:docMk/>
          <pc:sldMk cId="0" sldId="258"/>
        </pc:sldMkLst>
        <pc:spChg chg="mod">
          <ac:chgData name="Grace Halbleib" userId="S::grha1479@colorado.edu::20adbe66-092a-4971-a085-d61a06310afe" providerId="AD" clId="Web-{00000000-0000-0000-0000-000000000000}" dt="2026-08-31T16:20:05.597" v="523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Grace Halbleib" userId="S::grha1479@colorado.edu::20adbe66-092a-4971-a085-d61a06310afe" providerId="AD" clId="Web-{00000000-0000-0000-0000-000000000000}" dt="2026-08-31T16:20:17.909" v="538" actId="20577"/>
          <ac:spMkLst>
            <pc:docMk/>
            <pc:sldMk cId="0" sldId="258"/>
            <ac:spMk id="21" creationId="{081DCB69-F84E-73AA-17E2-F202AF569D39}"/>
          </ac:spMkLst>
        </pc:spChg>
        <pc:spChg chg="mod">
          <ac:chgData name="Grace Halbleib" userId="S::grha1479@colorado.edu::20adbe66-092a-4971-a085-d61a06310afe" providerId="AD" clId="Web-{00000000-0000-0000-0000-000000000000}" dt="2026-08-31T16:20:12.690" v="529" actId="20577"/>
          <ac:spMkLst>
            <pc:docMk/>
            <pc:sldMk cId="0" sldId="258"/>
            <ac:spMk id="24" creationId="{7D26FA30-761F-A04B-9297-59EE31A14EDB}"/>
          </ac:spMkLst>
        </pc:spChg>
        <pc:spChg chg="mod">
          <ac:chgData name="Grace Halbleib" userId="S::grha1479@colorado.edu::20adbe66-092a-4971-a085-d61a06310afe" providerId="AD" clId="Web-{00000000-0000-0000-0000-000000000000}" dt="2026-08-31T16:20:32.300" v="547" actId="20577"/>
          <ac:spMkLst>
            <pc:docMk/>
            <pc:sldMk cId="0" sldId="258"/>
            <ac:spMk id="30" creationId="{215C2B0E-72BF-4AE3-1D9A-1A111A2695F2}"/>
          </ac:spMkLst>
        </pc:spChg>
        <pc:spChg chg="mod">
          <ac:chgData name="Grace Halbleib" userId="S::grha1479@colorado.edu::20adbe66-092a-4971-a085-d61a06310afe" providerId="AD" clId="Web-{00000000-0000-0000-0000-000000000000}" dt="2026-08-31T16:20:51.612" v="556" actId="20577"/>
          <ac:spMkLst>
            <pc:docMk/>
            <pc:sldMk cId="0" sldId="258"/>
            <ac:spMk id="36" creationId="{65765FEA-8AD7-0953-45DC-7F9542320D9E}"/>
          </ac:spMkLst>
        </pc:spChg>
        <pc:spChg chg="mod">
          <ac:chgData name="Grace Halbleib" userId="S::grha1479@colorado.edu::20adbe66-092a-4971-a085-d61a06310afe" providerId="AD" clId="Web-{00000000-0000-0000-0000-000000000000}" dt="2026-08-31T16:21:26.503" v="566" actId="20577"/>
          <ac:spMkLst>
            <pc:docMk/>
            <pc:sldMk cId="0" sldId="258"/>
            <ac:spMk id="42" creationId="{FC0E76BF-7857-9B12-E25D-40FACB2A4344}"/>
          </ac:spMkLst>
        </pc:spChg>
      </pc:sldChg>
      <pc:sldChg chg="modSp">
        <pc:chgData name="Grace Halbleib" userId="S::grha1479@colorado.edu::20adbe66-092a-4971-a085-d61a06310afe" providerId="AD" clId="Web-{00000000-0000-0000-0000-000000000000}" dt="2026-09-01T22:21:08.183" v="583" actId="20577"/>
        <pc:sldMkLst>
          <pc:docMk/>
          <pc:sldMk cId="0" sldId="259"/>
        </pc:sldMkLst>
        <pc:spChg chg="mod">
          <ac:chgData name="Grace Halbleib" userId="S::grha1479@colorado.edu::20adbe66-092a-4971-a085-d61a06310afe" providerId="AD" clId="Web-{00000000-0000-0000-0000-000000000000}" dt="2026-09-01T22:21:08.183" v="583" actId="20577"/>
          <ac:spMkLst>
            <pc:docMk/>
            <pc:sldMk cId="0" sldId="259"/>
            <ac:spMk id="4" creationId="{00000000-0000-0000-0000-000000000000}"/>
          </ac:spMkLst>
        </pc:spChg>
      </pc:sldChg>
      <pc:sldChg chg="addSp delSp modSp">
        <pc:chgData name="Grace Halbleib" userId="S::grha1479@colorado.edu::20adbe66-092a-4971-a085-d61a06310afe" providerId="AD" clId="Web-{00000000-0000-0000-0000-000000000000}" dt="2026-08-31T16:14:02.144" v="515" actId="20577"/>
        <pc:sldMkLst>
          <pc:docMk/>
          <pc:sldMk cId="1516102815" sldId="265"/>
        </pc:sldMkLst>
        <pc:spChg chg="mod">
          <ac:chgData name="Grace Halbleib" userId="S::grha1479@colorado.edu::20adbe66-092a-4971-a085-d61a06310afe" providerId="AD" clId="Web-{00000000-0000-0000-0000-000000000000}" dt="2026-08-31T16:06:37.613" v="316" actId="20577"/>
          <ac:spMkLst>
            <pc:docMk/>
            <pc:sldMk cId="1516102815" sldId="265"/>
            <ac:spMk id="5" creationId="{C5F9A53C-DC26-5FC3-1285-7725CF7365B3}"/>
          </ac:spMkLst>
        </pc:spChg>
        <pc:spChg chg="mod">
          <ac:chgData name="Grace Halbleib" userId="S::grha1479@colorado.edu::20adbe66-092a-4971-a085-d61a06310afe" providerId="AD" clId="Web-{00000000-0000-0000-0000-000000000000}" dt="2026-08-31T16:09:06.566" v="328" actId="20577"/>
          <ac:spMkLst>
            <pc:docMk/>
            <pc:sldMk cId="1516102815" sldId="265"/>
            <ac:spMk id="7" creationId="{16F2790C-0742-C8A4-F5E9-352BEC990D80}"/>
          </ac:spMkLst>
        </pc:spChg>
        <pc:spChg chg="mod">
          <ac:chgData name="Grace Halbleib" userId="S::grha1479@colorado.edu::20adbe66-092a-4971-a085-d61a06310afe" providerId="AD" clId="Web-{00000000-0000-0000-0000-000000000000}" dt="2026-08-31T16:10:52.628" v="356" actId="20577"/>
          <ac:spMkLst>
            <pc:docMk/>
            <pc:sldMk cId="1516102815" sldId="265"/>
            <ac:spMk id="8" creationId="{D23D05A3-3FAE-C025-AF74-AA5008C15BB1}"/>
          </ac:spMkLst>
        </pc:spChg>
        <pc:spChg chg="mod">
          <ac:chgData name="Grace Halbleib" userId="S::grha1479@colorado.edu::20adbe66-092a-4971-a085-d61a06310afe" providerId="AD" clId="Web-{00000000-0000-0000-0000-000000000000}" dt="2026-08-31T16:11:31.316" v="406" actId="20577"/>
          <ac:spMkLst>
            <pc:docMk/>
            <pc:sldMk cId="1516102815" sldId="265"/>
            <ac:spMk id="10" creationId="{288CE44D-6AFC-2A42-DDE5-A024B3A217C4}"/>
          </ac:spMkLst>
        </pc:spChg>
        <pc:spChg chg="mod">
          <ac:chgData name="Grace Halbleib" userId="S::grha1479@colorado.edu::20adbe66-092a-4971-a085-d61a06310afe" providerId="AD" clId="Web-{00000000-0000-0000-0000-000000000000}" dt="2026-08-31T16:11:44.956" v="439" actId="20577"/>
          <ac:spMkLst>
            <pc:docMk/>
            <pc:sldMk cId="1516102815" sldId="265"/>
            <ac:spMk id="11" creationId="{4E55E782-1AED-A50B-35B5-8C932ED57170}"/>
          </ac:spMkLst>
        </pc:spChg>
        <pc:spChg chg="mod">
          <ac:chgData name="Grace Halbleib" userId="S::grha1479@colorado.edu::20adbe66-092a-4971-a085-d61a06310afe" providerId="AD" clId="Web-{00000000-0000-0000-0000-000000000000}" dt="2026-08-31T16:11:55.285" v="461" actId="20577"/>
          <ac:spMkLst>
            <pc:docMk/>
            <pc:sldMk cId="1516102815" sldId="265"/>
            <ac:spMk id="13" creationId="{5EFE915E-6144-8E44-D96A-05D1EE908CD0}"/>
          </ac:spMkLst>
        </pc:spChg>
        <pc:spChg chg="mod">
          <ac:chgData name="Grace Halbleib" userId="S::grha1479@colorado.edu::20adbe66-092a-4971-a085-d61a06310afe" providerId="AD" clId="Web-{00000000-0000-0000-0000-000000000000}" dt="2026-08-31T16:14:02.144" v="515" actId="20577"/>
          <ac:spMkLst>
            <pc:docMk/>
            <pc:sldMk cId="1516102815" sldId="265"/>
            <ac:spMk id="14" creationId="{8C76E042-EC38-C41A-294E-24930FD5ED17}"/>
          </ac:spMkLst>
        </pc:spChg>
        <pc:spChg chg="del">
          <ac:chgData name="Grace Halbleib" userId="S::grha1479@colorado.edu::20adbe66-092a-4971-a085-d61a06310afe" providerId="AD" clId="Web-{00000000-0000-0000-0000-000000000000}" dt="2026-08-31T16:06:41.629" v="318"/>
          <ac:spMkLst>
            <pc:docMk/>
            <pc:sldMk cId="1516102815" sldId="265"/>
            <ac:spMk id="15" creationId="{1842EAEF-BB99-74DF-07A1-0A85E3AF276A}"/>
          </ac:spMkLst>
        </pc:spChg>
        <pc:spChg chg="del">
          <ac:chgData name="Grace Halbleib" userId="S::grha1479@colorado.edu::20adbe66-092a-4971-a085-d61a06310afe" providerId="AD" clId="Web-{00000000-0000-0000-0000-000000000000}" dt="2026-08-31T16:06:40.379" v="317"/>
          <ac:spMkLst>
            <pc:docMk/>
            <pc:sldMk cId="1516102815" sldId="265"/>
            <ac:spMk id="16" creationId="{B826AEF9-F1B5-608F-113C-605C677003AD}"/>
          </ac:spMkLst>
        </pc:spChg>
        <pc:spChg chg="del">
          <ac:chgData name="Grace Halbleib" userId="S::grha1479@colorado.edu::20adbe66-092a-4971-a085-d61a06310afe" providerId="AD" clId="Web-{00000000-0000-0000-0000-000000000000}" dt="2026-08-31T16:06:44.754" v="319"/>
          <ac:spMkLst>
            <pc:docMk/>
            <pc:sldMk cId="1516102815" sldId="265"/>
            <ac:spMk id="17" creationId="{D56034A8-95C7-4A42-CB35-7F0CD87B3EB1}"/>
          </ac:spMkLst>
        </pc:spChg>
        <pc:picChg chg="add mod">
          <ac:chgData name="Grace Halbleib" userId="S::grha1479@colorado.edu::20adbe66-092a-4971-a085-d61a06310afe" providerId="AD" clId="Web-{00000000-0000-0000-0000-000000000000}" dt="2026-08-31T16:08:41.425" v="324" actId="1076"/>
          <ac:picMkLst>
            <pc:docMk/>
            <pc:sldMk cId="1516102815" sldId="265"/>
            <ac:picMk id="21" creationId="{72A1B245-4B20-0FD9-1579-577DE1D1E81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A61018-CA4D-4ECB-BE38-02ECB21DE9FD}" type="doc">
      <dgm:prSet loTypeId="urn:microsoft.com/office/officeart/2024/layout/BulletTimeline#3" loCatId="timeline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325C3D45-7DD7-4D85-AA19-04F01BECA83A}">
      <dgm:prSet phldrT="Add an event"/>
      <dgm:spPr/>
      <dgm:t>
        <a:bodyPr/>
        <a:lstStyle/>
        <a:p>
          <a:pPr>
            <a:defRPr b="1"/>
          </a:pPr>
          <a:r>
            <a:rPr lang="en-US"/>
            <a:t>September</a:t>
          </a:r>
        </a:p>
      </dgm:t>
    </dgm:pt>
    <dgm:pt modelId="{00592838-9E1F-492F-884B-48E9728201C2}" type="parTrans" cxnId="{17E866F8-E6A2-48AA-9F93-9D7D6F828B23}">
      <dgm:prSet/>
      <dgm:spPr/>
      <dgm:t>
        <a:bodyPr/>
        <a:lstStyle/>
        <a:p>
          <a:endParaRPr lang="en-US"/>
        </a:p>
      </dgm:t>
    </dgm:pt>
    <dgm:pt modelId="{6BF0EA2C-7B4F-43BC-A709-A4232834E734}" type="sibTrans" cxnId="{17E866F8-E6A2-48AA-9F93-9D7D6F828B23}">
      <dgm:prSet/>
      <dgm:spPr/>
      <dgm:t>
        <a:bodyPr/>
        <a:lstStyle/>
        <a:p>
          <a:endParaRPr lang="en-US"/>
        </a:p>
      </dgm:t>
    </dgm:pt>
    <dgm:pt modelId="{A98EFE8B-54DE-4F2D-835C-DD68B0E98B33}">
      <dgm:prSet phldrT="Write a description of the significance of this event"/>
      <dgm:spPr/>
      <dgm:t>
        <a:bodyPr/>
        <a:lstStyle/>
        <a:p>
          <a:r>
            <a:rPr lang="en-US"/>
            <a:t>CU Flight Ops Communication </a:t>
          </a:r>
        </a:p>
      </dgm:t>
    </dgm:pt>
    <dgm:pt modelId="{0F3FDF35-23CB-460E-B33D-7DD5DCBEF02D}" type="parTrans" cxnId="{779EFE3E-E4C6-4EFF-BD2D-039B815E4B70}">
      <dgm:prSet/>
      <dgm:spPr/>
      <dgm:t>
        <a:bodyPr/>
        <a:lstStyle/>
        <a:p>
          <a:endParaRPr lang="en-US"/>
        </a:p>
      </dgm:t>
    </dgm:pt>
    <dgm:pt modelId="{8884E93D-9E53-4AE5-913B-D147FAF379A3}" type="sibTrans" cxnId="{779EFE3E-E4C6-4EFF-BD2D-039B815E4B70}">
      <dgm:prSet/>
      <dgm:spPr/>
      <dgm:t>
        <a:bodyPr/>
        <a:lstStyle/>
        <a:p>
          <a:endParaRPr lang="en-US"/>
        </a:p>
      </dgm:t>
    </dgm:pt>
    <dgm:pt modelId="{47B101C0-D7A6-44B7-A302-3E19E28B1DB0}">
      <dgm:prSet phldrT="Add an event" phldr="0"/>
      <dgm:spPr/>
      <dgm:t>
        <a:bodyPr/>
        <a:lstStyle/>
        <a:p>
          <a:pPr>
            <a:defRPr b="1"/>
          </a:pPr>
          <a:r>
            <a:rPr lang="en-US"/>
            <a:t>October</a:t>
          </a:r>
        </a:p>
      </dgm:t>
    </dgm:pt>
    <dgm:pt modelId="{A42D8F38-1B11-440F-9802-EC272B6C10A7}" type="parTrans" cxnId="{55A09DC9-7C92-4A3F-BD1C-45DFCA6E24AF}">
      <dgm:prSet/>
      <dgm:spPr/>
      <dgm:t>
        <a:bodyPr/>
        <a:lstStyle/>
        <a:p>
          <a:endParaRPr lang="en-US"/>
        </a:p>
      </dgm:t>
    </dgm:pt>
    <dgm:pt modelId="{A014EBB6-0941-4316-870A-E204FEA6D2EB}" type="sibTrans" cxnId="{55A09DC9-7C92-4A3F-BD1C-45DFCA6E24AF}">
      <dgm:prSet/>
      <dgm:spPr/>
      <dgm:t>
        <a:bodyPr/>
        <a:lstStyle/>
        <a:p>
          <a:endParaRPr lang="en-US"/>
        </a:p>
      </dgm:t>
    </dgm:pt>
    <dgm:pt modelId="{DBBAFF38-CB39-44C9-8D8F-E65260B8DCBD}">
      <dgm:prSet phldrT="Write a description of the significance of this event" phldr="0"/>
      <dgm:spPr/>
      <dgm:t>
        <a:bodyPr/>
        <a:lstStyle/>
        <a:p>
          <a:r>
            <a:rPr lang="en-US"/>
            <a:t>FAA Waiver </a:t>
          </a:r>
        </a:p>
      </dgm:t>
    </dgm:pt>
    <dgm:pt modelId="{323D1EAE-6DB5-4D4E-8DE1-BB2D75DC616F}" type="parTrans" cxnId="{34C279E4-C42B-42FA-9F31-81C76E162CE6}">
      <dgm:prSet/>
      <dgm:spPr/>
      <dgm:t>
        <a:bodyPr/>
        <a:lstStyle/>
        <a:p>
          <a:endParaRPr lang="en-US"/>
        </a:p>
      </dgm:t>
    </dgm:pt>
    <dgm:pt modelId="{BB8643FB-F90C-4489-B3EA-2E4D63949A59}" type="sibTrans" cxnId="{34C279E4-C42B-42FA-9F31-81C76E162CE6}">
      <dgm:prSet/>
      <dgm:spPr/>
      <dgm:t>
        <a:bodyPr/>
        <a:lstStyle/>
        <a:p>
          <a:endParaRPr lang="en-US"/>
        </a:p>
      </dgm:t>
    </dgm:pt>
    <dgm:pt modelId="{A4C4A535-9295-4D99-B650-AFADE2E52BFD}">
      <dgm:prSet phldrT="Add an event" phldr="0"/>
      <dgm:spPr/>
      <dgm:t>
        <a:bodyPr/>
        <a:lstStyle/>
        <a:p>
          <a:pPr>
            <a:defRPr b="1"/>
          </a:pPr>
          <a:r>
            <a:rPr lang="en-US"/>
            <a:t>November</a:t>
          </a:r>
        </a:p>
      </dgm:t>
    </dgm:pt>
    <dgm:pt modelId="{CB31476D-08FC-405F-9744-360E24ECC5F1}" type="parTrans" cxnId="{CF5AF9F1-7A8D-44A7-8426-F52BA9FD68C9}">
      <dgm:prSet/>
      <dgm:spPr/>
      <dgm:t>
        <a:bodyPr/>
        <a:lstStyle/>
        <a:p>
          <a:endParaRPr lang="en-US"/>
        </a:p>
      </dgm:t>
    </dgm:pt>
    <dgm:pt modelId="{2445C25E-2F48-4C90-9B4F-1C5857B1AC51}" type="sibTrans" cxnId="{CF5AF9F1-7A8D-44A7-8426-F52BA9FD68C9}">
      <dgm:prSet/>
      <dgm:spPr/>
      <dgm:t>
        <a:bodyPr/>
        <a:lstStyle/>
        <a:p>
          <a:endParaRPr lang="en-US"/>
        </a:p>
      </dgm:t>
    </dgm:pt>
    <dgm:pt modelId="{6EDB2612-0321-445E-814F-EDE446407C14}">
      <dgm:prSet phldrT="Write a description of the significance of this event" phldr="0"/>
      <dgm:spPr/>
      <dgm:t>
        <a:bodyPr/>
        <a:lstStyle/>
        <a:p>
          <a:r>
            <a:rPr lang="en-US"/>
            <a:t>System Integration Flight </a:t>
          </a:r>
        </a:p>
      </dgm:t>
    </dgm:pt>
    <dgm:pt modelId="{3C621E0E-DA82-4EBC-A072-87DF6896E363}" type="parTrans" cxnId="{7EB8A065-7588-45A7-9585-7892C3DB21A3}">
      <dgm:prSet/>
      <dgm:spPr/>
      <dgm:t>
        <a:bodyPr/>
        <a:lstStyle/>
        <a:p>
          <a:endParaRPr lang="en-US"/>
        </a:p>
      </dgm:t>
    </dgm:pt>
    <dgm:pt modelId="{8A374FCB-499E-42C5-BFCB-665C3A09E7E5}" type="sibTrans" cxnId="{7EB8A065-7588-45A7-9585-7892C3DB21A3}">
      <dgm:prSet/>
      <dgm:spPr/>
      <dgm:t>
        <a:bodyPr/>
        <a:lstStyle/>
        <a:p>
          <a:endParaRPr lang="en-US"/>
        </a:p>
      </dgm:t>
    </dgm:pt>
    <dgm:pt modelId="{9C260540-8E21-4506-8921-CD3BEA28D3C4}">
      <dgm:prSet phldrT="Add an event" phldr="0"/>
      <dgm:spPr/>
      <dgm:t>
        <a:bodyPr/>
        <a:lstStyle/>
        <a:p>
          <a:pPr>
            <a:defRPr b="1"/>
          </a:pPr>
          <a:r>
            <a:rPr lang="en-US"/>
            <a:t>End of Semester 1</a:t>
          </a:r>
        </a:p>
      </dgm:t>
    </dgm:pt>
    <dgm:pt modelId="{1F4474E2-0342-4294-8AFB-68AA0CF86A2B}" type="parTrans" cxnId="{96F364DB-6CE9-4767-8874-F82598828B9C}">
      <dgm:prSet/>
      <dgm:spPr/>
      <dgm:t>
        <a:bodyPr/>
        <a:lstStyle/>
        <a:p>
          <a:endParaRPr lang="en-US"/>
        </a:p>
      </dgm:t>
    </dgm:pt>
    <dgm:pt modelId="{B8C9ACA9-67E9-4D22-A9AB-3DB4A66CEEA2}" type="sibTrans" cxnId="{96F364DB-6CE9-4767-8874-F82598828B9C}">
      <dgm:prSet/>
      <dgm:spPr/>
      <dgm:t>
        <a:bodyPr/>
        <a:lstStyle/>
        <a:p>
          <a:endParaRPr lang="en-US"/>
        </a:p>
      </dgm:t>
    </dgm:pt>
    <dgm:pt modelId="{972620E9-0EC6-4CA2-9EDE-0645109BB72C}">
      <dgm:prSet phldrT="Write a description of the significance of this event" phldr="0"/>
      <dgm:spPr/>
      <dgm:t>
        <a:bodyPr/>
        <a:lstStyle/>
        <a:p>
          <a:r>
            <a:rPr lang="en-US"/>
            <a:t>Flight Test w/ Reflection Data</a:t>
          </a:r>
        </a:p>
      </dgm:t>
    </dgm:pt>
    <dgm:pt modelId="{343545F6-8338-497F-8A6E-DFC57800D9D3}" type="parTrans" cxnId="{86B34F75-14BC-4076-952B-CD1E99BBFE8C}">
      <dgm:prSet/>
      <dgm:spPr/>
      <dgm:t>
        <a:bodyPr/>
        <a:lstStyle/>
        <a:p>
          <a:endParaRPr lang="en-US"/>
        </a:p>
      </dgm:t>
    </dgm:pt>
    <dgm:pt modelId="{D5302EA2-BF26-411B-9BA8-D65EEE8AF500}" type="sibTrans" cxnId="{86B34F75-14BC-4076-952B-CD1E99BBFE8C}">
      <dgm:prSet/>
      <dgm:spPr/>
      <dgm:t>
        <a:bodyPr/>
        <a:lstStyle/>
        <a:p>
          <a:endParaRPr lang="en-US"/>
        </a:p>
      </dgm:t>
    </dgm:pt>
    <dgm:pt modelId="{B8DE614C-DE08-4412-BA3A-194D1800D548}">
      <dgm:prSet phldrT="Write a description of the significance of this event" phldr="0"/>
      <dgm:spPr/>
      <dgm:t>
        <a:bodyPr/>
        <a:lstStyle/>
        <a:p>
          <a:pPr>
            <a:defRPr b="1"/>
          </a:pPr>
          <a:r>
            <a:rPr lang="en-US"/>
            <a:t>April</a:t>
          </a:r>
        </a:p>
      </dgm:t>
    </dgm:pt>
    <dgm:pt modelId="{D8192902-4820-4D33-8415-D81979264C21}" type="parTrans" cxnId="{E2B88666-2EAC-4958-BEA5-26CC0370351B}">
      <dgm:prSet/>
      <dgm:spPr/>
      <dgm:t>
        <a:bodyPr/>
        <a:lstStyle/>
        <a:p>
          <a:endParaRPr lang="en-US"/>
        </a:p>
      </dgm:t>
    </dgm:pt>
    <dgm:pt modelId="{68738268-A3C2-43AD-B33B-0C48B1F49E49}" type="sibTrans" cxnId="{E2B88666-2EAC-4958-BEA5-26CC0370351B}">
      <dgm:prSet/>
      <dgm:spPr/>
      <dgm:t>
        <a:bodyPr/>
        <a:lstStyle/>
        <a:p>
          <a:endParaRPr lang="en-US"/>
        </a:p>
      </dgm:t>
    </dgm:pt>
    <dgm:pt modelId="{69E6B75D-25F7-4A3B-8E53-53B88D7B0B65}">
      <dgm:prSet phldrT="Write a description of the significance of this event" phldr="0"/>
      <dgm:spPr/>
      <dgm:t>
        <a:bodyPr/>
        <a:lstStyle/>
        <a:p>
          <a:r>
            <a:rPr lang="en-US"/>
            <a:t>Raw IF Capture with Current Antenna </a:t>
          </a:r>
        </a:p>
      </dgm:t>
    </dgm:pt>
    <dgm:pt modelId="{D094BAA7-3738-4DB8-8594-939744F581FF}" type="parTrans" cxnId="{A1054837-1A3B-43A6-926B-58906F0AE05A}">
      <dgm:prSet/>
      <dgm:spPr/>
      <dgm:t>
        <a:bodyPr/>
        <a:lstStyle/>
        <a:p>
          <a:endParaRPr lang="en-US"/>
        </a:p>
      </dgm:t>
    </dgm:pt>
    <dgm:pt modelId="{828DF723-E1D9-411E-B0B8-6AE489E6C21B}" type="sibTrans" cxnId="{A1054837-1A3B-43A6-926B-58906F0AE05A}">
      <dgm:prSet/>
      <dgm:spPr/>
      <dgm:t>
        <a:bodyPr/>
        <a:lstStyle/>
        <a:p>
          <a:endParaRPr lang="en-US"/>
        </a:p>
      </dgm:t>
    </dgm:pt>
    <dgm:pt modelId="{8D7EB712-7923-4B63-A7A2-D3044E4D1210}">
      <dgm:prSet phldrT="Write a description of the significance of this event" phldr="0"/>
      <dgm:spPr/>
      <dgm:t>
        <a:bodyPr/>
        <a:lstStyle/>
        <a:p>
          <a:r>
            <a:rPr lang="en-US"/>
            <a:t>Order Antenna’s + Any Additional Hardware</a:t>
          </a:r>
        </a:p>
      </dgm:t>
    </dgm:pt>
    <dgm:pt modelId="{D5C6EC9F-9347-4AF0-B951-198A57B62992}" type="parTrans" cxnId="{9E0B5993-1B38-47F0-99BE-153025B854F1}">
      <dgm:prSet/>
      <dgm:spPr/>
      <dgm:t>
        <a:bodyPr/>
        <a:lstStyle/>
        <a:p>
          <a:endParaRPr lang="en-US"/>
        </a:p>
      </dgm:t>
    </dgm:pt>
    <dgm:pt modelId="{ECFEEBDD-44A9-4596-91BA-E264FA731F48}" type="sibTrans" cxnId="{9E0B5993-1B38-47F0-99BE-153025B854F1}">
      <dgm:prSet/>
      <dgm:spPr/>
      <dgm:t>
        <a:bodyPr/>
        <a:lstStyle/>
        <a:p>
          <a:endParaRPr lang="en-US"/>
        </a:p>
      </dgm:t>
    </dgm:pt>
    <dgm:pt modelId="{55BC0DE7-4191-499E-A9D5-94DF85BF5D02}">
      <dgm:prSet phldrT="Write a description of the significance of this event" phldr="0"/>
      <dgm:spPr/>
      <dgm:t>
        <a:bodyPr/>
        <a:lstStyle/>
        <a:p>
          <a:r>
            <a:rPr lang="en-US"/>
            <a:t>Non-Science Flight</a:t>
          </a:r>
        </a:p>
      </dgm:t>
    </dgm:pt>
    <dgm:pt modelId="{C9B0A81F-3C6B-4F3E-9910-94622FEC3639}" type="parTrans" cxnId="{744FC0A0-5BCB-4011-9A82-CB6CCA7423AC}">
      <dgm:prSet/>
      <dgm:spPr/>
      <dgm:t>
        <a:bodyPr/>
        <a:lstStyle/>
        <a:p>
          <a:endParaRPr lang="en-US"/>
        </a:p>
      </dgm:t>
    </dgm:pt>
    <dgm:pt modelId="{FB6A1157-D5CC-4FF7-875F-A7BEDCBA4B05}" type="sibTrans" cxnId="{744FC0A0-5BCB-4011-9A82-CB6CCA7423AC}">
      <dgm:prSet/>
      <dgm:spPr/>
      <dgm:t>
        <a:bodyPr/>
        <a:lstStyle/>
        <a:p>
          <a:endParaRPr lang="en-US"/>
        </a:p>
      </dgm:t>
    </dgm:pt>
    <dgm:pt modelId="{B20EA934-69AC-416B-91FA-A0241AC16433}">
      <dgm:prSet phldrT="Write a description of the significance of this event" phldr="0"/>
      <dgm:spPr/>
      <dgm:t>
        <a:bodyPr/>
        <a:lstStyle/>
        <a:p>
          <a:r>
            <a:rPr lang="en-US"/>
            <a:t>Full Technology Demo Flight</a:t>
          </a:r>
        </a:p>
      </dgm:t>
    </dgm:pt>
    <dgm:pt modelId="{29E334DB-F0FB-45EE-9774-4A883BE6A296}" type="parTrans" cxnId="{4B5E93D2-4477-4276-A4C9-8BD8B86A5FF5}">
      <dgm:prSet/>
      <dgm:spPr/>
      <dgm:t>
        <a:bodyPr/>
        <a:lstStyle/>
        <a:p>
          <a:endParaRPr lang="en-US"/>
        </a:p>
      </dgm:t>
    </dgm:pt>
    <dgm:pt modelId="{5384C6B9-FD7D-4C65-8FDA-09BDDF51941D}" type="sibTrans" cxnId="{4B5E93D2-4477-4276-A4C9-8BD8B86A5FF5}">
      <dgm:prSet/>
      <dgm:spPr/>
      <dgm:t>
        <a:bodyPr/>
        <a:lstStyle/>
        <a:p>
          <a:endParaRPr lang="en-US"/>
        </a:p>
      </dgm:t>
    </dgm:pt>
    <dgm:pt modelId="{8ABFCA34-8CF3-478E-B531-07CF8F044242}">
      <dgm:prSet phldrT="Write a description of the significance of this event" phldr="0"/>
      <dgm:spPr/>
      <dgm:t>
        <a:bodyPr/>
        <a:lstStyle/>
        <a:p>
          <a:r>
            <a:rPr lang="en-US"/>
            <a:t>Objective 2: IWB Height </a:t>
          </a:r>
        </a:p>
      </dgm:t>
    </dgm:pt>
    <dgm:pt modelId="{5133A1B6-9876-4AF9-990E-1276A89E09B5}" type="parTrans" cxnId="{51D9976C-5A25-48CB-B56A-D0C2A66910D7}">
      <dgm:prSet/>
      <dgm:spPr/>
      <dgm:t>
        <a:bodyPr/>
        <a:lstStyle/>
        <a:p>
          <a:endParaRPr lang="en-US"/>
        </a:p>
      </dgm:t>
    </dgm:pt>
    <dgm:pt modelId="{263D600E-0B3F-4B76-90AC-0FA4A7940FE8}" type="sibTrans" cxnId="{51D9976C-5A25-48CB-B56A-D0C2A66910D7}">
      <dgm:prSet/>
      <dgm:spPr/>
      <dgm:t>
        <a:bodyPr/>
        <a:lstStyle/>
        <a:p>
          <a:endParaRPr lang="en-US"/>
        </a:p>
      </dgm:t>
    </dgm:pt>
    <dgm:pt modelId="{2D21F14D-FE81-48B8-B2B5-52FEB2F0158F}">
      <dgm:prSet phldrT="Write a description of the significance of this event" phldr="0"/>
      <dgm:spPr/>
      <dgm:t>
        <a:bodyPr/>
        <a:lstStyle/>
        <a:p>
          <a:r>
            <a:rPr lang="en-US"/>
            <a:t>Objective 3: River Slope</a:t>
          </a:r>
        </a:p>
      </dgm:t>
    </dgm:pt>
    <dgm:pt modelId="{9A81587A-590D-41E1-AFC9-DB7382195452}" type="parTrans" cxnId="{7B29F81F-3577-44C3-8D80-496B241ED072}">
      <dgm:prSet/>
      <dgm:spPr/>
      <dgm:t>
        <a:bodyPr/>
        <a:lstStyle/>
        <a:p>
          <a:endParaRPr lang="en-US"/>
        </a:p>
      </dgm:t>
    </dgm:pt>
    <dgm:pt modelId="{ED31B76B-FB06-4CAC-8CA3-A6BC22FC6334}" type="sibTrans" cxnId="{7B29F81F-3577-44C3-8D80-496B241ED072}">
      <dgm:prSet/>
      <dgm:spPr/>
      <dgm:t>
        <a:bodyPr/>
        <a:lstStyle/>
        <a:p>
          <a:endParaRPr lang="en-US"/>
        </a:p>
      </dgm:t>
    </dgm:pt>
    <dgm:pt modelId="{5BB2805B-35B9-4E4F-B25B-268CA6C7861E}">
      <dgm:prSet phldrT="Write a description of the significance of this event" phldr="0"/>
      <dgm:spPr/>
      <dgm:t>
        <a:bodyPr/>
        <a:lstStyle/>
        <a:p>
          <a:r>
            <a:rPr lang="en-US"/>
            <a:t>Sky and Reflected IF data capture </a:t>
          </a:r>
          <a:br>
            <a:rPr lang="en-US"/>
          </a:br>
          <a:r>
            <a:rPr lang="en-US"/>
            <a:t>(ground test)</a:t>
          </a:r>
        </a:p>
      </dgm:t>
    </dgm:pt>
    <dgm:pt modelId="{D53CB4ED-165F-4196-A05C-AD958ADC8504}" type="parTrans" cxnId="{1CFB3D68-1DAC-449A-AA09-66F305F4E96C}">
      <dgm:prSet/>
      <dgm:spPr/>
      <dgm:t>
        <a:bodyPr/>
        <a:lstStyle/>
        <a:p>
          <a:endParaRPr lang="en-US"/>
        </a:p>
      </dgm:t>
    </dgm:pt>
    <dgm:pt modelId="{D15898D6-4942-41B6-8D4C-258307064CE2}" type="sibTrans" cxnId="{1CFB3D68-1DAC-449A-AA09-66F305F4E96C}">
      <dgm:prSet/>
      <dgm:spPr/>
      <dgm:t>
        <a:bodyPr/>
        <a:lstStyle/>
        <a:p>
          <a:endParaRPr lang="en-US"/>
        </a:p>
      </dgm:t>
    </dgm:pt>
    <dgm:pt modelId="{D630317C-3182-4529-B71D-B1053A121576}">
      <dgm:prSet phldrT="Add an event" phldr="0"/>
      <dgm:spPr/>
      <dgm:t>
        <a:bodyPr/>
        <a:lstStyle/>
        <a:p>
          <a:pPr>
            <a:defRPr b="1"/>
          </a:pPr>
          <a:r>
            <a:rPr lang="en-US"/>
            <a:t>February</a:t>
          </a:r>
        </a:p>
      </dgm:t>
    </dgm:pt>
    <dgm:pt modelId="{1C08903E-0D11-4FA0-96EC-BBA78CB2A534}" type="parTrans" cxnId="{F3310859-0F9F-4AED-A48C-7219D98E8C6B}">
      <dgm:prSet/>
      <dgm:spPr/>
      <dgm:t>
        <a:bodyPr/>
        <a:lstStyle/>
        <a:p>
          <a:endParaRPr lang="en-US"/>
        </a:p>
      </dgm:t>
    </dgm:pt>
    <dgm:pt modelId="{9D2CCC55-D044-4854-89BF-6397962A03F9}" type="sibTrans" cxnId="{F3310859-0F9F-4AED-A48C-7219D98E8C6B}">
      <dgm:prSet/>
      <dgm:spPr/>
      <dgm:t>
        <a:bodyPr/>
        <a:lstStyle/>
        <a:p>
          <a:endParaRPr lang="en-US"/>
        </a:p>
      </dgm:t>
    </dgm:pt>
    <dgm:pt modelId="{87269D04-CAA6-4827-B2BB-8C13D46B4E56}">
      <dgm:prSet phldrT="Write a description of the significance of this event" phldr="0"/>
      <dgm:spPr/>
      <dgm:t>
        <a:bodyPr/>
        <a:lstStyle/>
        <a:p>
          <a:r>
            <a:rPr lang="en-US"/>
            <a:t>Objective 1: IWB Detection and Mapping</a:t>
          </a:r>
        </a:p>
      </dgm:t>
    </dgm:pt>
    <dgm:pt modelId="{B9A4C972-CEFB-4277-82A1-B3275FD3F24B}" type="parTrans" cxnId="{E814B389-13B7-480D-973B-E195368C35BC}">
      <dgm:prSet/>
      <dgm:spPr/>
      <dgm:t>
        <a:bodyPr/>
        <a:lstStyle/>
        <a:p>
          <a:endParaRPr lang="en-US"/>
        </a:p>
      </dgm:t>
    </dgm:pt>
    <dgm:pt modelId="{D830FB47-3E73-4A8E-A925-C2981435F33A}" type="sibTrans" cxnId="{E814B389-13B7-480D-973B-E195368C35BC}">
      <dgm:prSet/>
      <dgm:spPr/>
      <dgm:t>
        <a:bodyPr/>
        <a:lstStyle/>
        <a:p>
          <a:endParaRPr lang="en-US"/>
        </a:p>
      </dgm:t>
    </dgm:pt>
    <dgm:pt modelId="{47948F71-8668-40E2-9459-4CB6086AEF89}">
      <dgm:prSet phldrT="Write a description of the significance of this event" phldr="0"/>
      <dgm:spPr/>
      <dgm:t>
        <a:bodyPr/>
        <a:lstStyle/>
        <a:p>
          <a:r>
            <a:rPr lang="en-US"/>
            <a:t>Fly UAV with science payload</a:t>
          </a:r>
        </a:p>
      </dgm:t>
    </dgm:pt>
    <dgm:pt modelId="{9B853F05-00AA-4023-9CEF-2A8885EECDA8}" type="parTrans" cxnId="{75AA7BCE-DFFE-42CF-A3BA-D5794A35CEF3}">
      <dgm:prSet/>
      <dgm:spPr/>
      <dgm:t>
        <a:bodyPr/>
        <a:lstStyle/>
        <a:p>
          <a:endParaRPr lang="en-US"/>
        </a:p>
      </dgm:t>
    </dgm:pt>
    <dgm:pt modelId="{DB519478-9662-4545-8874-9ED9308FB2FF}" type="sibTrans" cxnId="{75AA7BCE-DFFE-42CF-A3BA-D5794A35CEF3}">
      <dgm:prSet/>
      <dgm:spPr/>
      <dgm:t>
        <a:bodyPr/>
        <a:lstStyle/>
        <a:p>
          <a:endParaRPr lang="en-US"/>
        </a:p>
      </dgm:t>
    </dgm:pt>
    <dgm:pt modelId="{31F6F178-ADBB-4FC8-A9F7-0EBD1B156E92}">
      <dgm:prSet phldrT="Write a description of the significance of this event" phldr="0"/>
      <dgm:spPr/>
      <dgm:t>
        <a:bodyPr/>
        <a:lstStyle/>
        <a:p>
          <a:r>
            <a:rPr lang="en-US"/>
            <a:t>Reflection Off Inland Water Body (IWB)</a:t>
          </a:r>
        </a:p>
      </dgm:t>
    </dgm:pt>
    <dgm:pt modelId="{86A0F34B-8DB2-4F9C-80A5-BF6514E3DD38}" type="parTrans" cxnId="{BA09934D-2BEC-4A61-ADB5-F8267967CE2D}">
      <dgm:prSet/>
      <dgm:spPr/>
      <dgm:t>
        <a:bodyPr/>
        <a:lstStyle/>
        <a:p>
          <a:endParaRPr lang="en-US"/>
        </a:p>
      </dgm:t>
    </dgm:pt>
    <dgm:pt modelId="{D91FB948-5715-45A3-8108-863C33EB826E}" type="sibTrans" cxnId="{BA09934D-2BEC-4A61-ADB5-F8267967CE2D}">
      <dgm:prSet/>
      <dgm:spPr/>
      <dgm:t>
        <a:bodyPr/>
        <a:lstStyle/>
        <a:p>
          <a:endParaRPr lang="en-US"/>
        </a:p>
      </dgm:t>
    </dgm:pt>
    <dgm:pt modelId="{7424B9C4-BF13-43B9-BD10-11959D428369}">
      <dgm:prSet phldrT="Write a description of the significance of this event" phldr="0"/>
      <dgm:spPr/>
      <dgm:t>
        <a:bodyPr/>
        <a:lstStyle/>
        <a:p>
          <a:r>
            <a:rPr lang="en-US"/>
            <a:t>Demonstrate Flight Planning Software</a:t>
          </a:r>
        </a:p>
      </dgm:t>
    </dgm:pt>
    <dgm:pt modelId="{9148BD96-5263-4FFA-B0D8-32CDE2A9E6D8}" type="parTrans" cxnId="{F10872B2-7878-4009-9D37-0975390020FA}">
      <dgm:prSet/>
      <dgm:spPr/>
      <dgm:t>
        <a:bodyPr/>
        <a:lstStyle/>
        <a:p>
          <a:endParaRPr lang="en-US"/>
        </a:p>
      </dgm:t>
    </dgm:pt>
    <dgm:pt modelId="{B483AF6F-628E-4D12-9911-ECD359FC905D}" type="sibTrans" cxnId="{F10872B2-7878-4009-9D37-0975390020FA}">
      <dgm:prSet/>
      <dgm:spPr/>
      <dgm:t>
        <a:bodyPr/>
        <a:lstStyle/>
        <a:p>
          <a:endParaRPr lang="en-US"/>
        </a:p>
      </dgm:t>
    </dgm:pt>
    <dgm:pt modelId="{4881E003-8BB9-46EE-AAA5-DBCEE8B59102}" type="pres">
      <dgm:prSet presAssocID="{94A61018-CA4D-4ECB-BE38-02ECB21DE9FD}" presName="root" presStyleCnt="0">
        <dgm:presLayoutVars>
          <dgm:dir/>
          <dgm:animLvl val="lvl"/>
        </dgm:presLayoutVars>
      </dgm:prSet>
      <dgm:spPr/>
    </dgm:pt>
    <dgm:pt modelId="{A4911565-B179-434E-B37A-F0BE637A24E6}" type="pres">
      <dgm:prSet presAssocID="{94A61018-CA4D-4ECB-BE38-02ECB21DE9FD}" presName="divider" presStyleCnt="0"/>
      <dgm:spPr/>
    </dgm:pt>
    <dgm:pt modelId="{7BFA3828-8C27-4113-9864-04DF93893D3B}" type="pres">
      <dgm:prSet presAssocID="{94A61018-CA4D-4ECB-BE38-02ECB21DE9FD}" presName="rectBar" presStyleLbl="dkBgShp" presStyleIdx="0" presStyleCnt="8" custLinFactNeighborX="-8575" custLinFactNeighborY="41666"/>
      <dgm:spPr>
        <a:solidFill>
          <a:srgbClr val="1B3A6B"/>
        </a:solidFill>
        <a:ln>
          <a:noFill/>
        </a:ln>
        <a:effectLst/>
      </dgm:spPr>
    </dgm:pt>
    <dgm:pt modelId="{193AC012-1A8E-4C17-AA95-6A7FCD10C1E2}" type="pres">
      <dgm:prSet presAssocID="{94A61018-CA4D-4ECB-BE38-02ECB21DE9FD}" presName="chevronArrow" presStyleLbl="dkBgShp" presStyleIdx="1" presStyleCnt="8"/>
      <dgm:spPr>
        <a:solidFill>
          <a:srgbClr val="1B3A6B"/>
        </a:solidFill>
        <a:ln>
          <a:noFill/>
        </a:ln>
        <a:effectLst/>
      </dgm:spPr>
    </dgm:pt>
    <dgm:pt modelId="{1D9E635D-1B66-451A-9B17-6748F372996F}" type="pres">
      <dgm:prSet presAssocID="{94A61018-CA4D-4ECB-BE38-02ECB21DE9FD}" presName="nodes" presStyleCnt="0">
        <dgm:presLayoutVars>
          <dgm:chMax/>
          <dgm:chPref/>
          <dgm:animLvl val="lvl"/>
        </dgm:presLayoutVars>
      </dgm:prSet>
      <dgm:spPr/>
    </dgm:pt>
    <dgm:pt modelId="{028000E2-5DC1-4D07-8B5A-7469EABA18D4}" type="pres">
      <dgm:prSet presAssocID="{325C3D45-7DD7-4D85-AA19-04F01BECA83A}" presName="composite" presStyleCnt="0"/>
      <dgm:spPr/>
    </dgm:pt>
    <dgm:pt modelId="{39818618-B3B3-436C-A281-7E758F83CCA8}" type="pres">
      <dgm:prSet presAssocID="{325C3D45-7DD7-4D85-AA19-04F01BECA83A}" presName="DropPinPlaceHolder" presStyleCnt="0"/>
      <dgm:spPr/>
    </dgm:pt>
    <dgm:pt modelId="{05785B09-2820-46EB-8220-6E8838C2D78E}" type="pres">
      <dgm:prSet presAssocID="{325C3D45-7DD7-4D85-AA19-04F01BECA83A}" presName="DropPin" presStyleLbl="alignNode1" presStyleIdx="0" presStyleCnt="6"/>
      <dgm:spPr/>
    </dgm:pt>
    <dgm:pt modelId="{228A0BE8-2AB7-45C2-8098-C5B2F994A73D}" type="pres">
      <dgm:prSet presAssocID="{325C3D45-7DD7-4D85-AA19-04F01BECA83A}" presName="Ellipse" presStyleLbl="fgAcc1" presStyleIdx="0" presStyleCnt="6"/>
      <dgm:spPr/>
    </dgm:pt>
    <dgm:pt modelId="{364D245D-56A8-412A-92B5-36A6E1B4C721}" type="pres">
      <dgm:prSet presAssocID="{325C3D45-7DD7-4D85-AA19-04F01BECA83A}" presName="L2TextContainer" presStyleLbl="revTx" presStyleIdx="0" presStyleCnt="12">
        <dgm:presLayoutVars>
          <dgm:bulletEnabled val="1"/>
        </dgm:presLayoutVars>
      </dgm:prSet>
      <dgm:spPr/>
    </dgm:pt>
    <dgm:pt modelId="{D72908B8-B2B0-4395-94AD-F2CC7F7B69B4}" type="pres">
      <dgm:prSet presAssocID="{325C3D45-7DD7-4D85-AA19-04F01BECA83A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8A353176-EB83-4F9D-B012-7A5860FD9C74}" type="pres">
      <dgm:prSet presAssocID="{325C3D45-7DD7-4D85-AA19-04F01BECA83A}" presName="ConnectLine" presStyleLbl="dkBgShp" presStyleIdx="2" presStyleCnt="8"/>
      <dgm:spPr>
        <a:solidFill>
          <a:srgbClr val="D8E4ED"/>
        </a:solidFill>
        <a:ln>
          <a:noFill/>
        </a:ln>
        <a:effectLst/>
      </dgm:spPr>
    </dgm:pt>
    <dgm:pt modelId="{4E878901-0EE0-40D7-A208-30A58606E298}" type="pres">
      <dgm:prSet presAssocID="{325C3D45-7DD7-4D85-AA19-04F01BECA83A}" presName="ConnectorPoint" presStyleCnt="0"/>
      <dgm:spPr/>
    </dgm:pt>
    <dgm:pt modelId="{EFDD3B85-CE32-427B-BA1A-CA584200E48F}" type="pres">
      <dgm:prSet presAssocID="{325C3D45-7DD7-4D85-AA19-04F01BECA83A}" presName="Bullet" presStyleLbl="node1NoLn" presStyleIdx="0" presStyleCnt="6"/>
      <dgm:spPr>
        <a:solidFill>
          <a:srgbClr val="D8E4ED"/>
        </a:solidFill>
      </dgm:spPr>
    </dgm:pt>
    <dgm:pt modelId="{DC9E70AF-CCB4-4A43-9918-335047D5A9B4}" type="pres">
      <dgm:prSet presAssocID="{325C3D45-7DD7-4D85-AA19-04F01BECA83A}" presName="EmptyPlaceHolder" presStyleCnt="0"/>
      <dgm:spPr/>
    </dgm:pt>
    <dgm:pt modelId="{3E4CB009-C990-4F0C-9CD0-765EDE64827B}" type="pres">
      <dgm:prSet presAssocID="{6BF0EA2C-7B4F-43BC-A709-A4232834E734}" presName="spaceBetweenRectangles" presStyleCnt="0"/>
      <dgm:spPr/>
    </dgm:pt>
    <dgm:pt modelId="{4CEB471F-3B61-4F35-A822-2C9CB73BE0C8}" type="pres">
      <dgm:prSet presAssocID="{47B101C0-D7A6-44B7-A302-3E19E28B1DB0}" presName="composite" presStyleCnt="0"/>
      <dgm:spPr/>
    </dgm:pt>
    <dgm:pt modelId="{9A31E27B-C118-422F-8018-ED8D9B75B808}" type="pres">
      <dgm:prSet presAssocID="{47B101C0-D7A6-44B7-A302-3E19E28B1DB0}" presName="DropPinPlaceHolder" presStyleCnt="0"/>
      <dgm:spPr/>
    </dgm:pt>
    <dgm:pt modelId="{4F3EEF5F-DCB7-4CE5-8ED2-94395A8A3DC7}" type="pres">
      <dgm:prSet presAssocID="{47B101C0-D7A6-44B7-A302-3E19E28B1DB0}" presName="DropPin" presStyleLbl="alignNode1" presStyleIdx="1" presStyleCnt="6"/>
      <dgm:spPr/>
    </dgm:pt>
    <dgm:pt modelId="{199F5617-CD37-45FD-B085-5186026524C3}" type="pres">
      <dgm:prSet presAssocID="{47B101C0-D7A6-44B7-A302-3E19E28B1DB0}" presName="Ellipse" presStyleLbl="fgAcc1" presStyleIdx="1" presStyleCnt="6"/>
      <dgm:spPr/>
    </dgm:pt>
    <dgm:pt modelId="{B3E77A13-62E3-4E6E-BB4B-92EB35AA36B4}" type="pres">
      <dgm:prSet presAssocID="{47B101C0-D7A6-44B7-A302-3E19E28B1DB0}" presName="L2TextContainer" presStyleLbl="revTx" presStyleIdx="2" presStyleCnt="12">
        <dgm:presLayoutVars>
          <dgm:bulletEnabled val="1"/>
        </dgm:presLayoutVars>
      </dgm:prSet>
      <dgm:spPr/>
    </dgm:pt>
    <dgm:pt modelId="{DB814438-9972-4F2C-9C49-22B44DB2D78F}" type="pres">
      <dgm:prSet presAssocID="{47B101C0-D7A6-44B7-A302-3E19E28B1DB0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FBEC779D-8A84-4D66-BA6B-48BCCEE1226C}" type="pres">
      <dgm:prSet presAssocID="{47B101C0-D7A6-44B7-A302-3E19E28B1DB0}" presName="ConnectLine" presStyleLbl="dkBgShp" presStyleIdx="3" presStyleCnt="8"/>
      <dgm:spPr>
        <a:solidFill>
          <a:srgbClr val="D8E4ED"/>
        </a:solidFill>
        <a:ln>
          <a:noFill/>
        </a:ln>
        <a:effectLst/>
      </dgm:spPr>
    </dgm:pt>
    <dgm:pt modelId="{6573747C-1292-4B92-959B-1DF0254B41A3}" type="pres">
      <dgm:prSet presAssocID="{47B101C0-D7A6-44B7-A302-3E19E28B1DB0}" presName="ConnectorPoint" presStyleCnt="0"/>
      <dgm:spPr/>
    </dgm:pt>
    <dgm:pt modelId="{AE993CA5-A78C-42D4-8DB6-AD99C21DB82A}" type="pres">
      <dgm:prSet presAssocID="{47B101C0-D7A6-44B7-A302-3E19E28B1DB0}" presName="Bullet" presStyleLbl="node1NoLn" presStyleIdx="1" presStyleCnt="6"/>
      <dgm:spPr>
        <a:solidFill>
          <a:srgbClr val="D8E4ED"/>
        </a:solidFill>
      </dgm:spPr>
    </dgm:pt>
    <dgm:pt modelId="{C1D6CCEE-FCED-489D-83E1-605B2291EA0C}" type="pres">
      <dgm:prSet presAssocID="{47B101C0-D7A6-44B7-A302-3E19E28B1DB0}" presName="EmptyPlaceHolder" presStyleCnt="0"/>
      <dgm:spPr/>
    </dgm:pt>
    <dgm:pt modelId="{B22A6F53-72B2-4750-B789-3E4B6077BFBC}" type="pres">
      <dgm:prSet presAssocID="{A014EBB6-0941-4316-870A-E204FEA6D2EB}" presName="spaceBetweenRectangles" presStyleCnt="0"/>
      <dgm:spPr/>
    </dgm:pt>
    <dgm:pt modelId="{0C3E1566-761C-4E11-9238-3005C2862EE1}" type="pres">
      <dgm:prSet presAssocID="{A4C4A535-9295-4D99-B650-AFADE2E52BFD}" presName="composite" presStyleCnt="0"/>
      <dgm:spPr/>
    </dgm:pt>
    <dgm:pt modelId="{172433E6-52EF-45A0-9501-6EADA76C340A}" type="pres">
      <dgm:prSet presAssocID="{A4C4A535-9295-4D99-B650-AFADE2E52BFD}" presName="DropPinPlaceHolder" presStyleCnt="0"/>
      <dgm:spPr/>
    </dgm:pt>
    <dgm:pt modelId="{54EA2C4C-99AB-4203-A135-600A9D03C3D0}" type="pres">
      <dgm:prSet presAssocID="{A4C4A535-9295-4D99-B650-AFADE2E52BFD}" presName="DropPin" presStyleLbl="alignNode1" presStyleIdx="2" presStyleCnt="6"/>
      <dgm:spPr/>
    </dgm:pt>
    <dgm:pt modelId="{43DF6A0C-7413-409D-95F4-F50800011928}" type="pres">
      <dgm:prSet presAssocID="{A4C4A535-9295-4D99-B650-AFADE2E52BFD}" presName="Ellipse" presStyleLbl="fgAcc1" presStyleIdx="2" presStyleCnt="6"/>
      <dgm:spPr/>
    </dgm:pt>
    <dgm:pt modelId="{D962F152-B501-42C2-BC5B-C89B7C9A80BC}" type="pres">
      <dgm:prSet presAssocID="{A4C4A535-9295-4D99-B650-AFADE2E52BFD}" presName="L2TextContainer" presStyleLbl="revTx" presStyleIdx="4" presStyleCnt="12">
        <dgm:presLayoutVars>
          <dgm:bulletEnabled val="1"/>
        </dgm:presLayoutVars>
      </dgm:prSet>
      <dgm:spPr/>
    </dgm:pt>
    <dgm:pt modelId="{F0C55B20-7C42-4FE2-A31A-269B3534791E}" type="pres">
      <dgm:prSet presAssocID="{A4C4A535-9295-4D99-B650-AFADE2E52BFD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A10792D3-8EA7-41E2-BA36-7F86E996064A}" type="pres">
      <dgm:prSet presAssocID="{A4C4A535-9295-4D99-B650-AFADE2E52BFD}" presName="ConnectLine" presStyleLbl="dkBgShp" presStyleIdx="4" presStyleCnt="8"/>
      <dgm:spPr>
        <a:solidFill>
          <a:srgbClr val="D8E4ED"/>
        </a:solidFill>
        <a:ln>
          <a:noFill/>
        </a:ln>
        <a:effectLst/>
      </dgm:spPr>
    </dgm:pt>
    <dgm:pt modelId="{F4083A6B-1AB2-4E23-AB34-3A92FCDE30FF}" type="pres">
      <dgm:prSet presAssocID="{A4C4A535-9295-4D99-B650-AFADE2E52BFD}" presName="ConnectorPoint" presStyleCnt="0"/>
      <dgm:spPr/>
    </dgm:pt>
    <dgm:pt modelId="{02121104-DC2C-4BE9-B7A1-6C7F90D18C6F}" type="pres">
      <dgm:prSet presAssocID="{A4C4A535-9295-4D99-B650-AFADE2E52BFD}" presName="Bullet" presStyleLbl="node1NoLn" presStyleIdx="2" presStyleCnt="6"/>
      <dgm:spPr>
        <a:solidFill>
          <a:srgbClr val="D8E4ED"/>
        </a:solidFill>
      </dgm:spPr>
    </dgm:pt>
    <dgm:pt modelId="{412BD001-5D2A-4313-AEBF-A7E0F319C6DF}" type="pres">
      <dgm:prSet presAssocID="{A4C4A535-9295-4D99-B650-AFADE2E52BFD}" presName="EmptyPlaceHolder" presStyleCnt="0"/>
      <dgm:spPr/>
    </dgm:pt>
    <dgm:pt modelId="{A2C00D2D-11C5-428E-8155-012B90E0A7A8}" type="pres">
      <dgm:prSet presAssocID="{2445C25E-2F48-4C90-9B4F-1C5857B1AC51}" presName="spaceBetweenRectangles" presStyleCnt="0"/>
      <dgm:spPr/>
    </dgm:pt>
    <dgm:pt modelId="{CD81FD51-CD2C-4FB0-A5F4-2F0BD5A5F061}" type="pres">
      <dgm:prSet presAssocID="{9C260540-8E21-4506-8921-CD3BEA28D3C4}" presName="composite" presStyleCnt="0"/>
      <dgm:spPr/>
    </dgm:pt>
    <dgm:pt modelId="{714FCB18-4BEB-421B-AF04-645B14D1C8C7}" type="pres">
      <dgm:prSet presAssocID="{9C260540-8E21-4506-8921-CD3BEA28D3C4}" presName="DropPinPlaceHolder" presStyleCnt="0"/>
      <dgm:spPr/>
    </dgm:pt>
    <dgm:pt modelId="{3D471F2C-5977-4890-9872-25ABF532F3A7}" type="pres">
      <dgm:prSet presAssocID="{9C260540-8E21-4506-8921-CD3BEA28D3C4}" presName="DropPin" presStyleLbl="alignNode1" presStyleIdx="3" presStyleCnt="6"/>
      <dgm:spPr/>
    </dgm:pt>
    <dgm:pt modelId="{39CE5544-E6E5-488A-95C1-8A38C2FCC5AA}" type="pres">
      <dgm:prSet presAssocID="{9C260540-8E21-4506-8921-CD3BEA28D3C4}" presName="Ellipse" presStyleLbl="fgAcc1" presStyleIdx="3" presStyleCnt="6"/>
      <dgm:spPr/>
    </dgm:pt>
    <dgm:pt modelId="{A6D59BC2-97F6-4026-ADA1-7D9B24029C60}" type="pres">
      <dgm:prSet presAssocID="{9C260540-8E21-4506-8921-CD3BEA28D3C4}" presName="L2TextContainer" presStyleLbl="revTx" presStyleIdx="6" presStyleCnt="12">
        <dgm:presLayoutVars>
          <dgm:bulletEnabled val="1"/>
        </dgm:presLayoutVars>
      </dgm:prSet>
      <dgm:spPr/>
    </dgm:pt>
    <dgm:pt modelId="{AB6E5BA5-B1A4-4C59-ACA2-B17FD5287610}" type="pres">
      <dgm:prSet presAssocID="{9C260540-8E21-4506-8921-CD3BEA28D3C4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F9DEB8E3-A079-4D65-9131-97CE947431BF}" type="pres">
      <dgm:prSet presAssocID="{9C260540-8E21-4506-8921-CD3BEA28D3C4}" presName="ConnectLine" presStyleLbl="dkBgShp" presStyleIdx="5" presStyleCnt="8"/>
      <dgm:spPr>
        <a:solidFill>
          <a:srgbClr val="D8E4ED"/>
        </a:solidFill>
        <a:ln>
          <a:noFill/>
        </a:ln>
        <a:effectLst/>
      </dgm:spPr>
    </dgm:pt>
    <dgm:pt modelId="{18B8F644-4C3F-4DDE-AB73-AAB49B91F7B2}" type="pres">
      <dgm:prSet presAssocID="{9C260540-8E21-4506-8921-CD3BEA28D3C4}" presName="ConnectorPoint" presStyleCnt="0"/>
      <dgm:spPr/>
    </dgm:pt>
    <dgm:pt modelId="{442856D6-F882-4CB5-A688-756170B2B188}" type="pres">
      <dgm:prSet presAssocID="{9C260540-8E21-4506-8921-CD3BEA28D3C4}" presName="Bullet" presStyleLbl="node1NoLn" presStyleIdx="3" presStyleCnt="6"/>
      <dgm:spPr>
        <a:solidFill>
          <a:srgbClr val="D8E4ED"/>
        </a:solidFill>
      </dgm:spPr>
    </dgm:pt>
    <dgm:pt modelId="{B1FECBCE-1D3D-486E-80BB-CD827FB46C01}" type="pres">
      <dgm:prSet presAssocID="{9C260540-8E21-4506-8921-CD3BEA28D3C4}" presName="EmptyPlaceHolder" presStyleCnt="0"/>
      <dgm:spPr/>
    </dgm:pt>
    <dgm:pt modelId="{B2A53377-DA1A-4659-ABB8-9EA7DCC07581}" type="pres">
      <dgm:prSet presAssocID="{B8C9ACA9-67E9-4D22-A9AB-3DB4A66CEEA2}" presName="spaceBetweenRectangles" presStyleCnt="0"/>
      <dgm:spPr/>
    </dgm:pt>
    <dgm:pt modelId="{0DD98634-C622-45FA-9D65-D8BB4E4D189F}" type="pres">
      <dgm:prSet presAssocID="{D630317C-3182-4529-B71D-B1053A121576}" presName="composite" presStyleCnt="0"/>
      <dgm:spPr/>
    </dgm:pt>
    <dgm:pt modelId="{7A96C702-CD5F-4980-B8DD-AF0D06886303}" type="pres">
      <dgm:prSet presAssocID="{D630317C-3182-4529-B71D-B1053A121576}" presName="DropPinPlaceHolder" presStyleCnt="0"/>
      <dgm:spPr/>
    </dgm:pt>
    <dgm:pt modelId="{A42F8A3F-F729-4037-8ED5-6B55A9CC0C35}" type="pres">
      <dgm:prSet presAssocID="{D630317C-3182-4529-B71D-B1053A121576}" presName="DropPin" presStyleLbl="alignNode1" presStyleIdx="4" presStyleCnt="6"/>
      <dgm:spPr/>
    </dgm:pt>
    <dgm:pt modelId="{2D5038F8-F98B-42D0-9B5E-3499D471EA19}" type="pres">
      <dgm:prSet presAssocID="{D630317C-3182-4529-B71D-B1053A121576}" presName="Ellipse" presStyleLbl="fgAcc1" presStyleIdx="4" presStyleCnt="6"/>
      <dgm:spPr/>
    </dgm:pt>
    <dgm:pt modelId="{7FAA9D91-AD8C-4AE1-A836-6F3095F3207D}" type="pres">
      <dgm:prSet presAssocID="{D630317C-3182-4529-B71D-B1053A121576}" presName="L2TextContainer" presStyleLbl="revTx" presStyleIdx="8" presStyleCnt="12">
        <dgm:presLayoutVars>
          <dgm:bulletEnabled val="1"/>
        </dgm:presLayoutVars>
      </dgm:prSet>
      <dgm:spPr/>
    </dgm:pt>
    <dgm:pt modelId="{67F33D00-25E1-4EB0-A07C-18F0FA0EB5CD}" type="pres">
      <dgm:prSet presAssocID="{D630317C-3182-4529-B71D-B1053A121576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5768D66F-A61A-425D-80B5-675F02E96F2B}" type="pres">
      <dgm:prSet presAssocID="{D630317C-3182-4529-B71D-B1053A121576}" presName="ConnectLine" presStyleLbl="dkBgShp" presStyleIdx="6" presStyleCnt="8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75050A4B-D411-4D20-8D3A-F36162EA4BED}" type="pres">
      <dgm:prSet presAssocID="{D630317C-3182-4529-B71D-B1053A121576}" presName="ConnectorPoint" presStyleCnt="0"/>
      <dgm:spPr/>
    </dgm:pt>
    <dgm:pt modelId="{278A4AD8-BD46-4417-B456-5F9673EAFF93}" type="pres">
      <dgm:prSet presAssocID="{D630317C-3182-4529-B71D-B1053A121576}" presName="Bullet" presStyleLbl="node1NoLn" presStyleIdx="4" presStyleCnt="6"/>
      <dgm:spPr/>
    </dgm:pt>
    <dgm:pt modelId="{FAC0DCE9-C649-4D07-A376-6B583403D08F}" type="pres">
      <dgm:prSet presAssocID="{D630317C-3182-4529-B71D-B1053A121576}" presName="EmptyPlaceHolder" presStyleCnt="0"/>
      <dgm:spPr/>
    </dgm:pt>
    <dgm:pt modelId="{D4E6D127-199B-4085-AFFF-DA2F1D4E7E00}" type="pres">
      <dgm:prSet presAssocID="{9D2CCC55-D044-4854-89BF-6397962A03F9}" presName="spaceBetweenRectangles" presStyleCnt="0"/>
      <dgm:spPr/>
    </dgm:pt>
    <dgm:pt modelId="{938F5670-82F5-44E7-95F2-F94FAC5EE3A5}" type="pres">
      <dgm:prSet presAssocID="{B8DE614C-DE08-4412-BA3A-194D1800D548}" presName="composite" presStyleCnt="0"/>
      <dgm:spPr/>
    </dgm:pt>
    <dgm:pt modelId="{7CB56061-9F1B-404B-96AF-16CD5F011CDF}" type="pres">
      <dgm:prSet presAssocID="{B8DE614C-DE08-4412-BA3A-194D1800D548}" presName="DropPinPlaceHolder" presStyleCnt="0"/>
      <dgm:spPr/>
    </dgm:pt>
    <dgm:pt modelId="{CAD5426B-86B6-44ED-B12F-D540B864091F}" type="pres">
      <dgm:prSet presAssocID="{B8DE614C-DE08-4412-BA3A-194D1800D548}" presName="DropPin" presStyleLbl="alignNode1" presStyleIdx="5" presStyleCnt="6"/>
      <dgm:spPr/>
    </dgm:pt>
    <dgm:pt modelId="{44847CB6-62F4-4414-8FAB-EB38C71B2E9C}" type="pres">
      <dgm:prSet presAssocID="{B8DE614C-DE08-4412-BA3A-194D1800D548}" presName="Ellipse" presStyleLbl="fgAcc1" presStyleIdx="5" presStyleCnt="6"/>
      <dgm:spPr/>
    </dgm:pt>
    <dgm:pt modelId="{2843139E-F31B-4C0A-A417-1239F0D70360}" type="pres">
      <dgm:prSet presAssocID="{B8DE614C-DE08-4412-BA3A-194D1800D548}" presName="L2TextContainer" presStyleLbl="revTx" presStyleIdx="10" presStyleCnt="12">
        <dgm:presLayoutVars>
          <dgm:bulletEnabled val="1"/>
        </dgm:presLayoutVars>
      </dgm:prSet>
      <dgm:spPr/>
    </dgm:pt>
    <dgm:pt modelId="{7657F337-14E6-489B-95BA-73125A86575C}" type="pres">
      <dgm:prSet presAssocID="{B8DE614C-DE08-4412-BA3A-194D1800D548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28D1EBA8-666E-495C-B718-5439B4394196}" type="pres">
      <dgm:prSet presAssocID="{B8DE614C-DE08-4412-BA3A-194D1800D548}" presName="ConnectLine" presStyleLbl="dkBgShp" presStyleIdx="7" presStyleCnt="8"/>
      <dgm:spPr>
        <a:solidFill>
          <a:srgbClr val="D8E4ED"/>
        </a:solidFill>
        <a:ln>
          <a:noFill/>
        </a:ln>
        <a:effectLst/>
      </dgm:spPr>
    </dgm:pt>
    <dgm:pt modelId="{9B27B642-46AD-480B-B76A-C21237DE18BB}" type="pres">
      <dgm:prSet presAssocID="{B8DE614C-DE08-4412-BA3A-194D1800D548}" presName="ConnectorPoint" presStyleCnt="0"/>
      <dgm:spPr/>
    </dgm:pt>
    <dgm:pt modelId="{787E3B4D-AF0D-438F-A759-F2F9C7F59F0A}" type="pres">
      <dgm:prSet presAssocID="{B8DE614C-DE08-4412-BA3A-194D1800D548}" presName="Bullet" presStyleLbl="node1NoLn" presStyleIdx="5" presStyleCnt="6"/>
      <dgm:spPr>
        <a:solidFill>
          <a:srgbClr val="D8E4ED"/>
        </a:solidFill>
      </dgm:spPr>
    </dgm:pt>
    <dgm:pt modelId="{E2A42E57-9B41-4CAD-A53D-671C2156048A}" type="pres">
      <dgm:prSet presAssocID="{B8DE614C-DE08-4412-BA3A-194D1800D548}" presName="EmptyPlaceHolder" presStyleCnt="0"/>
      <dgm:spPr/>
    </dgm:pt>
  </dgm:ptLst>
  <dgm:cxnLst>
    <dgm:cxn modelId="{1721DE07-3E1B-4A3A-A662-B9CFEF0D42DA}" type="presOf" srcId="{972620E9-0EC6-4CA2-9EDE-0645109BB72C}" destId="{7FAA9D91-AD8C-4AE1-A836-6F3095F3207D}" srcOrd="0" destOrd="0" presId="urn:microsoft.com/office/officeart/2024/layout/BulletTimeline#3"/>
    <dgm:cxn modelId="{90A2C917-3D37-472B-BE8A-86C642C5A8CF}" type="presOf" srcId="{47948F71-8668-40E2-9459-4CB6086AEF89}" destId="{D962F152-B501-42C2-BC5B-C89B7C9A80BC}" srcOrd="0" destOrd="1" presId="urn:microsoft.com/office/officeart/2024/layout/BulletTimeline#3"/>
    <dgm:cxn modelId="{7B29F81F-3577-44C3-8D80-496B241ED072}" srcId="{87269D04-CAA6-4827-B2BB-8C13D46B4E56}" destId="{2D21F14D-FE81-48B8-B2B5-52FEB2F0158F}" srcOrd="1" destOrd="0" parTransId="{9A81587A-590D-41E1-AFC9-DB7382195452}" sibTransId="{ED31B76B-FB06-4CAC-8CA3-A6BC22FC6334}"/>
    <dgm:cxn modelId="{CF6C9120-73D9-4EC2-A286-C5ACA77AB622}" type="presOf" srcId="{8D7EB712-7923-4B63-A7A2-D3044E4D1210}" destId="{364D245D-56A8-412A-92B5-36A6E1B4C721}" srcOrd="0" destOrd="2" presId="urn:microsoft.com/office/officeart/2024/layout/BulletTimeline#3"/>
    <dgm:cxn modelId="{6D240F30-902B-4CC2-9F55-DF646121D1DC}" type="presOf" srcId="{8ABFCA34-8CF3-478E-B531-07CF8F044242}" destId="{2843139E-F31B-4C0A-A417-1239F0D70360}" srcOrd="0" destOrd="2" presId="urn:microsoft.com/office/officeart/2024/layout/BulletTimeline#3"/>
    <dgm:cxn modelId="{A1054837-1A3B-43A6-926B-58906F0AE05A}" srcId="{325C3D45-7DD7-4D85-AA19-04F01BECA83A}" destId="{69E6B75D-25F7-4A3B-8E53-53B88D7B0B65}" srcOrd="1" destOrd="0" parTransId="{D094BAA7-3738-4DB8-8594-939744F581FF}" sibTransId="{828DF723-E1D9-411E-B0B8-6AE489E6C21B}"/>
    <dgm:cxn modelId="{7736E53A-901D-4D98-A4DE-39AB41D01583}" type="presOf" srcId="{55BC0DE7-4191-499E-A9D5-94DF85BF5D02}" destId="{B3E77A13-62E3-4E6E-BB4B-92EB35AA36B4}" srcOrd="0" destOrd="1" presId="urn:microsoft.com/office/officeart/2024/layout/BulletTimeline#3"/>
    <dgm:cxn modelId="{779EFE3E-E4C6-4EFF-BD2D-039B815E4B70}" srcId="{325C3D45-7DD7-4D85-AA19-04F01BECA83A}" destId="{A98EFE8B-54DE-4F2D-835C-DD68B0E98B33}" srcOrd="0" destOrd="0" parTransId="{0F3FDF35-23CB-460E-B33D-7DD5DCBEF02D}" sibTransId="{8884E93D-9E53-4AE5-913B-D147FAF379A3}"/>
    <dgm:cxn modelId="{CC1A1763-345A-4377-86CF-C4271D2A12FE}" type="presOf" srcId="{B8DE614C-DE08-4412-BA3A-194D1800D548}" destId="{7657F337-14E6-489B-95BA-73125A86575C}" srcOrd="0" destOrd="0" presId="urn:microsoft.com/office/officeart/2024/layout/BulletTimeline#3"/>
    <dgm:cxn modelId="{007AC064-C192-434D-A56C-D444F4214CB6}" type="presOf" srcId="{325C3D45-7DD7-4D85-AA19-04F01BECA83A}" destId="{D72908B8-B2B0-4395-94AD-F2CC7F7B69B4}" srcOrd="0" destOrd="0" presId="urn:microsoft.com/office/officeart/2024/layout/BulletTimeline#3"/>
    <dgm:cxn modelId="{7EB8A065-7588-45A7-9585-7892C3DB21A3}" srcId="{A4C4A535-9295-4D99-B650-AFADE2E52BFD}" destId="{6EDB2612-0321-445E-814F-EDE446407C14}" srcOrd="0" destOrd="0" parTransId="{3C621E0E-DA82-4EBC-A072-87DF6896E363}" sibTransId="{8A374FCB-499E-42C5-BFCB-665C3A09E7E5}"/>
    <dgm:cxn modelId="{90F0F465-67FF-4255-BCB4-40A744C9EB62}" type="presOf" srcId="{5BB2805B-35B9-4E4F-B25B-268CA6C7861E}" destId="{B3E77A13-62E3-4E6E-BB4B-92EB35AA36B4}" srcOrd="0" destOrd="2" presId="urn:microsoft.com/office/officeart/2024/layout/BulletTimeline#3"/>
    <dgm:cxn modelId="{E2B88666-2EAC-4958-BEA5-26CC0370351B}" srcId="{94A61018-CA4D-4ECB-BE38-02ECB21DE9FD}" destId="{B8DE614C-DE08-4412-BA3A-194D1800D548}" srcOrd="5" destOrd="0" parTransId="{D8192902-4820-4D33-8415-D81979264C21}" sibTransId="{68738268-A3C2-43AD-B33B-0C48B1F49E49}"/>
    <dgm:cxn modelId="{53CE8B46-3DFB-4473-B39B-1662EA52417E}" type="presOf" srcId="{47B101C0-D7A6-44B7-A302-3E19E28B1DB0}" destId="{DB814438-9972-4F2C-9C49-22B44DB2D78F}" srcOrd="0" destOrd="0" presId="urn:microsoft.com/office/officeart/2024/layout/BulletTimeline#3"/>
    <dgm:cxn modelId="{1CFB3D68-1DAC-449A-AA09-66F305F4E96C}" srcId="{47B101C0-D7A6-44B7-A302-3E19E28B1DB0}" destId="{5BB2805B-35B9-4E4F-B25B-268CA6C7861E}" srcOrd="2" destOrd="0" parTransId="{D53CB4ED-165F-4196-A05C-AD958ADC8504}" sibTransId="{D15898D6-4942-41B6-8D4C-258307064CE2}"/>
    <dgm:cxn modelId="{51D9976C-5A25-48CB-B56A-D0C2A66910D7}" srcId="{87269D04-CAA6-4827-B2BB-8C13D46B4E56}" destId="{8ABFCA34-8CF3-478E-B531-07CF8F044242}" srcOrd="0" destOrd="0" parTransId="{5133A1B6-9876-4AF9-990E-1276A89E09B5}" sibTransId="{263D600E-0B3F-4B76-90AC-0FA4A7940FE8}"/>
    <dgm:cxn modelId="{BA09934D-2BEC-4A61-ADB5-F8267967CE2D}" srcId="{972620E9-0EC6-4CA2-9EDE-0645109BB72C}" destId="{31F6F178-ADBB-4FC8-A9F7-0EBD1B156E92}" srcOrd="0" destOrd="0" parTransId="{86A0F34B-8DB2-4F9C-80A5-BF6514E3DD38}" sibTransId="{D91FB948-5715-45A3-8108-863C33EB826E}"/>
    <dgm:cxn modelId="{A2C6DF6D-DE61-4699-A3DA-C8232E9F9CC7}" type="presOf" srcId="{7424B9C4-BF13-43B9-BD10-11959D428369}" destId="{D962F152-B501-42C2-BC5B-C89B7C9A80BC}" srcOrd="0" destOrd="2" presId="urn:microsoft.com/office/officeart/2024/layout/BulletTimeline#3"/>
    <dgm:cxn modelId="{149C8B53-AAA9-4088-A32B-A07C5ECBE713}" type="presOf" srcId="{B20EA934-69AC-416B-91FA-A0241AC16433}" destId="{2843139E-F31B-4C0A-A417-1239F0D70360}" srcOrd="0" destOrd="0" presId="urn:microsoft.com/office/officeart/2024/layout/BulletTimeline#3"/>
    <dgm:cxn modelId="{86B34F75-14BC-4076-952B-CD1E99BBFE8C}" srcId="{D630317C-3182-4529-B71D-B1053A121576}" destId="{972620E9-0EC6-4CA2-9EDE-0645109BB72C}" srcOrd="0" destOrd="0" parTransId="{343545F6-8338-497F-8A6E-DFC57800D9D3}" sibTransId="{D5302EA2-BF26-411B-9BA8-D65EEE8AF500}"/>
    <dgm:cxn modelId="{7556D455-1EB5-4E04-8E83-5C46E0C82205}" type="presOf" srcId="{6EDB2612-0321-445E-814F-EDE446407C14}" destId="{D962F152-B501-42C2-BC5B-C89B7C9A80BC}" srcOrd="0" destOrd="0" presId="urn:microsoft.com/office/officeart/2024/layout/BulletTimeline#3"/>
    <dgm:cxn modelId="{F3310859-0F9F-4AED-A48C-7219D98E8C6B}" srcId="{94A61018-CA4D-4ECB-BE38-02ECB21DE9FD}" destId="{D630317C-3182-4529-B71D-B1053A121576}" srcOrd="4" destOrd="0" parTransId="{1C08903E-0D11-4FA0-96EC-BBA78CB2A534}" sibTransId="{9D2CCC55-D044-4854-89BF-6397962A03F9}"/>
    <dgm:cxn modelId="{3E9BCB7D-4485-4468-879F-BC2F0B8F59BA}" type="presOf" srcId="{94A61018-CA4D-4ECB-BE38-02ECB21DE9FD}" destId="{4881E003-8BB9-46EE-AAA5-DBCEE8B59102}" srcOrd="0" destOrd="0" presId="urn:microsoft.com/office/officeart/2024/layout/BulletTimeline#3"/>
    <dgm:cxn modelId="{DF333F88-5A36-4F05-B5D9-6C028255EF70}" type="presOf" srcId="{87269D04-CAA6-4827-B2BB-8C13D46B4E56}" destId="{2843139E-F31B-4C0A-A417-1239F0D70360}" srcOrd="0" destOrd="1" presId="urn:microsoft.com/office/officeart/2024/layout/BulletTimeline#3"/>
    <dgm:cxn modelId="{E814B389-13B7-480D-973B-E195368C35BC}" srcId="{B8DE614C-DE08-4412-BA3A-194D1800D548}" destId="{87269D04-CAA6-4827-B2BB-8C13D46B4E56}" srcOrd="1" destOrd="0" parTransId="{B9A4C972-CEFB-4277-82A1-B3275FD3F24B}" sibTransId="{D830FB47-3E73-4A8E-A925-C2981435F33A}"/>
    <dgm:cxn modelId="{9E0B5993-1B38-47F0-99BE-153025B854F1}" srcId="{325C3D45-7DD7-4D85-AA19-04F01BECA83A}" destId="{8D7EB712-7923-4B63-A7A2-D3044E4D1210}" srcOrd="2" destOrd="0" parTransId="{D5C6EC9F-9347-4AF0-B951-198A57B62992}" sibTransId="{ECFEEBDD-44A9-4596-91BA-E264FA731F48}"/>
    <dgm:cxn modelId="{744FC0A0-5BCB-4011-9A82-CB6CCA7423AC}" srcId="{47B101C0-D7A6-44B7-A302-3E19E28B1DB0}" destId="{55BC0DE7-4191-499E-A9D5-94DF85BF5D02}" srcOrd="1" destOrd="0" parTransId="{C9B0A81F-3C6B-4F3E-9910-94622FEC3639}" sibTransId="{FB6A1157-D5CC-4FF7-875F-A7BEDCBA4B05}"/>
    <dgm:cxn modelId="{B52999A5-0B47-4C01-BA21-127B0FF21BFF}" type="presOf" srcId="{D630317C-3182-4529-B71D-B1053A121576}" destId="{67F33D00-25E1-4EB0-A07C-18F0FA0EB5CD}" srcOrd="0" destOrd="0" presId="urn:microsoft.com/office/officeart/2024/layout/BulletTimeline#3"/>
    <dgm:cxn modelId="{84978FAB-5C4C-44D2-9C84-CCE0A87ADD82}" type="presOf" srcId="{9C260540-8E21-4506-8921-CD3BEA28D3C4}" destId="{AB6E5BA5-B1A4-4C59-ACA2-B17FD5287610}" srcOrd="0" destOrd="0" presId="urn:microsoft.com/office/officeart/2024/layout/BulletTimeline#3"/>
    <dgm:cxn modelId="{E03CFAB1-DFAF-4ED1-A444-AAA319418695}" type="presOf" srcId="{A98EFE8B-54DE-4F2D-835C-DD68B0E98B33}" destId="{364D245D-56A8-412A-92B5-36A6E1B4C721}" srcOrd="0" destOrd="0" presId="urn:microsoft.com/office/officeart/2024/layout/BulletTimeline#3"/>
    <dgm:cxn modelId="{F10872B2-7878-4009-9D37-0975390020FA}" srcId="{6EDB2612-0321-445E-814F-EDE446407C14}" destId="{7424B9C4-BF13-43B9-BD10-11959D428369}" srcOrd="1" destOrd="0" parTransId="{9148BD96-5263-4FFA-B0D8-32CDE2A9E6D8}" sibTransId="{B483AF6F-628E-4D12-9911-ECD359FC905D}"/>
    <dgm:cxn modelId="{DBD3B9B6-07DE-48AE-BC76-50DA09E7CA9B}" type="presOf" srcId="{69E6B75D-25F7-4A3B-8E53-53B88D7B0B65}" destId="{364D245D-56A8-412A-92B5-36A6E1B4C721}" srcOrd="0" destOrd="1" presId="urn:microsoft.com/office/officeart/2024/layout/BulletTimeline#3"/>
    <dgm:cxn modelId="{55A09DC9-7C92-4A3F-BD1C-45DFCA6E24AF}" srcId="{94A61018-CA4D-4ECB-BE38-02ECB21DE9FD}" destId="{47B101C0-D7A6-44B7-A302-3E19E28B1DB0}" srcOrd="1" destOrd="0" parTransId="{A42D8F38-1B11-440F-9802-EC272B6C10A7}" sibTransId="{A014EBB6-0941-4316-870A-E204FEA6D2EB}"/>
    <dgm:cxn modelId="{74C4D5C9-44E4-40C5-8061-40EF2593224E}" type="presOf" srcId="{A4C4A535-9295-4D99-B650-AFADE2E52BFD}" destId="{F0C55B20-7C42-4FE2-A31A-269B3534791E}" srcOrd="0" destOrd="0" presId="urn:microsoft.com/office/officeart/2024/layout/BulletTimeline#3"/>
    <dgm:cxn modelId="{A52C4DCD-09A9-4ECD-AE9D-7EBDE8C40169}" type="presOf" srcId="{DBBAFF38-CB39-44C9-8D8F-E65260B8DCBD}" destId="{B3E77A13-62E3-4E6E-BB4B-92EB35AA36B4}" srcOrd="0" destOrd="0" presId="urn:microsoft.com/office/officeart/2024/layout/BulletTimeline#3"/>
    <dgm:cxn modelId="{75AA7BCE-DFFE-42CF-A3BA-D5794A35CEF3}" srcId="{6EDB2612-0321-445E-814F-EDE446407C14}" destId="{47948F71-8668-40E2-9459-4CB6086AEF89}" srcOrd="0" destOrd="0" parTransId="{9B853F05-00AA-4023-9CEF-2A8885EECDA8}" sibTransId="{DB519478-9662-4545-8874-9ED9308FB2FF}"/>
    <dgm:cxn modelId="{4B5E93D2-4477-4276-A4C9-8BD8B86A5FF5}" srcId="{B8DE614C-DE08-4412-BA3A-194D1800D548}" destId="{B20EA934-69AC-416B-91FA-A0241AC16433}" srcOrd="0" destOrd="0" parTransId="{29E334DB-F0FB-45EE-9774-4A883BE6A296}" sibTransId="{5384C6B9-FD7D-4C65-8FDA-09BDDF51941D}"/>
    <dgm:cxn modelId="{96F364DB-6CE9-4767-8874-F82598828B9C}" srcId="{94A61018-CA4D-4ECB-BE38-02ECB21DE9FD}" destId="{9C260540-8E21-4506-8921-CD3BEA28D3C4}" srcOrd="3" destOrd="0" parTransId="{1F4474E2-0342-4294-8AFB-68AA0CF86A2B}" sibTransId="{B8C9ACA9-67E9-4D22-A9AB-3DB4A66CEEA2}"/>
    <dgm:cxn modelId="{380896E0-E1C9-4B07-AA9D-3734C0E68126}" type="presOf" srcId="{2D21F14D-FE81-48B8-B2B5-52FEB2F0158F}" destId="{2843139E-F31B-4C0A-A417-1239F0D70360}" srcOrd="0" destOrd="3" presId="urn:microsoft.com/office/officeart/2024/layout/BulletTimeline#3"/>
    <dgm:cxn modelId="{34C279E4-C42B-42FA-9F31-81C76E162CE6}" srcId="{47B101C0-D7A6-44B7-A302-3E19E28B1DB0}" destId="{DBBAFF38-CB39-44C9-8D8F-E65260B8DCBD}" srcOrd="0" destOrd="0" parTransId="{323D1EAE-6DB5-4D4E-8DE1-BB2D75DC616F}" sibTransId="{BB8643FB-F90C-4489-B3EA-2E4D63949A59}"/>
    <dgm:cxn modelId="{9D28A9F0-3BA8-4A30-895F-AB9E896DDA5F}" type="presOf" srcId="{31F6F178-ADBB-4FC8-A9F7-0EBD1B156E92}" destId="{7FAA9D91-AD8C-4AE1-A836-6F3095F3207D}" srcOrd="0" destOrd="1" presId="urn:microsoft.com/office/officeart/2024/layout/BulletTimeline#3"/>
    <dgm:cxn modelId="{CF5AF9F1-7A8D-44A7-8426-F52BA9FD68C9}" srcId="{94A61018-CA4D-4ECB-BE38-02ECB21DE9FD}" destId="{A4C4A535-9295-4D99-B650-AFADE2E52BFD}" srcOrd="2" destOrd="0" parTransId="{CB31476D-08FC-405F-9744-360E24ECC5F1}" sibTransId="{2445C25E-2F48-4C90-9B4F-1C5857B1AC51}"/>
    <dgm:cxn modelId="{17E866F8-E6A2-48AA-9F93-9D7D6F828B23}" srcId="{94A61018-CA4D-4ECB-BE38-02ECB21DE9FD}" destId="{325C3D45-7DD7-4D85-AA19-04F01BECA83A}" srcOrd="0" destOrd="0" parTransId="{00592838-9E1F-492F-884B-48E9728201C2}" sibTransId="{6BF0EA2C-7B4F-43BC-A709-A4232834E734}"/>
    <dgm:cxn modelId="{F20889DE-3F66-4CCF-BE9A-3D3A3610BA64}" type="presParOf" srcId="{4881E003-8BB9-46EE-AAA5-DBCEE8B59102}" destId="{A4911565-B179-434E-B37A-F0BE637A24E6}" srcOrd="0" destOrd="0" presId="urn:microsoft.com/office/officeart/2024/layout/BulletTimeline#3"/>
    <dgm:cxn modelId="{DE76395B-E6C5-49DA-97A0-E07405DF618B}" type="presParOf" srcId="{A4911565-B179-434E-B37A-F0BE637A24E6}" destId="{7BFA3828-8C27-4113-9864-04DF93893D3B}" srcOrd="0" destOrd="0" presId="urn:microsoft.com/office/officeart/2024/layout/BulletTimeline#3"/>
    <dgm:cxn modelId="{49D97EC1-01D6-4EF3-8A5B-913668FC6175}" type="presParOf" srcId="{A4911565-B179-434E-B37A-F0BE637A24E6}" destId="{193AC012-1A8E-4C17-AA95-6A7FCD10C1E2}" srcOrd="1" destOrd="0" presId="urn:microsoft.com/office/officeart/2024/layout/BulletTimeline#3"/>
    <dgm:cxn modelId="{D734E3C3-7992-4CAD-A959-B8FD2041E373}" type="presParOf" srcId="{4881E003-8BB9-46EE-AAA5-DBCEE8B59102}" destId="{1D9E635D-1B66-451A-9B17-6748F372996F}" srcOrd="1" destOrd="0" presId="urn:microsoft.com/office/officeart/2024/layout/BulletTimeline#3"/>
    <dgm:cxn modelId="{2E2E3C43-E5F8-4215-9B59-65E8BC1A3949}" type="presParOf" srcId="{1D9E635D-1B66-451A-9B17-6748F372996F}" destId="{028000E2-5DC1-4D07-8B5A-7469EABA18D4}" srcOrd="0" destOrd="0" presId="urn:microsoft.com/office/officeart/2024/layout/BulletTimeline#3"/>
    <dgm:cxn modelId="{9294359E-9BFE-4252-A7B8-1CAA8B899A9B}" type="presParOf" srcId="{028000E2-5DC1-4D07-8B5A-7469EABA18D4}" destId="{39818618-B3B3-436C-A281-7E758F83CCA8}" srcOrd="0" destOrd="0" presId="urn:microsoft.com/office/officeart/2024/layout/BulletTimeline#3"/>
    <dgm:cxn modelId="{49823AC5-E839-48A5-BFDF-7EE830FCE797}" type="presParOf" srcId="{39818618-B3B3-436C-A281-7E758F83CCA8}" destId="{05785B09-2820-46EB-8220-6E8838C2D78E}" srcOrd="0" destOrd="0" presId="urn:microsoft.com/office/officeart/2024/layout/BulletTimeline#3"/>
    <dgm:cxn modelId="{6EB6997D-57AE-4295-A2CA-012322328D7C}" type="presParOf" srcId="{39818618-B3B3-436C-A281-7E758F83CCA8}" destId="{228A0BE8-2AB7-45C2-8098-C5B2F994A73D}" srcOrd="1" destOrd="0" presId="urn:microsoft.com/office/officeart/2024/layout/BulletTimeline#3"/>
    <dgm:cxn modelId="{95A27A25-9510-4AB2-90AF-54A667B99728}" type="presParOf" srcId="{028000E2-5DC1-4D07-8B5A-7469EABA18D4}" destId="{364D245D-56A8-412A-92B5-36A6E1B4C721}" srcOrd="1" destOrd="0" presId="urn:microsoft.com/office/officeart/2024/layout/BulletTimeline#3"/>
    <dgm:cxn modelId="{835D9EFF-ED9B-4540-B4A0-8DEB180061A8}" type="presParOf" srcId="{028000E2-5DC1-4D07-8B5A-7469EABA18D4}" destId="{D72908B8-B2B0-4395-94AD-F2CC7F7B69B4}" srcOrd="2" destOrd="0" presId="urn:microsoft.com/office/officeart/2024/layout/BulletTimeline#3"/>
    <dgm:cxn modelId="{1B3A925F-E4EE-4B6B-B3CB-292E4AE8BD71}" type="presParOf" srcId="{028000E2-5DC1-4D07-8B5A-7469EABA18D4}" destId="{8A353176-EB83-4F9D-B012-7A5860FD9C74}" srcOrd="3" destOrd="0" presId="urn:microsoft.com/office/officeart/2024/layout/BulletTimeline#3"/>
    <dgm:cxn modelId="{FD8C4F8B-C3A8-43B5-B75F-8FF9430AB0A5}" type="presParOf" srcId="{028000E2-5DC1-4D07-8B5A-7469EABA18D4}" destId="{4E878901-0EE0-40D7-A208-30A58606E298}" srcOrd="4" destOrd="0" presId="urn:microsoft.com/office/officeart/2024/layout/BulletTimeline#3"/>
    <dgm:cxn modelId="{7CE57080-53D3-41BB-A934-11511BA26C70}" type="presParOf" srcId="{4E878901-0EE0-40D7-A208-30A58606E298}" destId="{EFDD3B85-CE32-427B-BA1A-CA584200E48F}" srcOrd="0" destOrd="0" presId="urn:microsoft.com/office/officeart/2024/layout/BulletTimeline#3"/>
    <dgm:cxn modelId="{D3CF291D-24D1-4321-9F30-C495195E02B6}" type="presParOf" srcId="{028000E2-5DC1-4D07-8B5A-7469EABA18D4}" destId="{DC9E70AF-CCB4-4A43-9918-335047D5A9B4}" srcOrd="5" destOrd="0" presId="urn:microsoft.com/office/officeart/2024/layout/BulletTimeline#3"/>
    <dgm:cxn modelId="{FDCBA5E4-736A-4468-9ADE-89F2CD1F97F5}" type="presParOf" srcId="{1D9E635D-1B66-451A-9B17-6748F372996F}" destId="{3E4CB009-C990-4F0C-9CD0-765EDE64827B}" srcOrd="1" destOrd="0" presId="urn:microsoft.com/office/officeart/2024/layout/BulletTimeline#3"/>
    <dgm:cxn modelId="{812A3181-1330-4FA4-86D8-A01242CC10FE}" type="presParOf" srcId="{1D9E635D-1B66-451A-9B17-6748F372996F}" destId="{4CEB471F-3B61-4F35-A822-2C9CB73BE0C8}" srcOrd="2" destOrd="0" presId="urn:microsoft.com/office/officeart/2024/layout/BulletTimeline#3"/>
    <dgm:cxn modelId="{248AB8D5-86F1-4B6B-B3D3-7B86C8F3638A}" type="presParOf" srcId="{4CEB471F-3B61-4F35-A822-2C9CB73BE0C8}" destId="{9A31E27B-C118-422F-8018-ED8D9B75B808}" srcOrd="0" destOrd="0" presId="urn:microsoft.com/office/officeart/2024/layout/BulletTimeline#3"/>
    <dgm:cxn modelId="{B6549CD1-BF5B-4DE0-9B87-2EC82BD6DE7B}" type="presParOf" srcId="{9A31E27B-C118-422F-8018-ED8D9B75B808}" destId="{4F3EEF5F-DCB7-4CE5-8ED2-94395A8A3DC7}" srcOrd="0" destOrd="0" presId="urn:microsoft.com/office/officeart/2024/layout/BulletTimeline#3"/>
    <dgm:cxn modelId="{20D08AC1-59E0-47A0-AC0D-DD0302311F69}" type="presParOf" srcId="{9A31E27B-C118-422F-8018-ED8D9B75B808}" destId="{199F5617-CD37-45FD-B085-5186026524C3}" srcOrd="1" destOrd="0" presId="urn:microsoft.com/office/officeart/2024/layout/BulletTimeline#3"/>
    <dgm:cxn modelId="{1F2E4447-5DF2-4F36-8BA0-AE145F547218}" type="presParOf" srcId="{4CEB471F-3B61-4F35-A822-2C9CB73BE0C8}" destId="{B3E77A13-62E3-4E6E-BB4B-92EB35AA36B4}" srcOrd="1" destOrd="0" presId="urn:microsoft.com/office/officeart/2024/layout/BulletTimeline#3"/>
    <dgm:cxn modelId="{C9C86420-7CEA-489F-BBF5-76844ABCF6E1}" type="presParOf" srcId="{4CEB471F-3B61-4F35-A822-2C9CB73BE0C8}" destId="{DB814438-9972-4F2C-9C49-22B44DB2D78F}" srcOrd="2" destOrd="0" presId="urn:microsoft.com/office/officeart/2024/layout/BulletTimeline#3"/>
    <dgm:cxn modelId="{B89F4FE9-65A1-41FC-A09F-8F867A50AE28}" type="presParOf" srcId="{4CEB471F-3B61-4F35-A822-2C9CB73BE0C8}" destId="{FBEC779D-8A84-4D66-BA6B-48BCCEE1226C}" srcOrd="3" destOrd="0" presId="urn:microsoft.com/office/officeart/2024/layout/BulletTimeline#3"/>
    <dgm:cxn modelId="{DB5BC34E-0118-4D4B-BE93-C18D40D55168}" type="presParOf" srcId="{4CEB471F-3B61-4F35-A822-2C9CB73BE0C8}" destId="{6573747C-1292-4B92-959B-1DF0254B41A3}" srcOrd="4" destOrd="0" presId="urn:microsoft.com/office/officeart/2024/layout/BulletTimeline#3"/>
    <dgm:cxn modelId="{27F5BA0F-4A35-4E62-9CD4-1AB7814C3FC4}" type="presParOf" srcId="{6573747C-1292-4B92-959B-1DF0254B41A3}" destId="{AE993CA5-A78C-42D4-8DB6-AD99C21DB82A}" srcOrd="0" destOrd="0" presId="urn:microsoft.com/office/officeart/2024/layout/BulletTimeline#3"/>
    <dgm:cxn modelId="{9710DBF1-FDD2-4382-88E3-04B01264DCA8}" type="presParOf" srcId="{4CEB471F-3B61-4F35-A822-2C9CB73BE0C8}" destId="{C1D6CCEE-FCED-489D-83E1-605B2291EA0C}" srcOrd="5" destOrd="0" presId="urn:microsoft.com/office/officeart/2024/layout/BulletTimeline#3"/>
    <dgm:cxn modelId="{07167813-6D12-468C-989A-498F7F683E06}" type="presParOf" srcId="{1D9E635D-1B66-451A-9B17-6748F372996F}" destId="{B22A6F53-72B2-4750-B789-3E4B6077BFBC}" srcOrd="3" destOrd="0" presId="urn:microsoft.com/office/officeart/2024/layout/BulletTimeline#3"/>
    <dgm:cxn modelId="{925A7D5E-A632-4F62-9222-22E31018D85D}" type="presParOf" srcId="{1D9E635D-1B66-451A-9B17-6748F372996F}" destId="{0C3E1566-761C-4E11-9238-3005C2862EE1}" srcOrd="4" destOrd="0" presId="urn:microsoft.com/office/officeart/2024/layout/BulletTimeline#3"/>
    <dgm:cxn modelId="{7D0EB6DB-265C-4C7C-B758-1167632FE46E}" type="presParOf" srcId="{0C3E1566-761C-4E11-9238-3005C2862EE1}" destId="{172433E6-52EF-45A0-9501-6EADA76C340A}" srcOrd="0" destOrd="0" presId="urn:microsoft.com/office/officeart/2024/layout/BulletTimeline#3"/>
    <dgm:cxn modelId="{FF2F3861-8958-4F19-AAF1-9AE885F0CB70}" type="presParOf" srcId="{172433E6-52EF-45A0-9501-6EADA76C340A}" destId="{54EA2C4C-99AB-4203-A135-600A9D03C3D0}" srcOrd="0" destOrd="0" presId="urn:microsoft.com/office/officeart/2024/layout/BulletTimeline#3"/>
    <dgm:cxn modelId="{36FB062E-D519-4F50-9751-AE8FB546E842}" type="presParOf" srcId="{172433E6-52EF-45A0-9501-6EADA76C340A}" destId="{43DF6A0C-7413-409D-95F4-F50800011928}" srcOrd="1" destOrd="0" presId="urn:microsoft.com/office/officeart/2024/layout/BulletTimeline#3"/>
    <dgm:cxn modelId="{4D408E6E-E230-413F-914F-3955ACC85030}" type="presParOf" srcId="{0C3E1566-761C-4E11-9238-3005C2862EE1}" destId="{D962F152-B501-42C2-BC5B-C89B7C9A80BC}" srcOrd="1" destOrd="0" presId="urn:microsoft.com/office/officeart/2024/layout/BulletTimeline#3"/>
    <dgm:cxn modelId="{FBAE29EC-9301-4664-AD41-139AEA76008F}" type="presParOf" srcId="{0C3E1566-761C-4E11-9238-3005C2862EE1}" destId="{F0C55B20-7C42-4FE2-A31A-269B3534791E}" srcOrd="2" destOrd="0" presId="urn:microsoft.com/office/officeart/2024/layout/BulletTimeline#3"/>
    <dgm:cxn modelId="{9CB42FC2-FF91-4353-BE2A-5803BDCACE47}" type="presParOf" srcId="{0C3E1566-761C-4E11-9238-3005C2862EE1}" destId="{A10792D3-8EA7-41E2-BA36-7F86E996064A}" srcOrd="3" destOrd="0" presId="urn:microsoft.com/office/officeart/2024/layout/BulletTimeline#3"/>
    <dgm:cxn modelId="{FE081504-270C-4D24-BA48-926C92E5CBB5}" type="presParOf" srcId="{0C3E1566-761C-4E11-9238-3005C2862EE1}" destId="{F4083A6B-1AB2-4E23-AB34-3A92FCDE30FF}" srcOrd="4" destOrd="0" presId="urn:microsoft.com/office/officeart/2024/layout/BulletTimeline#3"/>
    <dgm:cxn modelId="{35910A7D-5296-4F33-BA4A-AD409E694B79}" type="presParOf" srcId="{F4083A6B-1AB2-4E23-AB34-3A92FCDE30FF}" destId="{02121104-DC2C-4BE9-B7A1-6C7F90D18C6F}" srcOrd="0" destOrd="0" presId="urn:microsoft.com/office/officeart/2024/layout/BulletTimeline#3"/>
    <dgm:cxn modelId="{A9EEAAC5-0430-46BA-91AA-910A69C4274D}" type="presParOf" srcId="{0C3E1566-761C-4E11-9238-3005C2862EE1}" destId="{412BD001-5D2A-4313-AEBF-A7E0F319C6DF}" srcOrd="5" destOrd="0" presId="urn:microsoft.com/office/officeart/2024/layout/BulletTimeline#3"/>
    <dgm:cxn modelId="{B39DED63-B3EC-47A5-AC30-B7CF0BD54090}" type="presParOf" srcId="{1D9E635D-1B66-451A-9B17-6748F372996F}" destId="{A2C00D2D-11C5-428E-8155-012B90E0A7A8}" srcOrd="5" destOrd="0" presId="urn:microsoft.com/office/officeart/2024/layout/BulletTimeline#3"/>
    <dgm:cxn modelId="{CCF81720-4BF3-4663-A9B6-962C55843EDC}" type="presParOf" srcId="{1D9E635D-1B66-451A-9B17-6748F372996F}" destId="{CD81FD51-CD2C-4FB0-A5F4-2F0BD5A5F061}" srcOrd="6" destOrd="0" presId="urn:microsoft.com/office/officeart/2024/layout/BulletTimeline#3"/>
    <dgm:cxn modelId="{83DA25FC-36AA-4A5E-954D-E94A935AF4C0}" type="presParOf" srcId="{CD81FD51-CD2C-4FB0-A5F4-2F0BD5A5F061}" destId="{714FCB18-4BEB-421B-AF04-645B14D1C8C7}" srcOrd="0" destOrd="0" presId="urn:microsoft.com/office/officeart/2024/layout/BulletTimeline#3"/>
    <dgm:cxn modelId="{053D39EB-6F25-404B-A9F4-C7BDC87B27A7}" type="presParOf" srcId="{714FCB18-4BEB-421B-AF04-645B14D1C8C7}" destId="{3D471F2C-5977-4890-9872-25ABF532F3A7}" srcOrd="0" destOrd="0" presId="urn:microsoft.com/office/officeart/2024/layout/BulletTimeline#3"/>
    <dgm:cxn modelId="{33E80352-5892-4CFA-A545-32852910132A}" type="presParOf" srcId="{714FCB18-4BEB-421B-AF04-645B14D1C8C7}" destId="{39CE5544-E6E5-488A-95C1-8A38C2FCC5AA}" srcOrd="1" destOrd="0" presId="urn:microsoft.com/office/officeart/2024/layout/BulletTimeline#3"/>
    <dgm:cxn modelId="{AD1DA691-701F-4963-BBF6-DEA558FEE36A}" type="presParOf" srcId="{CD81FD51-CD2C-4FB0-A5F4-2F0BD5A5F061}" destId="{A6D59BC2-97F6-4026-ADA1-7D9B24029C60}" srcOrd="1" destOrd="0" presId="urn:microsoft.com/office/officeart/2024/layout/BulletTimeline#3"/>
    <dgm:cxn modelId="{80C92DF3-3773-4112-AA42-6E7455A41682}" type="presParOf" srcId="{CD81FD51-CD2C-4FB0-A5F4-2F0BD5A5F061}" destId="{AB6E5BA5-B1A4-4C59-ACA2-B17FD5287610}" srcOrd="2" destOrd="0" presId="urn:microsoft.com/office/officeart/2024/layout/BulletTimeline#3"/>
    <dgm:cxn modelId="{FF3FE44D-56AD-480C-90E1-92D4A634EBB2}" type="presParOf" srcId="{CD81FD51-CD2C-4FB0-A5F4-2F0BD5A5F061}" destId="{F9DEB8E3-A079-4D65-9131-97CE947431BF}" srcOrd="3" destOrd="0" presId="urn:microsoft.com/office/officeart/2024/layout/BulletTimeline#3"/>
    <dgm:cxn modelId="{9EAF37A7-C892-4B8A-9AEC-39E30D5EC6B2}" type="presParOf" srcId="{CD81FD51-CD2C-4FB0-A5F4-2F0BD5A5F061}" destId="{18B8F644-4C3F-4DDE-AB73-AAB49B91F7B2}" srcOrd="4" destOrd="0" presId="urn:microsoft.com/office/officeart/2024/layout/BulletTimeline#3"/>
    <dgm:cxn modelId="{83EF3455-58B2-4F07-BBB8-2BEBF2107E59}" type="presParOf" srcId="{18B8F644-4C3F-4DDE-AB73-AAB49B91F7B2}" destId="{442856D6-F882-4CB5-A688-756170B2B188}" srcOrd="0" destOrd="0" presId="urn:microsoft.com/office/officeart/2024/layout/BulletTimeline#3"/>
    <dgm:cxn modelId="{248E0B3E-62E2-4C3E-B8D2-E8E2FAB3010F}" type="presParOf" srcId="{CD81FD51-CD2C-4FB0-A5F4-2F0BD5A5F061}" destId="{B1FECBCE-1D3D-486E-80BB-CD827FB46C01}" srcOrd="5" destOrd="0" presId="urn:microsoft.com/office/officeart/2024/layout/BulletTimeline#3"/>
    <dgm:cxn modelId="{F1E4704C-C587-4DD2-AE05-C7BA4AC98BD3}" type="presParOf" srcId="{1D9E635D-1B66-451A-9B17-6748F372996F}" destId="{B2A53377-DA1A-4659-ABB8-9EA7DCC07581}" srcOrd="7" destOrd="0" presId="urn:microsoft.com/office/officeart/2024/layout/BulletTimeline#3"/>
    <dgm:cxn modelId="{F18F5E7A-613D-4055-AB4F-D0E82B486CCE}" type="presParOf" srcId="{1D9E635D-1B66-451A-9B17-6748F372996F}" destId="{0DD98634-C622-45FA-9D65-D8BB4E4D189F}" srcOrd="8" destOrd="0" presId="urn:microsoft.com/office/officeart/2024/layout/BulletTimeline#3"/>
    <dgm:cxn modelId="{6AE54EFA-179D-4D87-9502-9EAC648FA1A9}" type="presParOf" srcId="{0DD98634-C622-45FA-9D65-D8BB4E4D189F}" destId="{7A96C702-CD5F-4980-B8DD-AF0D06886303}" srcOrd="0" destOrd="0" presId="urn:microsoft.com/office/officeart/2024/layout/BulletTimeline#3"/>
    <dgm:cxn modelId="{49C6DC90-9C54-4EB8-8840-107EDE0EDFA1}" type="presParOf" srcId="{7A96C702-CD5F-4980-B8DD-AF0D06886303}" destId="{A42F8A3F-F729-4037-8ED5-6B55A9CC0C35}" srcOrd="0" destOrd="0" presId="urn:microsoft.com/office/officeart/2024/layout/BulletTimeline#3"/>
    <dgm:cxn modelId="{9D05ECE4-0693-4360-9DE8-2E1D452754A8}" type="presParOf" srcId="{7A96C702-CD5F-4980-B8DD-AF0D06886303}" destId="{2D5038F8-F98B-42D0-9B5E-3499D471EA19}" srcOrd="1" destOrd="0" presId="urn:microsoft.com/office/officeart/2024/layout/BulletTimeline#3"/>
    <dgm:cxn modelId="{C62AC175-D771-4FBA-AE42-B30DF28C5979}" type="presParOf" srcId="{0DD98634-C622-45FA-9D65-D8BB4E4D189F}" destId="{7FAA9D91-AD8C-4AE1-A836-6F3095F3207D}" srcOrd="1" destOrd="0" presId="urn:microsoft.com/office/officeart/2024/layout/BulletTimeline#3"/>
    <dgm:cxn modelId="{DEAA118D-7839-496B-AB87-825B6F6C0BE5}" type="presParOf" srcId="{0DD98634-C622-45FA-9D65-D8BB4E4D189F}" destId="{67F33D00-25E1-4EB0-A07C-18F0FA0EB5CD}" srcOrd="2" destOrd="0" presId="urn:microsoft.com/office/officeart/2024/layout/BulletTimeline#3"/>
    <dgm:cxn modelId="{C05040B8-1673-4ED6-86D7-49124B5B751B}" type="presParOf" srcId="{0DD98634-C622-45FA-9D65-D8BB4E4D189F}" destId="{5768D66F-A61A-425D-80B5-675F02E96F2B}" srcOrd="3" destOrd="0" presId="urn:microsoft.com/office/officeart/2024/layout/BulletTimeline#3"/>
    <dgm:cxn modelId="{72F3AB3F-05D4-4B06-893D-090592117297}" type="presParOf" srcId="{0DD98634-C622-45FA-9D65-D8BB4E4D189F}" destId="{75050A4B-D411-4D20-8D3A-F36162EA4BED}" srcOrd="4" destOrd="0" presId="urn:microsoft.com/office/officeart/2024/layout/BulletTimeline#3"/>
    <dgm:cxn modelId="{3D638428-5400-4576-8BD2-CC8B0EE03060}" type="presParOf" srcId="{75050A4B-D411-4D20-8D3A-F36162EA4BED}" destId="{278A4AD8-BD46-4417-B456-5F9673EAFF93}" srcOrd="0" destOrd="0" presId="urn:microsoft.com/office/officeart/2024/layout/BulletTimeline#3"/>
    <dgm:cxn modelId="{402FA94C-920D-41B1-921F-8931866D8A38}" type="presParOf" srcId="{0DD98634-C622-45FA-9D65-D8BB4E4D189F}" destId="{FAC0DCE9-C649-4D07-A376-6B583403D08F}" srcOrd="5" destOrd="0" presId="urn:microsoft.com/office/officeart/2024/layout/BulletTimeline#3"/>
    <dgm:cxn modelId="{C0EB129D-04C2-4437-8F73-486DF335A825}" type="presParOf" srcId="{1D9E635D-1B66-451A-9B17-6748F372996F}" destId="{D4E6D127-199B-4085-AFFF-DA2F1D4E7E00}" srcOrd="9" destOrd="0" presId="urn:microsoft.com/office/officeart/2024/layout/BulletTimeline#3"/>
    <dgm:cxn modelId="{BAAAF8D1-03DC-4F78-A0F8-8393D42BE20E}" type="presParOf" srcId="{1D9E635D-1B66-451A-9B17-6748F372996F}" destId="{938F5670-82F5-44E7-95F2-F94FAC5EE3A5}" srcOrd="10" destOrd="0" presId="urn:microsoft.com/office/officeart/2024/layout/BulletTimeline#3"/>
    <dgm:cxn modelId="{CBD21412-246D-40CE-8BF5-034FADFDC504}" type="presParOf" srcId="{938F5670-82F5-44E7-95F2-F94FAC5EE3A5}" destId="{7CB56061-9F1B-404B-96AF-16CD5F011CDF}" srcOrd="0" destOrd="0" presId="urn:microsoft.com/office/officeart/2024/layout/BulletTimeline#3"/>
    <dgm:cxn modelId="{CC694836-5792-4595-A432-FACEFCECD9B8}" type="presParOf" srcId="{7CB56061-9F1B-404B-96AF-16CD5F011CDF}" destId="{CAD5426B-86B6-44ED-B12F-D540B864091F}" srcOrd="0" destOrd="0" presId="urn:microsoft.com/office/officeart/2024/layout/BulletTimeline#3"/>
    <dgm:cxn modelId="{50A48806-2420-47A9-BCFD-23B783449C0C}" type="presParOf" srcId="{7CB56061-9F1B-404B-96AF-16CD5F011CDF}" destId="{44847CB6-62F4-4414-8FAB-EB38C71B2E9C}" srcOrd="1" destOrd="0" presId="urn:microsoft.com/office/officeart/2024/layout/BulletTimeline#3"/>
    <dgm:cxn modelId="{306DDBFB-3C18-4C58-A260-502EB4E97914}" type="presParOf" srcId="{938F5670-82F5-44E7-95F2-F94FAC5EE3A5}" destId="{2843139E-F31B-4C0A-A417-1239F0D70360}" srcOrd="1" destOrd="0" presId="urn:microsoft.com/office/officeart/2024/layout/BulletTimeline#3"/>
    <dgm:cxn modelId="{3BC12C59-F98C-4103-9DA7-6649AA13C1C6}" type="presParOf" srcId="{938F5670-82F5-44E7-95F2-F94FAC5EE3A5}" destId="{7657F337-14E6-489B-95BA-73125A86575C}" srcOrd="2" destOrd="0" presId="urn:microsoft.com/office/officeart/2024/layout/BulletTimeline#3"/>
    <dgm:cxn modelId="{5CC50030-8FE9-4F54-BAF8-4847BC9F19D1}" type="presParOf" srcId="{938F5670-82F5-44E7-95F2-F94FAC5EE3A5}" destId="{28D1EBA8-666E-495C-B718-5439B4394196}" srcOrd="3" destOrd="0" presId="urn:microsoft.com/office/officeart/2024/layout/BulletTimeline#3"/>
    <dgm:cxn modelId="{83234B82-0A3E-4081-B015-41015CA532FD}" type="presParOf" srcId="{938F5670-82F5-44E7-95F2-F94FAC5EE3A5}" destId="{9B27B642-46AD-480B-B76A-C21237DE18BB}" srcOrd="4" destOrd="0" presId="urn:microsoft.com/office/officeart/2024/layout/BulletTimeline#3"/>
    <dgm:cxn modelId="{5B7614A8-7E37-4BAF-8484-A3B03D5B0048}" type="presParOf" srcId="{9B27B642-46AD-480B-B76A-C21237DE18BB}" destId="{787E3B4D-AF0D-438F-A759-F2F9C7F59F0A}" srcOrd="0" destOrd="0" presId="urn:microsoft.com/office/officeart/2024/layout/BulletTimeline#3"/>
    <dgm:cxn modelId="{A5E4242F-16A1-419C-BA20-AC925DE4F9B1}" type="presParOf" srcId="{938F5670-82F5-44E7-95F2-F94FAC5EE3A5}" destId="{E2A42E57-9B41-4CAD-A53D-671C2156048A}" srcOrd="5" destOrd="0" presId="urn:microsoft.com/office/officeart/2024/layout/BulletTimeline#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FA3828-8C27-4113-9864-04DF93893D3B}">
      <dsp:nvSpPr>
        <dsp:cNvPr id="0" name=""/>
        <dsp:cNvSpPr/>
      </dsp:nvSpPr>
      <dsp:spPr>
        <a:xfrm>
          <a:off x="0" y="2028613"/>
          <a:ext cx="8570085" cy="40640"/>
        </a:xfrm>
        <a:prstGeom prst="rect">
          <a:avLst/>
        </a:prstGeom>
        <a:solidFill>
          <a:srgbClr val="1B3A6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3AC012-1A8E-4C17-AA95-6A7FCD10C1E2}">
      <dsp:nvSpPr>
        <dsp:cNvPr id="0" name=""/>
        <dsp:cNvSpPr/>
      </dsp:nvSpPr>
      <dsp:spPr>
        <a:xfrm>
          <a:off x="8360664" y="1869440"/>
          <a:ext cx="243840" cy="325120"/>
        </a:xfrm>
        <a:prstGeom prst="chevron">
          <a:avLst>
            <a:gd name="adj" fmla="val 75000"/>
          </a:avLst>
        </a:prstGeom>
        <a:solidFill>
          <a:srgbClr val="1B3A6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4D245D-56A8-412A-92B5-36A6E1B4C721}">
      <dsp:nvSpPr>
        <dsp:cNvPr id="0" name=""/>
        <dsp:cNvSpPr/>
      </dsp:nvSpPr>
      <dsp:spPr>
        <a:xfrm>
          <a:off x="500444" y="926592"/>
          <a:ext cx="1958435" cy="942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CU Flight Ops Communication 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Raw IF Capture with Current Antenna 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Order Antenna’s + Any Additional Hardware</a:t>
          </a:r>
        </a:p>
      </dsp:txBody>
      <dsp:txXfrm>
        <a:off x="500444" y="926592"/>
        <a:ext cx="1958435" cy="942847"/>
      </dsp:txXfrm>
    </dsp:sp>
    <dsp:sp modelId="{D72908B8-B2B0-4395-94AD-F2CC7F7B69B4}">
      <dsp:nvSpPr>
        <dsp:cNvPr id="0" name=""/>
        <dsp:cNvSpPr/>
      </dsp:nvSpPr>
      <dsp:spPr>
        <a:xfrm>
          <a:off x="500444" y="438911"/>
          <a:ext cx="1958435" cy="487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kern="1200"/>
            <a:t>September</a:t>
          </a:r>
        </a:p>
      </dsp:txBody>
      <dsp:txXfrm>
        <a:off x="500444" y="438911"/>
        <a:ext cx="1958435" cy="487680"/>
      </dsp:txXfrm>
    </dsp:sp>
    <dsp:sp modelId="{8A353176-EB83-4F9D-B012-7A5860FD9C74}">
      <dsp:nvSpPr>
        <dsp:cNvPr id="0" name=""/>
        <dsp:cNvSpPr/>
      </dsp:nvSpPr>
      <dsp:spPr>
        <a:xfrm>
          <a:off x="235141" y="406399"/>
          <a:ext cx="31212" cy="1625600"/>
        </a:xfrm>
        <a:prstGeom prst="rect">
          <a:avLst/>
        </a:prstGeom>
        <a:solidFill>
          <a:srgbClr val="D8E4E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E77A13-62E3-4E6E-BB4B-92EB35AA36B4}">
      <dsp:nvSpPr>
        <dsp:cNvPr id="0" name=""/>
        <dsp:cNvSpPr/>
      </dsp:nvSpPr>
      <dsp:spPr>
        <a:xfrm>
          <a:off x="1729358" y="2861056"/>
          <a:ext cx="1958435" cy="764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FAA Waiver 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Non-Science Flight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Sky and Reflected IF data capture </a:t>
          </a:r>
          <a:br>
            <a:rPr lang="en-US" sz="900" kern="1200"/>
          </a:br>
          <a:r>
            <a:rPr lang="en-US" sz="900" kern="1200"/>
            <a:t>(ground test)</a:t>
          </a:r>
        </a:p>
      </dsp:txBody>
      <dsp:txXfrm>
        <a:off x="1729358" y="2861056"/>
        <a:ext cx="1958435" cy="764031"/>
      </dsp:txXfrm>
    </dsp:sp>
    <dsp:sp modelId="{DB814438-9972-4F2C-9C49-22B44DB2D78F}">
      <dsp:nvSpPr>
        <dsp:cNvPr id="0" name=""/>
        <dsp:cNvSpPr/>
      </dsp:nvSpPr>
      <dsp:spPr>
        <a:xfrm>
          <a:off x="1729358" y="2357120"/>
          <a:ext cx="1958435" cy="503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kern="1200"/>
            <a:t>October</a:t>
          </a:r>
        </a:p>
      </dsp:txBody>
      <dsp:txXfrm>
        <a:off x="1729358" y="2357120"/>
        <a:ext cx="1958435" cy="503936"/>
      </dsp:txXfrm>
    </dsp:sp>
    <dsp:sp modelId="{FBEC779D-8A84-4D66-BA6B-48BCCEE1226C}">
      <dsp:nvSpPr>
        <dsp:cNvPr id="0" name=""/>
        <dsp:cNvSpPr/>
      </dsp:nvSpPr>
      <dsp:spPr>
        <a:xfrm>
          <a:off x="1464055" y="2032000"/>
          <a:ext cx="31212" cy="1625600"/>
        </a:xfrm>
        <a:prstGeom prst="rect">
          <a:avLst/>
        </a:prstGeom>
        <a:solidFill>
          <a:srgbClr val="D8E4E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D3B85-CE32-427B-BA1A-CA584200E48F}">
      <dsp:nvSpPr>
        <dsp:cNvPr id="0" name=""/>
        <dsp:cNvSpPr/>
      </dsp:nvSpPr>
      <dsp:spPr>
        <a:xfrm>
          <a:off x="169595" y="1950848"/>
          <a:ext cx="162302" cy="162302"/>
        </a:xfrm>
        <a:prstGeom prst="ellipse">
          <a:avLst/>
        </a:prstGeom>
        <a:solidFill>
          <a:srgbClr val="D8E4ED"/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993CA5-A78C-42D4-8DB6-AD99C21DB82A}">
      <dsp:nvSpPr>
        <dsp:cNvPr id="0" name=""/>
        <dsp:cNvSpPr/>
      </dsp:nvSpPr>
      <dsp:spPr>
        <a:xfrm>
          <a:off x="1398510" y="1950848"/>
          <a:ext cx="162302" cy="162302"/>
        </a:xfrm>
        <a:prstGeom prst="ellipse">
          <a:avLst/>
        </a:prstGeom>
        <a:solidFill>
          <a:srgbClr val="D8E4ED"/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2F152-B501-42C2-BC5B-C89B7C9A80BC}">
      <dsp:nvSpPr>
        <dsp:cNvPr id="0" name=""/>
        <dsp:cNvSpPr/>
      </dsp:nvSpPr>
      <dsp:spPr>
        <a:xfrm>
          <a:off x="2958273" y="926592"/>
          <a:ext cx="1958435" cy="942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System Integration Flight 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Fly UAV with science payload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Demonstrate Flight Planning Software</a:t>
          </a:r>
        </a:p>
      </dsp:txBody>
      <dsp:txXfrm>
        <a:off x="2958273" y="926592"/>
        <a:ext cx="1958435" cy="942847"/>
      </dsp:txXfrm>
    </dsp:sp>
    <dsp:sp modelId="{F0C55B20-7C42-4FE2-A31A-269B3534791E}">
      <dsp:nvSpPr>
        <dsp:cNvPr id="0" name=""/>
        <dsp:cNvSpPr/>
      </dsp:nvSpPr>
      <dsp:spPr>
        <a:xfrm>
          <a:off x="2958273" y="438911"/>
          <a:ext cx="1958435" cy="487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kern="1200"/>
            <a:t>November</a:t>
          </a:r>
        </a:p>
      </dsp:txBody>
      <dsp:txXfrm>
        <a:off x="2958273" y="438911"/>
        <a:ext cx="1958435" cy="487680"/>
      </dsp:txXfrm>
    </dsp:sp>
    <dsp:sp modelId="{A10792D3-8EA7-41E2-BA36-7F86E996064A}">
      <dsp:nvSpPr>
        <dsp:cNvPr id="0" name=""/>
        <dsp:cNvSpPr/>
      </dsp:nvSpPr>
      <dsp:spPr>
        <a:xfrm>
          <a:off x="2692970" y="406399"/>
          <a:ext cx="31212" cy="1625600"/>
        </a:xfrm>
        <a:prstGeom prst="rect">
          <a:avLst/>
        </a:prstGeom>
        <a:solidFill>
          <a:srgbClr val="D8E4E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D59BC2-97F6-4026-ADA1-7D9B24029C60}">
      <dsp:nvSpPr>
        <dsp:cNvPr id="0" name=""/>
        <dsp:cNvSpPr/>
      </dsp:nvSpPr>
      <dsp:spPr>
        <a:xfrm>
          <a:off x="4187188" y="2861056"/>
          <a:ext cx="1958435" cy="764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6E5BA5-B1A4-4C59-ACA2-B17FD5287610}">
      <dsp:nvSpPr>
        <dsp:cNvPr id="0" name=""/>
        <dsp:cNvSpPr/>
      </dsp:nvSpPr>
      <dsp:spPr>
        <a:xfrm>
          <a:off x="4187188" y="2357120"/>
          <a:ext cx="1958435" cy="503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kern="1200"/>
            <a:t>End of Semester 1</a:t>
          </a:r>
        </a:p>
      </dsp:txBody>
      <dsp:txXfrm>
        <a:off x="4187188" y="2357120"/>
        <a:ext cx="1958435" cy="503936"/>
      </dsp:txXfrm>
    </dsp:sp>
    <dsp:sp modelId="{F9DEB8E3-A079-4D65-9131-97CE947431BF}">
      <dsp:nvSpPr>
        <dsp:cNvPr id="0" name=""/>
        <dsp:cNvSpPr/>
      </dsp:nvSpPr>
      <dsp:spPr>
        <a:xfrm>
          <a:off x="3921885" y="2032000"/>
          <a:ext cx="31212" cy="1625600"/>
        </a:xfrm>
        <a:prstGeom prst="rect">
          <a:avLst/>
        </a:prstGeom>
        <a:solidFill>
          <a:srgbClr val="D8E4E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121104-DC2C-4BE9-B7A1-6C7F90D18C6F}">
      <dsp:nvSpPr>
        <dsp:cNvPr id="0" name=""/>
        <dsp:cNvSpPr/>
      </dsp:nvSpPr>
      <dsp:spPr>
        <a:xfrm>
          <a:off x="2627425" y="1950848"/>
          <a:ext cx="162302" cy="162302"/>
        </a:xfrm>
        <a:prstGeom prst="ellipse">
          <a:avLst/>
        </a:prstGeom>
        <a:solidFill>
          <a:srgbClr val="D8E4ED"/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856D6-F882-4CB5-A688-756170B2B188}">
      <dsp:nvSpPr>
        <dsp:cNvPr id="0" name=""/>
        <dsp:cNvSpPr/>
      </dsp:nvSpPr>
      <dsp:spPr>
        <a:xfrm>
          <a:off x="3856340" y="1950848"/>
          <a:ext cx="162302" cy="162302"/>
        </a:xfrm>
        <a:prstGeom prst="ellipse">
          <a:avLst/>
        </a:prstGeom>
        <a:solidFill>
          <a:srgbClr val="D8E4ED"/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AA9D91-AD8C-4AE1-A836-6F3095F3207D}">
      <dsp:nvSpPr>
        <dsp:cNvPr id="0" name=""/>
        <dsp:cNvSpPr/>
      </dsp:nvSpPr>
      <dsp:spPr>
        <a:xfrm>
          <a:off x="5416103" y="926592"/>
          <a:ext cx="1958435" cy="942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Flight Test w/ Reflection Data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Reflection Off Inland Water Body (IWB)</a:t>
          </a:r>
        </a:p>
      </dsp:txBody>
      <dsp:txXfrm>
        <a:off x="5416103" y="926592"/>
        <a:ext cx="1958435" cy="942847"/>
      </dsp:txXfrm>
    </dsp:sp>
    <dsp:sp modelId="{67F33D00-25E1-4EB0-A07C-18F0FA0EB5CD}">
      <dsp:nvSpPr>
        <dsp:cNvPr id="0" name=""/>
        <dsp:cNvSpPr/>
      </dsp:nvSpPr>
      <dsp:spPr>
        <a:xfrm>
          <a:off x="5416103" y="438911"/>
          <a:ext cx="1958435" cy="487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kern="1200"/>
            <a:t>February</a:t>
          </a:r>
        </a:p>
      </dsp:txBody>
      <dsp:txXfrm>
        <a:off x="5416103" y="438911"/>
        <a:ext cx="1958435" cy="487680"/>
      </dsp:txXfrm>
    </dsp:sp>
    <dsp:sp modelId="{5768D66F-A61A-425D-80B5-675F02E96F2B}">
      <dsp:nvSpPr>
        <dsp:cNvPr id="0" name=""/>
        <dsp:cNvSpPr/>
      </dsp:nvSpPr>
      <dsp:spPr>
        <a:xfrm>
          <a:off x="5150800" y="406399"/>
          <a:ext cx="31212" cy="162560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3139E-F31B-4C0A-A417-1239F0D70360}">
      <dsp:nvSpPr>
        <dsp:cNvPr id="0" name=""/>
        <dsp:cNvSpPr/>
      </dsp:nvSpPr>
      <dsp:spPr>
        <a:xfrm>
          <a:off x="6645017" y="2861056"/>
          <a:ext cx="1958435" cy="764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Full Technology Demo Flight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Objective 1: IWB Detection and Mapping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Objective 2: IWB Height 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Objective 3: River Slope</a:t>
          </a:r>
        </a:p>
      </dsp:txBody>
      <dsp:txXfrm>
        <a:off x="6645017" y="2861056"/>
        <a:ext cx="1958435" cy="764031"/>
      </dsp:txXfrm>
    </dsp:sp>
    <dsp:sp modelId="{7657F337-14E6-489B-95BA-73125A86575C}">
      <dsp:nvSpPr>
        <dsp:cNvPr id="0" name=""/>
        <dsp:cNvSpPr/>
      </dsp:nvSpPr>
      <dsp:spPr>
        <a:xfrm>
          <a:off x="6645017" y="2357120"/>
          <a:ext cx="1958435" cy="503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kern="1200"/>
            <a:t>April</a:t>
          </a:r>
        </a:p>
      </dsp:txBody>
      <dsp:txXfrm>
        <a:off x="6645017" y="2357120"/>
        <a:ext cx="1958435" cy="503936"/>
      </dsp:txXfrm>
    </dsp:sp>
    <dsp:sp modelId="{28D1EBA8-666E-495C-B718-5439B4394196}">
      <dsp:nvSpPr>
        <dsp:cNvPr id="0" name=""/>
        <dsp:cNvSpPr/>
      </dsp:nvSpPr>
      <dsp:spPr>
        <a:xfrm>
          <a:off x="6379714" y="2032000"/>
          <a:ext cx="31212" cy="1625600"/>
        </a:xfrm>
        <a:prstGeom prst="rect">
          <a:avLst/>
        </a:prstGeom>
        <a:solidFill>
          <a:srgbClr val="D8E4E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A4AD8-BD46-4417-B456-5F9673EAFF93}">
      <dsp:nvSpPr>
        <dsp:cNvPr id="0" name=""/>
        <dsp:cNvSpPr/>
      </dsp:nvSpPr>
      <dsp:spPr>
        <a:xfrm>
          <a:off x="5085254" y="1950848"/>
          <a:ext cx="162302" cy="1623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E3B4D-AF0D-438F-A759-F2F9C7F59F0A}">
      <dsp:nvSpPr>
        <dsp:cNvPr id="0" name=""/>
        <dsp:cNvSpPr/>
      </dsp:nvSpPr>
      <dsp:spPr>
        <a:xfrm>
          <a:off x="6314169" y="1950848"/>
          <a:ext cx="162302" cy="162302"/>
        </a:xfrm>
        <a:prstGeom prst="ellipse">
          <a:avLst/>
        </a:prstGeom>
        <a:solidFill>
          <a:srgbClr val="D8E4ED"/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#3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2941F-CB72-46A5-B1C0-3D980C8AB026}" type="datetimeFigureOut"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2A9B85-56C4-49C2-A726-CF192162A0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63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2FB77-B721-48E1-2EBD-2BADB4846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647CD-AF20-6757-968B-774282C98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4092D8-02D4-E69B-2B33-CCA039515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78636-0E0F-814D-0421-9C4421FE1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36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300E4-D939-AF57-07AE-B4CB797B9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167E5-2580-511E-8353-FE0A5C069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A4997-9397-2EA0-A3E7-BED52CCFE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6A02A-3453-A630-9B00-7D93AA22FB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88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54FDE-7224-E923-3D17-E2FBAD09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D06F9-B1C4-93FD-D9D9-14C1AE73E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3A8D12-A8C0-74CE-3592-AA089C952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AC140-2B70-CFF1-8DC8-16A5F417FE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53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1A907-EDC0-54E2-EDA4-A05F2C48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BDB0C-CFB6-329C-0778-0C7419E37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7D9B97-3E4B-69B0-80A8-C3CAA03BE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51855-E893-B1C2-AF8D-D40E7D5D6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82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FA77-A8DE-1657-F7D1-1ECF91D8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30A75-03AD-9A72-2E48-8E857F41B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B8363-42AC-00B8-2BC3-36FCB4072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9C082-7473-B1CB-CE9D-3F37C6359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969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4754880"/>
            <a:ext cx="8979408" cy="388620"/>
          </a:xfrm>
          <a:prstGeom prst="rect">
            <a:avLst/>
          </a:prstGeom>
          <a:solidFill>
            <a:srgbClr val="CFB87C"/>
          </a:solidFill>
          <a:ln w="12700">
            <a:solidFill>
              <a:srgbClr val="CFB8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B3A6B">
              <a:alpha val="40000"/>
            </a:srgbClr>
          </a:solidFill>
          <a:ln w="1905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75120" y="-274320"/>
            <a:ext cx="3200400" cy="3200400"/>
          </a:xfrm>
          <a:prstGeom prst="ellipse">
            <a:avLst/>
          </a:prstGeom>
          <a:solidFill>
            <a:srgbClr val="1A7A9A">
              <a:alpha val="18000"/>
            </a:srgbClr>
          </a:solidFill>
          <a:ln w="12700">
            <a:solidFill>
              <a:srgbClr val="3AB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132320" y="228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3A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</a:t>
            </a:r>
            <a:endParaRPr lang="en-US" sz="2800"/>
          </a:p>
        </p:txBody>
      </p:sp>
      <p:sp>
        <p:nvSpPr>
          <p:cNvPr id="8" name="Text 6"/>
          <p:cNvSpPr txBox="1"/>
          <p:nvPr/>
        </p:nvSpPr>
        <p:spPr>
          <a:xfrm>
            <a:off x="6949440" y="658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GNSS-R</a:t>
            </a:r>
            <a:endParaRPr lang="en-US" sz="900"/>
          </a:p>
        </p:txBody>
      </p:sp>
      <p:sp>
        <p:nvSpPr>
          <p:cNvPr id="9" name="Text 7"/>
          <p:cNvSpPr txBox="1"/>
          <p:nvPr/>
        </p:nvSpPr>
        <p:spPr>
          <a:xfrm>
            <a:off x="457200" y="132588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Update 1.01</a:t>
            </a:r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248716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3ABFC8"/>
                </a:solidFill>
                <a:ea typeface="Calibri"/>
                <a:cs typeface="Calibri"/>
              </a:rPr>
              <a:t>HERON Hydraulic Reflectometry Graduate Project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889504"/>
            <a:ext cx="4389120" cy="22860"/>
          </a:xfrm>
          <a:prstGeom prst="rect">
            <a:avLst/>
          </a:prstGeom>
          <a:solidFill>
            <a:srgbClr val="CFB87C"/>
          </a:solidFill>
          <a:ln w="12700">
            <a:solidFill>
              <a:srgbClr val="CFB8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3075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FFFFFF"/>
                </a:solidFill>
                <a:ea typeface="Calibri"/>
                <a:cs typeface="Calibri"/>
              </a:rPr>
              <a:t>Jack Abrams, Frances Bailey, Nathan Cohen, Grace Halbleib, Austin Hunter, Andras Szalay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457200" y="334518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A8DDE2"/>
                </a:solidFill>
                <a:ea typeface="Calibri"/>
                <a:cs typeface="Calibri"/>
              </a:rPr>
              <a:t>Team Introduction and Goals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457200" y="35859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8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Aerospace Engineering Sciences Dept.  ·  CCAR  ·  University of Colorado Boulder</a:t>
            </a:r>
            <a:endParaRPr lang="en-US" sz="1000"/>
          </a:p>
        </p:txBody>
      </p:sp>
      <p:sp>
        <p:nvSpPr>
          <p:cNvPr id="15" name="Text 13"/>
          <p:cNvSpPr txBox="1"/>
          <p:nvPr/>
        </p:nvSpPr>
        <p:spPr>
          <a:xfrm>
            <a:off x="457200" y="38054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CFB87C"/>
                </a:solidFill>
                <a:ea typeface="Calibri"/>
                <a:cs typeface="Calibri"/>
              </a:rPr>
              <a:t>September 2, 2026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457200" y="47731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Colorado Boulder  ·  Center for Astrodynamics Research</a:t>
            </a:r>
            <a:endParaRPr lang="en-US" sz="850"/>
          </a:p>
        </p:txBody>
      </p:sp>
      <p:pic>
        <p:nvPicPr>
          <p:cNvPr id="26" name="Picture 25" descr="A logo of a satellite and a bird&#10;&#10;AI-generated content may be incorrect.">
            <a:extLst>
              <a:ext uri="{FF2B5EF4-FFF2-40B4-BE49-F238E27FC236}">
                <a16:creationId xmlns:a16="http://schemas.microsoft.com/office/drawing/2014/main" id="{BD2D0769-D324-1AC0-9227-38A360A086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00" r="3" b="2102"/>
          <a:stretch>
            <a:fillRect/>
          </a:stretch>
        </p:blipFill>
        <p:spPr>
          <a:xfrm>
            <a:off x="5997793" y="877271"/>
            <a:ext cx="4031828" cy="2238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0" y="822960"/>
            <a:ext cx="3474720" cy="3474720"/>
          </a:xfrm>
          <a:prstGeom prst="ellipse">
            <a:avLst/>
          </a:prstGeom>
          <a:solidFill>
            <a:srgbClr val="3ABFC8">
              <a:alpha val="15000"/>
            </a:srgbClr>
          </a:solidFill>
          <a:ln w="25400">
            <a:solidFill>
              <a:srgbClr val="3AB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17520" y="1280160"/>
            <a:ext cx="2560320" cy="2560320"/>
          </a:xfrm>
          <a:prstGeom prst="ellipse">
            <a:avLst/>
          </a:prstGeom>
          <a:solidFill>
            <a:srgbClr val="A8DDE2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20039" y="1371600"/>
            <a:ext cx="178308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80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6000"/>
          </a:p>
        </p:txBody>
      </p:sp>
      <p:sp>
        <p:nvSpPr>
          <p:cNvPr id="7" name="Text 5"/>
          <p:cNvSpPr txBox="1"/>
          <p:nvPr/>
        </p:nvSpPr>
        <p:spPr>
          <a:xfrm>
            <a:off x="320040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Outline</a:t>
            </a:r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3886200" y="548640"/>
            <a:ext cx="5029200" cy="658368"/>
          </a:xfrm>
          <a:prstGeom prst="rect">
            <a:avLst/>
          </a:prstGeom>
          <a:solidFill>
            <a:srgbClr val="1B3A6B">
              <a:alpha val="70000"/>
            </a:srgbClr>
          </a:solidFill>
          <a:ln w="6350">
            <a:solidFill>
              <a:srgbClr val="A8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114800" y="6400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Team Member Roles &amp; Responsibilities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3886200" y="1353312"/>
            <a:ext cx="5029200" cy="658368"/>
          </a:xfrm>
          <a:prstGeom prst="rect">
            <a:avLst/>
          </a:prstGeom>
          <a:solidFill>
            <a:srgbClr val="1B3A6B">
              <a:alpha val="70000"/>
            </a:srgbClr>
          </a:solidFill>
          <a:ln w="6350">
            <a:solidFill>
              <a:srgbClr val="A8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114800" y="14447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Project Goals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3886200" y="2962656"/>
            <a:ext cx="5029200" cy="658368"/>
          </a:xfrm>
          <a:prstGeom prst="rect">
            <a:avLst/>
          </a:prstGeom>
          <a:solidFill>
            <a:srgbClr val="1B3A6B">
              <a:alpha val="70000"/>
            </a:srgbClr>
          </a:solidFill>
          <a:ln w="6350">
            <a:solidFill>
              <a:srgbClr val="A8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114800" y="30540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Budgeting and Finance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3886200" y="3767328"/>
            <a:ext cx="5029200" cy="658368"/>
          </a:xfrm>
          <a:prstGeom prst="rect">
            <a:avLst/>
          </a:prstGeom>
          <a:solidFill>
            <a:srgbClr val="1B3A6B">
              <a:alpha val="70000"/>
            </a:srgbClr>
          </a:solidFill>
          <a:ln w="6350">
            <a:solidFill>
              <a:srgbClr val="A8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114800" y="385876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 Conclusions &amp; Questions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/>
          </a:p>
        </p:txBody>
      </p:sp>
      <p:sp>
        <p:nvSpPr>
          <p:cNvPr id="21" name="Text 19"/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8D1ADE45-0C1A-721D-09FC-2AD5D1F7A195}"/>
              </a:ext>
            </a:extLst>
          </p:cNvPr>
          <p:cNvSpPr/>
          <p:nvPr/>
        </p:nvSpPr>
        <p:spPr>
          <a:xfrm>
            <a:off x="3886200" y="2145792"/>
            <a:ext cx="5029200" cy="658368"/>
          </a:xfrm>
          <a:prstGeom prst="rect">
            <a:avLst/>
          </a:prstGeom>
          <a:solidFill>
            <a:srgbClr val="1B3A6B">
              <a:alpha val="70000"/>
            </a:srgbClr>
          </a:solidFill>
          <a:ln w="6350">
            <a:solidFill>
              <a:srgbClr val="A8D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1FEA1C6D-EF07-6948-FB68-0694B00FD74A}"/>
              </a:ext>
            </a:extLst>
          </p:cNvPr>
          <p:cNvSpPr txBox="1"/>
          <p:nvPr/>
        </p:nvSpPr>
        <p:spPr>
          <a:xfrm>
            <a:off x="4114800" y="223723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Project Timeline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A"/>
          </a:solidFill>
          <a:ln w="12700">
            <a:solidFill>
              <a:srgbClr val="F2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109728" cy="4361688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56032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Roles &amp; Responsibilities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256032" y="768096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84048" y="7680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Jack Abrams: UAV Operations &amp; GNC Software Lead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77173" y="101640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/>
              <a:buChar char="•"/>
            </a:pP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Pilot / co-pilot for flight testing and field operations; assist with FAA and CU Flight Ops approvals</a:t>
            </a:r>
          </a:p>
          <a:p>
            <a:pPr marL="171450" indent="-171450">
              <a:buFont typeface="Arial"/>
              <a:buChar char="•"/>
            </a:pP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Support Mission Planner / GCS operations, flight planning, and waypoint generation for GNSS-R surveys</a:t>
            </a:r>
          </a:p>
          <a:p>
            <a:pPr marL="171450" indent="-171450">
              <a:buFont typeface="Arial"/>
              <a:buChar char="•"/>
            </a:pP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Develop and support GNSS-R data-processing and visualization tools</a:t>
            </a:r>
            <a:endParaRPr lang="en-US" sz="1000">
              <a:solidFill>
                <a:schemeClr val="tx2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endParaRPr lang="en-US" sz="9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/>
          </a:p>
        </p:txBody>
      </p:sp>
      <p:sp>
        <p:nvSpPr>
          <p:cNvPr id="20" name="Text 18"/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102EA2A5-0C14-BDBC-0BC0-8210CC4A1122}"/>
              </a:ext>
            </a:extLst>
          </p:cNvPr>
          <p:cNvSpPr/>
          <p:nvPr/>
        </p:nvSpPr>
        <p:spPr>
          <a:xfrm>
            <a:off x="4690872" y="767566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D26FA30-761F-A04B-9297-59EE31A14EDB}"/>
              </a:ext>
            </a:extLst>
          </p:cNvPr>
          <p:cNvSpPr txBox="1"/>
          <p:nvPr/>
        </p:nvSpPr>
        <p:spPr>
          <a:xfrm>
            <a:off x="4818888" y="76756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Frances Bailey: SDR &amp; Payload Architecture Lead</a:t>
            </a:r>
            <a:endParaRPr lang="en-US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5D5F5F46-1968-2A6E-3755-8A8E7AFAE3CC}"/>
              </a:ext>
            </a:extLst>
          </p:cNvPr>
          <p:cNvSpPr txBox="1"/>
          <p:nvPr/>
        </p:nvSpPr>
        <p:spPr>
          <a:xfrm>
            <a:off x="4818888" y="101640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Integrate upgraded Software-Defined Radio (SDR) and GNSS antenna systems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Optimize payload data flow for high-speed capture of baseband reflected signals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Manage payload-to-ground communication and in-flight telemetry</a:t>
            </a:r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A89AE31E-8922-A084-C64F-224967472B0D}"/>
              </a:ext>
            </a:extLst>
          </p:cNvPr>
          <p:cNvSpPr/>
          <p:nvPr/>
        </p:nvSpPr>
        <p:spPr>
          <a:xfrm>
            <a:off x="256032" y="2169679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081DCB69-F84E-73AA-17E2-F202AF569D39}"/>
              </a:ext>
            </a:extLst>
          </p:cNvPr>
          <p:cNvSpPr txBox="1"/>
          <p:nvPr/>
        </p:nvSpPr>
        <p:spPr>
          <a:xfrm>
            <a:off x="390942" y="2169679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Nathan Cohen: Hardware Integration &amp; Electronics Lead</a:t>
            </a:r>
            <a:endParaRPr lang="en-US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FCEC840D-D047-571D-7F7C-7C07FCBF44C0}"/>
              </a:ext>
            </a:extLst>
          </p:cNvPr>
          <p:cNvSpPr txBox="1"/>
          <p:nvPr/>
        </p:nvSpPr>
        <p:spPr>
          <a:xfrm>
            <a:off x="377173" y="2411789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Lead assembly and integration of UAV payload electronics and sensors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Manage lab operations and conduct rigorous bench-testing prior to flights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Troubleshoot field hardware to maintain power, structure, and payload reliability</a:t>
            </a:r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4995A3C1-E658-5079-3A5B-73EF7A24D6E3}"/>
              </a:ext>
            </a:extLst>
          </p:cNvPr>
          <p:cNvSpPr/>
          <p:nvPr/>
        </p:nvSpPr>
        <p:spPr>
          <a:xfrm>
            <a:off x="4690872" y="2169679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215C2B0E-72BF-4AE3-1D9A-1A111A2695F2}"/>
              </a:ext>
            </a:extLst>
          </p:cNvPr>
          <p:cNvSpPr txBox="1"/>
          <p:nvPr/>
        </p:nvSpPr>
        <p:spPr>
          <a:xfrm>
            <a:off x="4841748" y="2169679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Grace Halbleib: Software &amp; Flight Compliance Lead  </a:t>
            </a:r>
            <a:endParaRPr lang="en-US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A2CDCE5C-408A-DFF0-5673-74375EEA3AEB}"/>
              </a:ext>
            </a:extLst>
          </p:cNvPr>
          <p:cNvSpPr txBox="1"/>
          <p:nvPr/>
        </p:nvSpPr>
        <p:spPr>
          <a:xfrm>
            <a:off x="4818888" y="2411789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Manage FAA and CU Flight Ops authorizations and regulatory compliance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Design software architecture for remote sensing data storage and organization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Develop automated pipelines to process raw UAV telemetry and payload data</a:t>
            </a:r>
            <a:r>
              <a:rPr lang="en-US" sz="100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1000">
              <a:solidFill>
                <a:schemeClr val="tx2"/>
              </a:solidFill>
            </a:endParaRP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9C83876D-AF3F-BB29-2116-EFEE6D18AC1E}"/>
              </a:ext>
            </a:extLst>
          </p:cNvPr>
          <p:cNvSpPr/>
          <p:nvPr/>
        </p:nvSpPr>
        <p:spPr>
          <a:xfrm>
            <a:off x="256032" y="3571263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65765FEA-8AD7-0953-45DC-7F9542320D9E}"/>
              </a:ext>
            </a:extLst>
          </p:cNvPr>
          <p:cNvSpPr txBox="1"/>
          <p:nvPr/>
        </p:nvSpPr>
        <p:spPr>
          <a:xfrm>
            <a:off x="377173" y="3571263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Austin Hunter: Project Manager &amp; GNSS-R Science Lead</a:t>
            </a:r>
            <a:endParaRPr lang="en-US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6F0E09E3-4E24-452D-C09D-7A4830CC3675}"/>
              </a:ext>
            </a:extLst>
          </p:cNvPr>
          <p:cNvSpPr txBox="1"/>
          <p:nvPr/>
        </p:nvSpPr>
        <p:spPr>
          <a:xfrm>
            <a:off x="377173" y="3818789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Oversee project execution and coordinate sub-teams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Develop core algorithms to retrieve surface water boundaries and height variations and perform reflected signal tracking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Conduct scientific analysis, error quantification, and cross-validation of results</a:t>
            </a:r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C853E7FA-038F-D2D1-10F3-4E372412F6D8}"/>
              </a:ext>
            </a:extLst>
          </p:cNvPr>
          <p:cNvSpPr/>
          <p:nvPr/>
        </p:nvSpPr>
        <p:spPr>
          <a:xfrm>
            <a:off x="4690872" y="3570733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FC0E76BF-7857-9B12-E25D-40FACB2A4344}"/>
              </a:ext>
            </a:extLst>
          </p:cNvPr>
          <p:cNvSpPr txBox="1"/>
          <p:nvPr/>
        </p:nvSpPr>
        <p:spPr>
          <a:xfrm>
            <a:off x="4818888" y="3570733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Andras Szalay: Geomatics &amp; RF Analysis Lead </a:t>
            </a:r>
            <a:endParaRPr lang="en-US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EF4434B0-7BB2-5D83-A330-A7295E005E7D}"/>
              </a:ext>
            </a:extLst>
          </p:cNvPr>
          <p:cNvSpPr txBox="1"/>
          <p:nvPr/>
        </p:nvSpPr>
        <p:spPr>
          <a:xfrm>
            <a:off x="4818888" y="3818789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Develop algorithms to compute specular reflection locations using geoid models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Model and correct for RF propagation errors and ionospheric delays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Extract GNSS signal parameters (amplitude, phase, </a:t>
            </a:r>
            <a:r>
              <a:rPr lang="en-US" sz="1000" err="1">
                <a:solidFill>
                  <a:schemeClr val="tx2"/>
                </a:solidFill>
              </a:rPr>
              <a:t>pseudorange</a:t>
            </a:r>
            <a:r>
              <a:rPr lang="en-US" sz="1000">
                <a:solidFill>
                  <a:schemeClr val="tx2"/>
                </a:solidFill>
              </a:rPr>
              <a:t>) from raw RF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6" grpId="0" animBg="1"/>
      <p:bldP spid="25" grpId="0" animBg="1"/>
      <p:bldP spid="32" grpId="0" animBg="1"/>
      <p:bldP spid="38" grpId="0" animBg="1"/>
      <p:bldP spid="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AEA45-EAB1-F569-29DF-D751852F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73218C-BB6B-62D9-0ED2-1C3B156856C9}"/>
              </a:ext>
            </a:extLst>
          </p:cNvPr>
          <p:cNvSpPr/>
          <p:nvPr/>
        </p:nvSpPr>
        <p:spPr>
          <a:xfrm>
            <a:off x="-18288" y="-73152"/>
            <a:ext cx="9144000" cy="5143500"/>
          </a:xfrm>
          <a:prstGeom prst="rect">
            <a:avLst/>
          </a:prstGeom>
          <a:solidFill>
            <a:srgbClr val="F2F7FA"/>
          </a:solidFill>
          <a:ln w="12700">
            <a:solidFill>
              <a:srgbClr val="F2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A7899D-F1FA-20B2-B650-E7956D0E5F22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336204-B9AF-DC89-47C3-A0CF64711C19}"/>
              </a:ext>
            </a:extLst>
          </p:cNvPr>
          <p:cNvSpPr txBox="1"/>
          <p:nvPr/>
        </p:nvSpPr>
        <p:spPr>
          <a:xfrm>
            <a:off x="256032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2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7BCBF06-8AB7-1C55-07D7-072170FA1A5A}"/>
              </a:ext>
            </a:extLst>
          </p:cNvPr>
          <p:cNvSpPr/>
          <p:nvPr/>
        </p:nvSpPr>
        <p:spPr>
          <a:xfrm>
            <a:off x="201168" y="713232"/>
            <a:ext cx="4114800" cy="2768261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BE0EF19-B811-5F2A-2333-69C6F96C119B}"/>
              </a:ext>
            </a:extLst>
          </p:cNvPr>
          <p:cNvSpPr/>
          <p:nvPr/>
        </p:nvSpPr>
        <p:spPr>
          <a:xfrm>
            <a:off x="201168" y="713231"/>
            <a:ext cx="4114800" cy="575733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D223B32-D5BA-A312-BF3F-131467558874}"/>
              </a:ext>
            </a:extLst>
          </p:cNvPr>
          <p:cNvSpPr txBox="1"/>
          <p:nvPr/>
        </p:nvSpPr>
        <p:spPr>
          <a:xfrm>
            <a:off x="347472" y="740663"/>
            <a:ext cx="3749040" cy="45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Hardware &amp; Flight Planning  </a:t>
            </a:r>
            <a:endParaRPr lang="en-US" sz="1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D2068CF-4E01-CA53-5409-997F48B7D6F6}"/>
              </a:ext>
            </a:extLst>
          </p:cNvPr>
          <p:cNvSpPr txBox="1"/>
          <p:nvPr/>
        </p:nvSpPr>
        <p:spPr>
          <a:xfrm>
            <a:off x="347472" y="1398693"/>
            <a:ext cx="3749040" cy="1903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150">
                <a:solidFill>
                  <a:srgbClr val="0D2340"/>
                </a:solidFill>
                <a:ea typeface="+mn-lt"/>
                <a:cs typeface="+mn-lt"/>
              </a:rPr>
              <a:t>Update and validate the existing UAS, payload integration, ground control system, and communications links</a:t>
            </a:r>
          </a:p>
          <a:p>
            <a:pPr marL="171450" indent="-171450">
              <a:buFont typeface="Arial"/>
              <a:buChar char="•"/>
            </a:pPr>
            <a:r>
              <a:rPr lang="en-US" sz="1150">
                <a:solidFill>
                  <a:srgbClr val="0D2340"/>
                </a:solidFill>
                <a:ea typeface="+mn-lt"/>
                <a:cs typeface="+mn-lt"/>
              </a:rPr>
              <a:t>Complete FAA and CU Flight Ops approvals, safety documentation, and operational checklists</a:t>
            </a:r>
          </a:p>
          <a:p>
            <a:pPr marL="171450" indent="-171450">
              <a:buFont typeface="Arial"/>
              <a:buChar char="•"/>
            </a:pPr>
            <a:endParaRPr lang="en-US" sz="1150">
              <a:solidFill>
                <a:srgbClr val="0D2340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150">
                <a:solidFill>
                  <a:srgbClr val="0D2340"/>
                </a:solidFill>
                <a:ea typeface="+mn-lt"/>
                <a:cs typeface="+mn-lt"/>
              </a:rPr>
              <a:t>Develop GNSS-R survey missions and software to translate satellite geometry and water body targets into executable flight plans</a:t>
            </a:r>
          </a:p>
          <a:p>
            <a:pPr marL="171450" indent="-171450">
              <a:buFont typeface="Arial"/>
              <a:buChar char="•"/>
            </a:pPr>
            <a:r>
              <a:rPr lang="en-US" sz="1150">
                <a:solidFill>
                  <a:srgbClr val="0D2340"/>
                </a:solidFill>
                <a:ea typeface="+mn-lt"/>
                <a:cs typeface="+mn-lt"/>
              </a:rPr>
              <a:t>Collect GNSS-R, trajectory, telemetry, and imagery data during field tests</a:t>
            </a:r>
            <a:endParaRPr lang="en-US" sz="1150">
              <a:solidFill>
                <a:srgbClr val="0D234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221CA19-1B33-5899-2C79-828F775228FD}"/>
              </a:ext>
            </a:extLst>
          </p:cNvPr>
          <p:cNvSpPr/>
          <p:nvPr/>
        </p:nvSpPr>
        <p:spPr>
          <a:xfrm>
            <a:off x="4828032" y="713232"/>
            <a:ext cx="4114800" cy="2768261"/>
          </a:xfrm>
          <a:prstGeom prst="rect">
            <a:avLst/>
          </a:prstGeom>
          <a:solidFill>
            <a:srgbClr val="FFFFFF"/>
          </a:solidFill>
          <a:ln w="19050">
            <a:solidFill>
              <a:srgbClr val="CFB8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365B8EE-5DD2-B32D-EFE8-E3BCD2E62112}"/>
              </a:ext>
            </a:extLst>
          </p:cNvPr>
          <p:cNvSpPr/>
          <p:nvPr/>
        </p:nvSpPr>
        <p:spPr>
          <a:xfrm>
            <a:off x="4828032" y="713232"/>
            <a:ext cx="4114800" cy="594360"/>
          </a:xfrm>
          <a:prstGeom prst="rect">
            <a:avLst/>
          </a:prstGeom>
          <a:solidFill>
            <a:srgbClr val="B09040"/>
          </a:solidFill>
          <a:ln w="12700">
            <a:solidFill>
              <a:srgbClr val="B09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45DD3F7-E6A7-045E-F5AB-CFC921E4C293}"/>
              </a:ext>
            </a:extLst>
          </p:cNvPr>
          <p:cNvSpPr txBox="1"/>
          <p:nvPr/>
        </p:nvSpPr>
        <p:spPr>
          <a:xfrm>
            <a:off x="4974336" y="740663"/>
            <a:ext cx="3749040" cy="50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Defined Radio (SDR) &amp; Data Processing </a:t>
            </a:r>
            <a:endParaRPr lang="en-US" sz="1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976D0E2-7F91-D625-BFF8-409BA1E0CD53}"/>
              </a:ext>
            </a:extLst>
          </p:cNvPr>
          <p:cNvSpPr txBox="1"/>
          <p:nvPr/>
        </p:nvSpPr>
        <p:spPr>
          <a:xfrm>
            <a:off x="4974336" y="1398693"/>
            <a:ext cx="3749040" cy="1903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/>
              <a:t>Characterize the science antenna(s) and validate the upgraded SDR payload data-flow architecture.</a:t>
            </a:r>
          </a:p>
          <a:p>
            <a:pPr marL="342900" indent="-342900">
              <a:buSzPct val="100000"/>
              <a:buChar char="•"/>
            </a:pPr>
            <a:r>
              <a:rPr lang="en-US" sz="1150"/>
              <a:t>Execute and verify raw Intermediate Frequency (IF) baseband data captures during field operations.</a:t>
            </a:r>
          </a:p>
          <a:p>
            <a:pPr marL="342900" indent="-342900">
              <a:buSzPct val="100000"/>
              <a:buChar char="•"/>
            </a:pP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/>
              <a:t>Continue to develop acquisition + tracking code to parse raw data and extract direct and reflected signals.</a:t>
            </a:r>
          </a:p>
          <a:p>
            <a:pPr marL="342900" indent="-342900">
              <a:buSzPct val="100000"/>
              <a:buChar char="•"/>
            </a:pPr>
            <a:r>
              <a:rPr lang="en-US" sz="1150"/>
              <a:t>Compute specular reflection points using UAV position solutions, GNSS satellite orbits, and surface topography.</a:t>
            </a:r>
          </a:p>
          <a:p>
            <a:pPr marL="342900" indent="-342900">
              <a:buSzPct val="100000"/>
              <a:buChar char="•"/>
            </a:pPr>
            <a:endParaRPr lang="en-US" sz="115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AACD06D-10D5-0BDF-26E6-67C8BB88EDD5}"/>
              </a:ext>
            </a:extLst>
          </p:cNvPr>
          <p:cNvSpPr/>
          <p:nvPr/>
        </p:nvSpPr>
        <p:spPr>
          <a:xfrm>
            <a:off x="4480559" y="713231"/>
            <a:ext cx="193041" cy="2768261"/>
          </a:xfrm>
          <a:prstGeom prst="rect">
            <a:avLst/>
          </a:prstGeom>
          <a:solidFill>
            <a:srgbClr val="D8E4ED"/>
          </a:solidFill>
          <a:ln w="12700">
            <a:solidFill>
              <a:srgbClr val="D8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EFC22D4-2636-16DC-E501-455227C2D452}"/>
              </a:ext>
            </a:extLst>
          </p:cNvPr>
          <p:cNvSpPr txBox="1"/>
          <p:nvPr/>
        </p:nvSpPr>
        <p:spPr>
          <a:xfrm>
            <a:off x="4407408" y="196869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10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CB9FCF8-3167-F9C6-A45A-32E36AF5E243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C15F9D6-9F57-78B4-A0A0-3E9A17831F07}"/>
              </a:ext>
            </a:extLst>
          </p:cNvPr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C7FE3FD-12F4-6C64-4CEB-3C983E4A5AFA}"/>
              </a:ext>
            </a:extLst>
          </p:cNvPr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8FB7169B-CC05-3DE6-E6BE-02E88C616973}"/>
              </a:ext>
            </a:extLst>
          </p:cNvPr>
          <p:cNvSpPr/>
          <p:nvPr/>
        </p:nvSpPr>
        <p:spPr>
          <a:xfrm>
            <a:off x="201168" y="3609849"/>
            <a:ext cx="8736611" cy="1310331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98496649-7E41-F7A1-5C09-C5018C706D82}"/>
              </a:ext>
            </a:extLst>
          </p:cNvPr>
          <p:cNvSpPr/>
          <p:nvPr/>
        </p:nvSpPr>
        <p:spPr>
          <a:xfrm>
            <a:off x="206274" y="3600363"/>
            <a:ext cx="8731505" cy="415353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0B90933-E05E-A569-3AF8-3699482C9B99}"/>
              </a:ext>
            </a:extLst>
          </p:cNvPr>
          <p:cNvSpPr txBox="1"/>
          <p:nvPr/>
        </p:nvSpPr>
        <p:spPr>
          <a:xfrm>
            <a:off x="2679192" y="3591221"/>
            <a:ext cx="3749040" cy="45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Goals</a:t>
            </a:r>
            <a:endParaRPr lang="en-US" sz="140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F5C21FE6-C298-C527-34FF-17A24C070D63}"/>
              </a:ext>
            </a:extLst>
          </p:cNvPr>
          <p:cNvSpPr txBox="1"/>
          <p:nvPr/>
        </p:nvSpPr>
        <p:spPr>
          <a:xfrm>
            <a:off x="347472" y="4131078"/>
            <a:ext cx="8572019" cy="706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150">
                <a:solidFill>
                  <a:srgbClr val="0D2340"/>
                </a:solidFill>
                <a:ea typeface="Calibri" panose="020F0502020204030204"/>
                <a:cs typeface="Calibri" panose="020F0502020204030204"/>
              </a:rPr>
              <a:t>Develop and validate a high-resolution UAV-based GNSS reflectometry system capable of measuring inland water body dimensions and surface gradients.</a:t>
            </a:r>
          </a:p>
          <a:p>
            <a:pPr marL="171450" indent="-171450">
              <a:buFont typeface="Arial"/>
              <a:buChar char="•"/>
            </a:pPr>
            <a:r>
              <a:rPr lang="en-US" sz="1150">
                <a:solidFill>
                  <a:srgbClr val="0D2340"/>
                </a:solidFill>
                <a:ea typeface="Calibri" panose="020F0502020204030204"/>
                <a:cs typeface="Calibri" panose="020F0502020204030204"/>
              </a:rPr>
              <a:t>Process the collected data to retrieve accurate surface water boundaries and height variations, bridging the gap between localized in situ sensors and global satellite altimetry for environmental monitoring.</a:t>
            </a:r>
          </a:p>
        </p:txBody>
      </p:sp>
    </p:spTree>
    <p:extLst>
      <p:ext uri="{BB962C8B-B14F-4D97-AF65-F5344CB8AC3E}">
        <p14:creationId xmlns:p14="http://schemas.microsoft.com/office/powerpoint/2010/main" val="2714522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1E862-6BA4-9299-7726-306B099A5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C64470-B3F9-2E9C-867A-47DFDF15BBD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A"/>
          </a:solidFill>
          <a:ln w="12700">
            <a:solidFill>
              <a:srgbClr val="F2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4053A2-765F-A3A8-9460-40B0D47DADDC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910DC8-7F15-32CC-8583-4416C9357FE7}"/>
              </a:ext>
            </a:extLst>
          </p:cNvPr>
          <p:cNvSpPr/>
          <p:nvPr/>
        </p:nvSpPr>
        <p:spPr>
          <a:xfrm>
            <a:off x="0" y="594360"/>
            <a:ext cx="109728" cy="4361688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68F055-A42E-66CF-6006-D1369E5D6DD1}"/>
              </a:ext>
            </a:extLst>
          </p:cNvPr>
          <p:cNvSpPr txBox="1"/>
          <p:nvPr/>
        </p:nvSpPr>
        <p:spPr>
          <a:xfrm>
            <a:off x="256032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Roles &amp; Responsibilities</a:t>
            </a:r>
            <a:endParaRPr lang="en-US" sz="26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70F1109-C494-3154-A349-66B17B1800FF}"/>
              </a:ext>
            </a:extLst>
          </p:cNvPr>
          <p:cNvSpPr/>
          <p:nvPr/>
        </p:nvSpPr>
        <p:spPr>
          <a:xfrm>
            <a:off x="256032" y="768096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36E3BD7-EE6A-582E-F010-904E4D1D29B3}"/>
              </a:ext>
            </a:extLst>
          </p:cNvPr>
          <p:cNvSpPr txBox="1"/>
          <p:nvPr/>
        </p:nvSpPr>
        <p:spPr>
          <a:xfrm>
            <a:off x="384048" y="7680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Jack Abrams: UAV Operations &amp; GNC Software Lead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44F8F96-06E4-AC8C-86A7-B591E9001283}"/>
              </a:ext>
            </a:extLst>
          </p:cNvPr>
          <p:cNvSpPr txBox="1"/>
          <p:nvPr/>
        </p:nvSpPr>
        <p:spPr>
          <a:xfrm>
            <a:off x="377173" y="101640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/>
              <a:buChar char="•"/>
            </a:pP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Pilot / co-pilot for flight testing and field operations; assist with FAA and CU Flight Ops approvals</a:t>
            </a:r>
          </a:p>
          <a:p>
            <a:pPr marL="171450" indent="-171450">
              <a:buFont typeface="Arial"/>
              <a:buChar char="•"/>
            </a:pP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Support Mission Planner / GCS operations, flight planning, and waypoint generation for GNSS-R surveys</a:t>
            </a:r>
          </a:p>
          <a:p>
            <a:pPr marL="171450" indent="-171450">
              <a:buFont typeface="Arial"/>
              <a:buChar char="•"/>
            </a:pP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Develop and support GNSS-R data-processing and visualization tools</a:t>
            </a:r>
            <a:endParaRPr lang="en-US" sz="1000">
              <a:solidFill>
                <a:schemeClr val="tx2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endParaRPr lang="en-US" sz="9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4388C01-1ABE-03E3-173B-156C8617CF0F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0FDAB83-7B73-3B7D-6E3A-0B2E96BAE17A}"/>
              </a:ext>
            </a:extLst>
          </p:cNvPr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E544248-B84F-77AF-A444-F6AF5789E303}"/>
              </a:ext>
            </a:extLst>
          </p:cNvPr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2B41F46B-1C9C-72F5-DA65-E60900AB3E35}"/>
              </a:ext>
            </a:extLst>
          </p:cNvPr>
          <p:cNvSpPr/>
          <p:nvPr/>
        </p:nvSpPr>
        <p:spPr>
          <a:xfrm>
            <a:off x="4690872" y="767566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5C0B2691-D496-92DE-75D0-1FA0584AD73C}"/>
              </a:ext>
            </a:extLst>
          </p:cNvPr>
          <p:cNvSpPr txBox="1"/>
          <p:nvPr/>
        </p:nvSpPr>
        <p:spPr>
          <a:xfrm>
            <a:off x="4818888" y="76756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Frances Bailey: SDR &amp; Payload Architecture Lead</a:t>
            </a:r>
            <a:endParaRPr lang="en-US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EBEF90BD-334A-247D-5510-C7A319679D86}"/>
              </a:ext>
            </a:extLst>
          </p:cNvPr>
          <p:cNvSpPr txBox="1"/>
          <p:nvPr/>
        </p:nvSpPr>
        <p:spPr>
          <a:xfrm>
            <a:off x="4818888" y="101640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Integrate upgraded Software-Defined Radio (SDR) and GNSS antenna systems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Optimize payload data flow for high-speed capture of baseband reflected signals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Manage payload-to-ground communication and in-flight telemetry</a:t>
            </a:r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D68BE5A8-850B-C3F8-5088-C2CCCF076977}"/>
              </a:ext>
            </a:extLst>
          </p:cNvPr>
          <p:cNvSpPr/>
          <p:nvPr/>
        </p:nvSpPr>
        <p:spPr>
          <a:xfrm>
            <a:off x="256032" y="2169679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515E529F-EBCE-F2F9-1535-66A5A39DB0B8}"/>
              </a:ext>
            </a:extLst>
          </p:cNvPr>
          <p:cNvSpPr txBox="1"/>
          <p:nvPr/>
        </p:nvSpPr>
        <p:spPr>
          <a:xfrm>
            <a:off x="390942" y="2169679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Nathan Cohen: Hardware Integration &amp; Electronics Lead</a:t>
            </a:r>
            <a:endParaRPr lang="en-US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0692692A-EFAD-F975-55CB-067377DF34BC}"/>
              </a:ext>
            </a:extLst>
          </p:cNvPr>
          <p:cNvSpPr txBox="1"/>
          <p:nvPr/>
        </p:nvSpPr>
        <p:spPr>
          <a:xfrm>
            <a:off x="377173" y="2411789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Lead assembly and integration of UAV payload electronics and sensors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Manage lab operations and conduct rigorous bench-testing prior to flights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Troubleshoot field hardware to maintain power, structure, and payload reliability</a:t>
            </a:r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1A1BD195-567D-E84F-49D6-6F708F9A7CE4}"/>
              </a:ext>
            </a:extLst>
          </p:cNvPr>
          <p:cNvSpPr/>
          <p:nvPr/>
        </p:nvSpPr>
        <p:spPr>
          <a:xfrm>
            <a:off x="4690872" y="2169679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52E76EE2-89F9-F385-A072-C6CF9D0FA5FF}"/>
              </a:ext>
            </a:extLst>
          </p:cNvPr>
          <p:cNvSpPr txBox="1"/>
          <p:nvPr/>
        </p:nvSpPr>
        <p:spPr>
          <a:xfrm>
            <a:off x="4841748" y="2169679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Grace Halbleib: Software &amp; Flight Compliance Lead  </a:t>
            </a:r>
            <a:endParaRPr lang="en-US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0E602557-50F3-E21B-41DA-E959DF313252}"/>
              </a:ext>
            </a:extLst>
          </p:cNvPr>
          <p:cNvSpPr txBox="1"/>
          <p:nvPr/>
        </p:nvSpPr>
        <p:spPr>
          <a:xfrm>
            <a:off x="4818888" y="2411789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Manage FAA and CU Flight Ops authorizations and regulatory compliance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Design software architecture for remote sensing data storage and organization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Develop automated pipelines to process raw UAV telemetry and payload data</a:t>
            </a:r>
            <a:r>
              <a:rPr lang="en-US" sz="100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1000">
              <a:solidFill>
                <a:schemeClr val="tx2"/>
              </a:solidFill>
            </a:endParaRP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CF282D18-169D-46A8-7263-D6CD8D5B6991}"/>
              </a:ext>
            </a:extLst>
          </p:cNvPr>
          <p:cNvSpPr/>
          <p:nvPr/>
        </p:nvSpPr>
        <p:spPr>
          <a:xfrm>
            <a:off x="256032" y="3571263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2E8129D8-52D8-3225-EBF7-1D2CCD08197C}"/>
              </a:ext>
            </a:extLst>
          </p:cNvPr>
          <p:cNvSpPr txBox="1"/>
          <p:nvPr/>
        </p:nvSpPr>
        <p:spPr>
          <a:xfrm>
            <a:off x="377173" y="3571263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Austin Hunter: Project Manager &amp; GNSS-R Science Lead</a:t>
            </a:r>
            <a:endParaRPr lang="en-US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0BB4E3C6-166D-88E9-5C6F-040A88898EDE}"/>
              </a:ext>
            </a:extLst>
          </p:cNvPr>
          <p:cNvSpPr txBox="1"/>
          <p:nvPr/>
        </p:nvSpPr>
        <p:spPr>
          <a:xfrm>
            <a:off x="377173" y="3818789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Oversee project execution and coordinate sub-teams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Develop core algorithms to retrieve surface water boundaries and height variations and perform reflected signal tracking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Conduct scientific analysis, error quantification, and cross-validation of results</a:t>
            </a:r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F4F78AB3-F058-920F-080C-12794B6CE317}"/>
              </a:ext>
            </a:extLst>
          </p:cNvPr>
          <p:cNvSpPr/>
          <p:nvPr/>
        </p:nvSpPr>
        <p:spPr>
          <a:xfrm>
            <a:off x="4690872" y="3570733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F740F449-DEF1-A40E-8B47-61EEC3F7C392}"/>
              </a:ext>
            </a:extLst>
          </p:cNvPr>
          <p:cNvSpPr txBox="1"/>
          <p:nvPr/>
        </p:nvSpPr>
        <p:spPr>
          <a:xfrm>
            <a:off x="4818888" y="3570733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Andras Szalay: Geomatics &amp; RF Analysis Lead </a:t>
            </a:r>
            <a:endParaRPr lang="en-US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2A456231-8269-4957-EF88-9A8C81614935}"/>
              </a:ext>
            </a:extLst>
          </p:cNvPr>
          <p:cNvSpPr txBox="1"/>
          <p:nvPr/>
        </p:nvSpPr>
        <p:spPr>
          <a:xfrm>
            <a:off x="4818888" y="3818789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Develop algorithms to compute specular reflection locations using geoid models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Model and correct for RF propagation errors and ionospheric delays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Extract GNSS signal parameters (amplitude, phase, </a:t>
            </a:r>
            <a:r>
              <a:rPr lang="en-US" sz="1000" err="1">
                <a:solidFill>
                  <a:schemeClr val="tx2"/>
                </a:solidFill>
              </a:rPr>
              <a:t>pseudorange</a:t>
            </a:r>
            <a:r>
              <a:rPr lang="en-US" sz="1000">
                <a:solidFill>
                  <a:schemeClr val="tx2"/>
                </a:solidFill>
              </a:rPr>
              <a:t>) from raw RF data</a:t>
            </a:r>
          </a:p>
        </p:txBody>
      </p:sp>
    </p:spTree>
    <p:extLst>
      <p:ext uri="{BB962C8B-B14F-4D97-AF65-F5344CB8AC3E}">
        <p14:creationId xmlns:p14="http://schemas.microsoft.com/office/powerpoint/2010/main" val="4049331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0.00092 L -0.48837 0.2725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23" y="1358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0.00092 L -0.48437 0.27068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115" y="1348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-0.00093 L 0.00191 -0.27222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" y="-1358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-0.00092 L 0.00209 -0.27222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1358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3 0.00278 L 0.48263 0.00154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97" y="-62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29 0.00278 L 0.48559 0.00062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35" y="-1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6" grpId="0" animBg="1"/>
      <p:bldP spid="25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2" grpId="0" animBg="1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4A3BE-9E13-AD89-0F0D-438248384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78641A-CEDA-C4D1-29A8-E1CE52079A6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A"/>
          </a:solidFill>
          <a:ln w="12700">
            <a:solidFill>
              <a:srgbClr val="F2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D0C5ADC-970D-3A98-1AF2-662645C9B5F6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A50C999-FA1D-56E4-1962-EC5B9E612141}"/>
              </a:ext>
            </a:extLst>
          </p:cNvPr>
          <p:cNvSpPr/>
          <p:nvPr/>
        </p:nvSpPr>
        <p:spPr>
          <a:xfrm>
            <a:off x="0" y="594360"/>
            <a:ext cx="109728" cy="4361688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2F2BB08-17E1-2736-ACF0-DE762095307C}"/>
              </a:ext>
            </a:extLst>
          </p:cNvPr>
          <p:cNvSpPr/>
          <p:nvPr/>
        </p:nvSpPr>
        <p:spPr>
          <a:xfrm>
            <a:off x="256032" y="768096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D04C903-894E-18A5-CA02-7AB0BFD9F0EA}"/>
              </a:ext>
            </a:extLst>
          </p:cNvPr>
          <p:cNvSpPr txBox="1"/>
          <p:nvPr/>
        </p:nvSpPr>
        <p:spPr>
          <a:xfrm>
            <a:off x="384048" y="7680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Jack Abrams: UAV Operations &amp; GNC Software Lead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3BF9C4A-BB42-DA63-66D1-554A08CAE859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34582EF-1098-FBC3-0BA3-248652361A6D}"/>
              </a:ext>
            </a:extLst>
          </p:cNvPr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2BDEC70-CD29-17B0-285A-E732632C53AA}"/>
              </a:ext>
            </a:extLst>
          </p:cNvPr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C51EF966-DC00-5988-98BF-48D0B94F3AD2}"/>
              </a:ext>
            </a:extLst>
          </p:cNvPr>
          <p:cNvSpPr/>
          <p:nvPr/>
        </p:nvSpPr>
        <p:spPr>
          <a:xfrm>
            <a:off x="4690872" y="767566"/>
            <a:ext cx="54864" cy="877824"/>
          </a:xfrm>
          <a:prstGeom prst="rect">
            <a:avLst/>
          </a:prstGeom>
          <a:solidFill>
            <a:srgbClr val="B09040"/>
          </a:solidFill>
          <a:ln w="12700">
            <a:solidFill>
              <a:srgbClr val="B09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835B8708-34E6-602C-ACBC-2A4FB3A9C4B6}"/>
              </a:ext>
            </a:extLst>
          </p:cNvPr>
          <p:cNvSpPr txBox="1"/>
          <p:nvPr/>
        </p:nvSpPr>
        <p:spPr>
          <a:xfrm>
            <a:off x="4818888" y="76756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Frances Bailey: SDR &amp; Payload Architecture Lead</a:t>
            </a:r>
            <a:endParaRPr lang="en-US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F747E426-D3B3-1E9E-E19F-2D6CCCA37CC5}"/>
              </a:ext>
            </a:extLst>
          </p:cNvPr>
          <p:cNvSpPr/>
          <p:nvPr/>
        </p:nvSpPr>
        <p:spPr>
          <a:xfrm>
            <a:off x="256032" y="2169679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02932047-15AD-7E71-7B66-B9233811718C}"/>
              </a:ext>
            </a:extLst>
          </p:cNvPr>
          <p:cNvSpPr txBox="1"/>
          <p:nvPr/>
        </p:nvSpPr>
        <p:spPr>
          <a:xfrm>
            <a:off x="390942" y="2169679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Nathan Cohen: Hardware Integration &amp; Electronics Lead</a:t>
            </a:r>
            <a:endParaRPr lang="en-US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CCEFC459-9354-AB17-DA9D-0EFA658200D0}"/>
              </a:ext>
            </a:extLst>
          </p:cNvPr>
          <p:cNvSpPr/>
          <p:nvPr/>
        </p:nvSpPr>
        <p:spPr>
          <a:xfrm>
            <a:off x="256032" y="3574141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7C045EF5-8B32-8D21-0C50-CDB4E5A71053}"/>
              </a:ext>
            </a:extLst>
          </p:cNvPr>
          <p:cNvSpPr txBox="1"/>
          <p:nvPr/>
        </p:nvSpPr>
        <p:spPr>
          <a:xfrm>
            <a:off x="406908" y="3574141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Grace Halbleib: Software &amp; Flight Compliance Lead  </a:t>
            </a:r>
            <a:endParaRPr lang="en-US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F77CEDAD-847B-C4D0-E4B9-E571E23E08F0}"/>
              </a:ext>
            </a:extLst>
          </p:cNvPr>
          <p:cNvSpPr/>
          <p:nvPr/>
        </p:nvSpPr>
        <p:spPr>
          <a:xfrm>
            <a:off x="4690872" y="3571263"/>
            <a:ext cx="54864" cy="877824"/>
          </a:xfrm>
          <a:prstGeom prst="rect">
            <a:avLst/>
          </a:prstGeom>
          <a:solidFill>
            <a:srgbClr val="B09040"/>
          </a:solidFill>
          <a:ln w="12700">
            <a:solidFill>
              <a:srgbClr val="B09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813B91CF-88FF-A743-38D6-74B59AECF5BC}"/>
              </a:ext>
            </a:extLst>
          </p:cNvPr>
          <p:cNvSpPr txBox="1"/>
          <p:nvPr/>
        </p:nvSpPr>
        <p:spPr>
          <a:xfrm>
            <a:off x="4818888" y="3571263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Austin Hunter: Project Manager &amp; GNSS-R Science Lead</a:t>
            </a:r>
            <a:endParaRPr lang="en-US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368E56D5-B602-6856-677F-427017C0E104}"/>
              </a:ext>
            </a:extLst>
          </p:cNvPr>
          <p:cNvSpPr/>
          <p:nvPr/>
        </p:nvSpPr>
        <p:spPr>
          <a:xfrm>
            <a:off x="4690872" y="2169679"/>
            <a:ext cx="54864" cy="877824"/>
          </a:xfrm>
          <a:prstGeom prst="rect">
            <a:avLst/>
          </a:prstGeom>
          <a:solidFill>
            <a:srgbClr val="B09040"/>
          </a:solidFill>
          <a:ln w="12700">
            <a:solidFill>
              <a:srgbClr val="B09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4E77A52D-71C0-600A-410F-7E43E81B0B40}"/>
              </a:ext>
            </a:extLst>
          </p:cNvPr>
          <p:cNvSpPr txBox="1"/>
          <p:nvPr/>
        </p:nvSpPr>
        <p:spPr>
          <a:xfrm>
            <a:off x="4818888" y="2169679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Andras Szalay: Geomatics &amp; RF Analysis Lead </a:t>
            </a:r>
            <a:endParaRPr lang="en-US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544D25B6-F576-527F-062E-E53A06537F19}"/>
              </a:ext>
            </a:extLst>
          </p:cNvPr>
          <p:cNvSpPr/>
          <p:nvPr/>
        </p:nvSpPr>
        <p:spPr>
          <a:xfrm>
            <a:off x="310896" y="104055"/>
            <a:ext cx="4114800" cy="575733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0042EB55-2AA0-1EE5-EB5B-F79BE31E365B}"/>
              </a:ext>
            </a:extLst>
          </p:cNvPr>
          <p:cNvSpPr txBox="1"/>
          <p:nvPr/>
        </p:nvSpPr>
        <p:spPr>
          <a:xfrm>
            <a:off x="457200" y="131487"/>
            <a:ext cx="3749040" cy="45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Hardware &amp; Flight Planning  </a:t>
            </a:r>
            <a:endParaRPr lang="en-US" sz="14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04F1236-36C4-456D-FAF6-70AB139279E5}"/>
              </a:ext>
            </a:extLst>
          </p:cNvPr>
          <p:cNvSpPr/>
          <p:nvPr/>
        </p:nvSpPr>
        <p:spPr>
          <a:xfrm>
            <a:off x="4745736" y="83388"/>
            <a:ext cx="4114800" cy="594360"/>
          </a:xfrm>
          <a:prstGeom prst="rect">
            <a:avLst/>
          </a:prstGeom>
          <a:solidFill>
            <a:srgbClr val="B09040"/>
          </a:solidFill>
          <a:ln w="12700">
            <a:solidFill>
              <a:srgbClr val="B09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8968B9A-1935-688E-B1F4-B6999AD0D9F5}"/>
              </a:ext>
            </a:extLst>
          </p:cNvPr>
          <p:cNvSpPr txBox="1"/>
          <p:nvPr/>
        </p:nvSpPr>
        <p:spPr>
          <a:xfrm>
            <a:off x="4892040" y="110819"/>
            <a:ext cx="3749040" cy="50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Defined Radio (SDR) &amp; Data Processing 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177603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56032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Project Timeline</a:t>
            </a:r>
            <a:endParaRPr lang="en-US" sz="2600"/>
          </a:p>
        </p:txBody>
      </p:sp>
      <p:sp>
        <p:nvSpPr>
          <p:cNvPr id="26" name="Shape 24"/>
          <p:cNvSpPr/>
          <p:nvPr/>
        </p:nvSpPr>
        <p:spPr>
          <a:xfrm>
            <a:off x="457200" y="4610610"/>
            <a:ext cx="164592" cy="164592"/>
          </a:xfrm>
          <a:prstGeom prst="ellipse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85800" y="461061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2011680" y="4610610"/>
            <a:ext cx="164592" cy="164592"/>
          </a:xfrm>
          <a:prstGeom prst="ellipse">
            <a:avLst/>
          </a:prstGeom>
          <a:solidFill>
            <a:srgbClr val="CFB87C"/>
          </a:solidFill>
          <a:ln w="12700">
            <a:solidFill>
              <a:srgbClr val="CFB8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2240280" y="461061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3566160" y="4610610"/>
            <a:ext cx="164592" cy="164592"/>
          </a:xfrm>
          <a:prstGeom prst="ellipse">
            <a:avLst/>
          </a:prstGeom>
          <a:solidFill>
            <a:srgbClr val="D8E4ED"/>
          </a:solidFill>
          <a:ln w="12700">
            <a:solidFill>
              <a:srgbClr val="D8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794760" y="461061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/>
          </a:p>
        </p:txBody>
      </p:sp>
      <p:sp>
        <p:nvSpPr>
          <p:cNvPr id="34" name="Text 32"/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/>
          </a:p>
        </p:txBody>
      </p:sp>
      <p:graphicFrame>
        <p:nvGraphicFramePr>
          <p:cNvPr id="65" name="Diagram 64">
            <a:extLst>
              <a:ext uri="{FF2B5EF4-FFF2-40B4-BE49-F238E27FC236}">
                <a16:creationId xmlns:a16="http://schemas.microsoft.com/office/drawing/2014/main" id="{9418EC05-2B3C-57E5-4D2D-629F3FBDEF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9760206"/>
              </p:ext>
            </p:extLst>
          </p:nvPr>
        </p:nvGraphicFramePr>
        <p:xfrm>
          <a:off x="269748" y="460587"/>
          <a:ext cx="860450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710EF-C386-15BC-87CF-CB26D702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ED5525-6936-A9A4-7A0C-D781EE0B35C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A"/>
          </a:solidFill>
          <a:ln w="12700">
            <a:solidFill>
              <a:srgbClr val="F2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196E58C-EEDB-2FAE-AA45-74FD20C4C635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D6D82D-CE8B-2428-19D6-D31DC4048A0F}"/>
              </a:ext>
            </a:extLst>
          </p:cNvPr>
          <p:cNvSpPr/>
          <p:nvPr/>
        </p:nvSpPr>
        <p:spPr>
          <a:xfrm>
            <a:off x="0" y="594360"/>
            <a:ext cx="109728" cy="4361688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F9A53C-DC26-5FC3-1285-7725CF7365B3}"/>
              </a:ext>
            </a:extLst>
          </p:cNvPr>
          <p:cNvSpPr txBox="1"/>
          <p:nvPr/>
        </p:nvSpPr>
        <p:spPr>
          <a:xfrm>
            <a:off x="256032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Budgeting and Finance</a:t>
            </a:r>
            <a:endParaRPr lang="en-US" err="1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D2FF1F0-7638-77FB-CAFA-B68828AAFE3B}"/>
              </a:ext>
            </a:extLst>
          </p:cNvPr>
          <p:cNvSpPr/>
          <p:nvPr/>
        </p:nvSpPr>
        <p:spPr>
          <a:xfrm>
            <a:off x="256032" y="768096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F2790C-0742-C8A4-F5E9-352BEC990D80}"/>
              </a:ext>
            </a:extLst>
          </p:cNvPr>
          <p:cNvSpPr txBox="1"/>
          <p:nvPr/>
        </p:nvSpPr>
        <p:spPr>
          <a:xfrm>
            <a:off x="384048" y="7680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Budget</a:t>
            </a:r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23D05A3-3FAE-C025-AF74-AA5008C15BB1}"/>
              </a:ext>
            </a:extLst>
          </p:cNvPr>
          <p:cNvSpPr txBox="1"/>
          <p:nvPr/>
        </p:nvSpPr>
        <p:spPr>
          <a:xfrm>
            <a:off x="384048" y="10698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0D2340"/>
                </a:solidFill>
                <a:latin typeface="Calibri"/>
                <a:ea typeface="Calibri"/>
                <a:cs typeface="Calibri"/>
              </a:rPr>
              <a:t>Total budget and planned allocation?</a:t>
            </a:r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3325AFA-8C4E-1C64-C8CD-22C30E3CB0C6}"/>
              </a:ext>
            </a:extLst>
          </p:cNvPr>
          <p:cNvSpPr/>
          <p:nvPr/>
        </p:nvSpPr>
        <p:spPr>
          <a:xfrm>
            <a:off x="256032" y="2093976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88CE44D-6AFC-2A42-DDE5-A024B3A217C4}"/>
              </a:ext>
            </a:extLst>
          </p:cNvPr>
          <p:cNvSpPr txBox="1"/>
          <p:nvPr/>
        </p:nvSpPr>
        <p:spPr>
          <a:xfrm>
            <a:off x="384048" y="20939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Procurement Procedure</a:t>
            </a:r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E55E782-1AED-A50B-35B5-8C932ED57170}"/>
              </a:ext>
            </a:extLst>
          </p:cNvPr>
          <p:cNvSpPr txBox="1"/>
          <p:nvPr/>
        </p:nvSpPr>
        <p:spPr>
          <a:xfrm>
            <a:off x="384048" y="23957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0D2340"/>
                </a:solidFill>
                <a:latin typeface="Calibri"/>
                <a:ea typeface="Calibri"/>
                <a:cs typeface="Calibri"/>
              </a:rPr>
              <a:t>How do we go about purchasing materials?</a:t>
            </a:r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91DCF5A-4127-03D5-B283-315453AA13B0}"/>
              </a:ext>
            </a:extLst>
          </p:cNvPr>
          <p:cNvSpPr/>
          <p:nvPr/>
        </p:nvSpPr>
        <p:spPr>
          <a:xfrm>
            <a:off x="256032" y="3419856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EFE915E-6144-8E44-D96A-05D1EE908CD0}"/>
              </a:ext>
            </a:extLst>
          </p:cNvPr>
          <p:cNvSpPr txBox="1"/>
          <p:nvPr/>
        </p:nvSpPr>
        <p:spPr>
          <a:xfrm>
            <a:off x="384048" y="341985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Financial Officer</a:t>
            </a:r>
            <a:endParaRPr lang="en-US" sz="1300" b="1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C76E042-EC38-C41A-294E-24930FD5ED17}"/>
              </a:ext>
            </a:extLst>
          </p:cNvPr>
          <p:cNvSpPr txBox="1"/>
          <p:nvPr/>
        </p:nvSpPr>
        <p:spPr>
          <a:xfrm>
            <a:off x="384048" y="372160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0D2340"/>
                </a:solidFill>
                <a:latin typeface="Calibri"/>
                <a:ea typeface="Calibri"/>
                <a:cs typeface="Calibri"/>
              </a:rPr>
              <a:t>Who is in charge of purchasing and managing the budget?</a:t>
            </a:r>
            <a:endParaRPr lang="en-US" sz="1100">
              <a:solidFill>
                <a:srgbClr val="0D2340"/>
              </a:solidFill>
              <a:ea typeface="Calibri"/>
              <a:cs typeface="Calibri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9EFFC3C-B351-6C1D-98FC-DC92780C4C89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67E0FCC-603C-9AFC-BEF7-48A0283ABE75}"/>
              </a:ext>
            </a:extLst>
          </p:cNvPr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8EC5BA2-0DD5-F1F6-FF10-7A9EC5E77966}"/>
              </a:ext>
            </a:extLst>
          </p:cNvPr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/>
          </a:p>
        </p:txBody>
      </p:sp>
      <p:pic>
        <p:nvPicPr>
          <p:cNvPr id="21" name="Picture 20" descr="Ask The Writer: Is it alright to use multiple question marks? - The Writer">
            <a:extLst>
              <a:ext uri="{FF2B5EF4-FFF2-40B4-BE49-F238E27FC236}">
                <a16:creationId xmlns:a16="http://schemas.microsoft.com/office/drawing/2014/main" id="{72A1B245-4B20-0FD9-1579-577DE1D1E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30859"/>
            <a:ext cx="4259579" cy="283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02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A"/>
          </a:solidFill>
          <a:ln w="12700">
            <a:solidFill>
              <a:srgbClr val="F2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56032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FFFFFF"/>
                </a:solidFill>
                <a:ea typeface="Calibri"/>
                <a:cs typeface="Calibri"/>
              </a:rPr>
              <a:t>Follow up items &amp; questions</a:t>
            </a:r>
          </a:p>
        </p:txBody>
      </p:sp>
      <p:sp>
        <p:nvSpPr>
          <p:cNvPr id="5" name="Shape 3"/>
          <p:cNvSpPr/>
          <p:nvPr/>
        </p:nvSpPr>
        <p:spPr>
          <a:xfrm>
            <a:off x="201168" y="713232"/>
            <a:ext cx="4114800" cy="4133088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713232"/>
            <a:ext cx="4114800" cy="384048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7472" y="7406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Notes</a:t>
            </a:r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347472" y="1188720"/>
            <a:ext cx="3749040" cy="3504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one with relevant content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4828032" y="713232"/>
            <a:ext cx="4114800" cy="4133088"/>
          </a:xfrm>
          <a:prstGeom prst="rect">
            <a:avLst/>
          </a:prstGeom>
          <a:solidFill>
            <a:srgbClr val="FFFFFF"/>
          </a:solidFill>
          <a:ln w="19050">
            <a:solidFill>
              <a:srgbClr val="CFB8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28032" y="713232"/>
            <a:ext cx="4114800" cy="384048"/>
          </a:xfrm>
          <a:prstGeom prst="rect">
            <a:avLst/>
          </a:prstGeom>
          <a:solidFill>
            <a:srgbClr val="B09040"/>
          </a:solidFill>
          <a:ln w="12700">
            <a:solidFill>
              <a:srgbClr val="B09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974336" y="7406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SDR/Signal Processing Notes</a:t>
            </a:r>
            <a:endParaRPr lang="en-US" sz="1400"/>
          </a:p>
        </p:txBody>
      </p:sp>
      <p:sp>
        <p:nvSpPr>
          <p:cNvPr id="16" name="Text 14"/>
          <p:cNvSpPr txBox="1"/>
          <p:nvPr/>
        </p:nvSpPr>
        <p:spPr>
          <a:xfrm>
            <a:off x="4974336" y="1188719"/>
            <a:ext cx="3749040" cy="3590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one with relevant content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4480560" y="914400"/>
            <a:ext cx="182880" cy="3657600"/>
          </a:xfrm>
          <a:prstGeom prst="rect">
            <a:avLst/>
          </a:prstGeom>
          <a:solidFill>
            <a:srgbClr val="D8E4ED"/>
          </a:solidFill>
          <a:ln w="12700">
            <a:solidFill>
              <a:srgbClr val="D8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407408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/>
          </a:p>
        </p:txBody>
      </p:sp>
      <p:sp>
        <p:nvSpPr>
          <p:cNvPr id="25" name="Text 23"/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BFC8"/>
          </a:solidFill>
          <a:ln w="12700">
            <a:solidFill>
              <a:srgbClr val="3AB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4754880"/>
            <a:ext cx="8979408" cy="388620"/>
          </a:xfrm>
          <a:prstGeom prst="rect">
            <a:avLst/>
          </a:prstGeom>
          <a:solidFill>
            <a:srgbClr val="CFB87C"/>
          </a:solidFill>
          <a:ln w="12700">
            <a:solidFill>
              <a:srgbClr val="CFB8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0" y="1371600"/>
            <a:ext cx="3657600" cy="3657600"/>
          </a:xfrm>
          <a:prstGeom prst="ellipse">
            <a:avLst/>
          </a:prstGeom>
          <a:solidFill>
            <a:srgbClr val="1A7A9A">
              <a:alpha val="12000"/>
            </a:srgbClr>
          </a:solidFill>
          <a:ln w="1905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0" y="1828800"/>
            <a:ext cx="2743200" cy="2743200"/>
          </a:xfrm>
          <a:prstGeom prst="ellipse">
            <a:avLst/>
          </a:prstGeom>
          <a:solidFill>
            <a:srgbClr val="3ABFC8">
              <a:alpha val="10000"/>
            </a:srgbClr>
          </a:solidFill>
          <a:ln w="12700">
            <a:solidFill>
              <a:srgbClr val="3AB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731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114800" cy="36576"/>
          </a:xfrm>
          <a:prstGeom prst="rect">
            <a:avLst/>
          </a:prstGeom>
          <a:solidFill>
            <a:srgbClr val="CFB87C"/>
          </a:solidFill>
          <a:ln w="12700">
            <a:solidFill>
              <a:srgbClr val="CFB8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3A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/>
          </a:p>
        </p:txBody>
      </p:sp>
      <p:sp>
        <p:nvSpPr>
          <p:cNvPr id="10" name="Text 8"/>
          <p:cNvSpPr txBox="1"/>
          <p:nvPr/>
        </p:nvSpPr>
        <p:spPr>
          <a:xfrm>
            <a:off x="457200" y="2542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Name]</a:t>
            </a:r>
            <a:endParaRPr lang="en-US" sz="1400"/>
          </a:p>
        </p:txBody>
      </p:sp>
      <p:sp>
        <p:nvSpPr>
          <p:cNvPr id="11" name="Text 9"/>
          <p:cNvSpPr txBox="1"/>
          <p:nvPr/>
        </p:nvSpPr>
        <p:spPr>
          <a:xfrm>
            <a:off x="457200" y="2834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[email@colorado.edu]</a:t>
            </a:r>
            <a:endParaRPr lang="en-US" sz="1200"/>
          </a:p>
        </p:txBody>
      </p:sp>
      <p:sp>
        <p:nvSpPr>
          <p:cNvPr id="12" name="Text 10"/>
          <p:cNvSpPr txBox="1"/>
          <p:nvPr/>
        </p:nvSpPr>
        <p:spPr>
          <a:xfrm>
            <a:off x="457200" y="314553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8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Aerospace Engineering Sciences Dept.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D8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for Astrodynamics Research (CCAR)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D8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Colorado Boulder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57200" y="3895344"/>
            <a:ext cx="6858000" cy="566928"/>
          </a:xfrm>
          <a:prstGeom prst="rect">
            <a:avLst/>
          </a:prstGeom>
          <a:solidFill>
            <a:srgbClr val="1B3A6B">
              <a:alpha val="70000"/>
            </a:srgbClr>
          </a:solidFill>
          <a:ln w="9525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94360" y="39684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Acknowledgments: [Funding agency, collaborators, committee members, etc.]</a:t>
            </a:r>
            <a:endParaRPr lang="en-US" sz="950"/>
          </a:p>
        </p:txBody>
      </p:sp>
      <p:sp>
        <p:nvSpPr>
          <p:cNvPr id="15" name="Text 13"/>
          <p:cNvSpPr txBox="1"/>
          <p:nvPr/>
        </p:nvSpPr>
        <p:spPr>
          <a:xfrm>
            <a:off x="457200" y="47731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Colorado Boulder  ·  Center for Astrodynamics Research  ·  HERON Project</a:t>
            </a:r>
            <a:endParaRPr lang="en-US"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EBFC26-6E19-9759-7919-F4D32DDE3E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00" r="3" b="2102"/>
          <a:stretch>
            <a:fillRect/>
          </a:stretch>
        </p:blipFill>
        <p:spPr>
          <a:xfrm>
            <a:off x="53109" y="156667"/>
            <a:ext cx="4353079" cy="2417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5E8A4F-606D-44D0-E6C2-B6866DFB3D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40" b="643"/>
          <a:stretch>
            <a:fillRect/>
          </a:stretch>
        </p:blipFill>
        <p:spPr>
          <a:xfrm>
            <a:off x="4572000" y="57713"/>
            <a:ext cx="4348413" cy="2683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F3FDAD-89FF-3E2D-EADE-CFCD14EFCF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642" r="3" b="6172"/>
          <a:stretch>
            <a:fillRect/>
          </a:stretch>
        </p:blipFill>
        <p:spPr>
          <a:xfrm>
            <a:off x="149054" y="2308415"/>
            <a:ext cx="4353079" cy="24171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613FC5-6D7B-6CD8-28E6-DB8AF1EDFF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798" b="8358"/>
          <a:stretch>
            <a:fillRect/>
          </a:stretch>
        </p:blipFill>
        <p:spPr>
          <a:xfrm>
            <a:off x="4646529" y="2350035"/>
            <a:ext cx="4348412" cy="237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48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24E43-6D62-0767-24D5-43D6A1A5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387C11-9226-557A-836B-179FB264905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A"/>
          </a:solidFill>
          <a:ln w="12700">
            <a:solidFill>
              <a:srgbClr val="F2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84DDE0-7992-4045-7C45-25733DB042C5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D4979B-5351-6EBF-BBB4-C74546A29C9A}"/>
              </a:ext>
            </a:extLst>
          </p:cNvPr>
          <p:cNvSpPr txBox="1"/>
          <p:nvPr/>
        </p:nvSpPr>
        <p:spPr>
          <a:xfrm>
            <a:off x="256032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[Comparison Slide Title]</a:t>
            </a:r>
            <a:endParaRPr lang="en-US" sz="2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02D769C-B72D-71FA-8DF4-CE7B7F996E08}"/>
              </a:ext>
            </a:extLst>
          </p:cNvPr>
          <p:cNvSpPr/>
          <p:nvPr/>
        </p:nvSpPr>
        <p:spPr>
          <a:xfrm>
            <a:off x="201168" y="713232"/>
            <a:ext cx="4114800" cy="4133088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686528C-50F5-6D94-7EC8-94CD7EF6DB87}"/>
              </a:ext>
            </a:extLst>
          </p:cNvPr>
          <p:cNvSpPr/>
          <p:nvPr/>
        </p:nvSpPr>
        <p:spPr>
          <a:xfrm>
            <a:off x="201168" y="713232"/>
            <a:ext cx="4114800" cy="384048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9691CDD-1396-C8E7-1DC1-7E8742DDE00F}"/>
              </a:ext>
            </a:extLst>
          </p:cNvPr>
          <p:cNvSpPr txBox="1"/>
          <p:nvPr/>
        </p:nvSpPr>
        <p:spPr>
          <a:xfrm>
            <a:off x="347472" y="7406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[Left Column Header]</a:t>
            </a:r>
            <a:endParaRPr lang="en-US" sz="1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FBFE966-4171-04FC-F1BF-191EA4EA88D5}"/>
              </a:ext>
            </a:extLst>
          </p:cNvPr>
          <p:cNvSpPr txBox="1"/>
          <p:nvPr/>
        </p:nvSpPr>
        <p:spPr>
          <a:xfrm>
            <a:off x="347472" y="11887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one with relevant content</a:t>
            </a:r>
            <a:endParaRPr lang="en-US" sz="11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2574B61-5464-4E2F-C7BF-60CE72C7BB8F}"/>
              </a:ext>
            </a:extLst>
          </p:cNvPr>
          <p:cNvSpPr txBox="1"/>
          <p:nvPr/>
        </p:nvSpPr>
        <p:spPr>
          <a:xfrm>
            <a:off x="347472" y="17373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two with relevant content</a:t>
            </a:r>
            <a:endParaRPr lang="en-US" sz="11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7B802E4-6FF0-426E-1837-9D0E9509F1C9}"/>
              </a:ext>
            </a:extLst>
          </p:cNvPr>
          <p:cNvSpPr txBox="1"/>
          <p:nvPr/>
        </p:nvSpPr>
        <p:spPr>
          <a:xfrm>
            <a:off x="347472" y="22860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three with relevant content</a:t>
            </a:r>
            <a:endParaRPr lang="en-US" sz="11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504C633-B34E-82F1-CE8C-BE315446545D}"/>
              </a:ext>
            </a:extLst>
          </p:cNvPr>
          <p:cNvSpPr txBox="1"/>
          <p:nvPr/>
        </p:nvSpPr>
        <p:spPr>
          <a:xfrm>
            <a:off x="347472" y="28346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four with relevant content</a:t>
            </a:r>
            <a:endParaRPr lang="en-US" sz="11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CB9EDE9-D6B1-EEF8-2187-A79BB1ACCE19}"/>
              </a:ext>
            </a:extLst>
          </p:cNvPr>
          <p:cNvSpPr txBox="1"/>
          <p:nvPr/>
        </p:nvSpPr>
        <p:spPr>
          <a:xfrm>
            <a:off x="347472" y="33832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five with relevant content</a:t>
            </a:r>
            <a:endParaRPr lang="en-US" sz="11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876C66E-2DAE-2624-7345-07AE42738322}"/>
              </a:ext>
            </a:extLst>
          </p:cNvPr>
          <p:cNvSpPr/>
          <p:nvPr/>
        </p:nvSpPr>
        <p:spPr>
          <a:xfrm>
            <a:off x="4828032" y="713232"/>
            <a:ext cx="4114800" cy="4133088"/>
          </a:xfrm>
          <a:prstGeom prst="rect">
            <a:avLst/>
          </a:prstGeom>
          <a:solidFill>
            <a:srgbClr val="FFFFFF"/>
          </a:solidFill>
          <a:ln w="19050">
            <a:solidFill>
              <a:srgbClr val="CFB8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AE6AA9A-E05A-D65B-BD6B-B2D25A9D3E34}"/>
              </a:ext>
            </a:extLst>
          </p:cNvPr>
          <p:cNvSpPr/>
          <p:nvPr/>
        </p:nvSpPr>
        <p:spPr>
          <a:xfrm>
            <a:off x="4828032" y="713232"/>
            <a:ext cx="4114800" cy="384048"/>
          </a:xfrm>
          <a:prstGeom prst="rect">
            <a:avLst/>
          </a:prstGeom>
          <a:solidFill>
            <a:srgbClr val="B09040"/>
          </a:solidFill>
          <a:ln w="12700">
            <a:solidFill>
              <a:srgbClr val="B09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DD8D300-8E49-1875-43F6-AA6D4CC2136F}"/>
              </a:ext>
            </a:extLst>
          </p:cNvPr>
          <p:cNvSpPr txBox="1"/>
          <p:nvPr/>
        </p:nvSpPr>
        <p:spPr>
          <a:xfrm>
            <a:off x="4974336" y="7406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[Right Column Header]</a:t>
            </a:r>
            <a:endParaRPr lang="en-US" sz="1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C3CB25F-F7AC-1967-253D-AA7D552CC592}"/>
              </a:ext>
            </a:extLst>
          </p:cNvPr>
          <p:cNvSpPr txBox="1"/>
          <p:nvPr/>
        </p:nvSpPr>
        <p:spPr>
          <a:xfrm>
            <a:off x="4974336" y="11887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one with relevant content</a:t>
            </a:r>
            <a:endParaRPr lang="en-US" sz="11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C407793-47F7-86CB-6A76-ACF79208F244}"/>
              </a:ext>
            </a:extLst>
          </p:cNvPr>
          <p:cNvSpPr txBox="1"/>
          <p:nvPr/>
        </p:nvSpPr>
        <p:spPr>
          <a:xfrm>
            <a:off x="4974336" y="17373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two with relevant content</a:t>
            </a:r>
            <a:endParaRPr lang="en-US" sz="11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FE89505-5445-270E-3485-DE5FDE117F7E}"/>
              </a:ext>
            </a:extLst>
          </p:cNvPr>
          <p:cNvSpPr txBox="1"/>
          <p:nvPr/>
        </p:nvSpPr>
        <p:spPr>
          <a:xfrm>
            <a:off x="4974336" y="22860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three with relevant content</a:t>
            </a:r>
            <a:endParaRPr lang="en-US" sz="11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77136B4-3902-ABB6-5AB6-135C8A5B0143}"/>
              </a:ext>
            </a:extLst>
          </p:cNvPr>
          <p:cNvSpPr txBox="1"/>
          <p:nvPr/>
        </p:nvSpPr>
        <p:spPr>
          <a:xfrm>
            <a:off x="4974336" y="28346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four with relevant content</a:t>
            </a:r>
            <a:endParaRPr lang="en-US" sz="11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9E51845-EC5D-775B-F927-F91D1621F323}"/>
              </a:ext>
            </a:extLst>
          </p:cNvPr>
          <p:cNvSpPr txBox="1"/>
          <p:nvPr/>
        </p:nvSpPr>
        <p:spPr>
          <a:xfrm>
            <a:off x="4974336" y="33832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five with relevant content</a:t>
            </a:r>
            <a:endParaRPr lang="en-US" sz="115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79F33B5-5A8B-A931-973F-D646680A676C}"/>
              </a:ext>
            </a:extLst>
          </p:cNvPr>
          <p:cNvSpPr/>
          <p:nvPr/>
        </p:nvSpPr>
        <p:spPr>
          <a:xfrm>
            <a:off x="4480560" y="914400"/>
            <a:ext cx="182880" cy="3657600"/>
          </a:xfrm>
          <a:prstGeom prst="rect">
            <a:avLst/>
          </a:prstGeom>
          <a:solidFill>
            <a:srgbClr val="D8E4ED"/>
          </a:solidFill>
          <a:ln w="12700">
            <a:solidFill>
              <a:srgbClr val="D8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A47D453-732E-FAA2-A3AB-E6AE5D135D70}"/>
              </a:ext>
            </a:extLst>
          </p:cNvPr>
          <p:cNvSpPr txBox="1"/>
          <p:nvPr/>
        </p:nvSpPr>
        <p:spPr>
          <a:xfrm>
            <a:off x="4407408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6412D39-C795-4235-7F26-66C43EDF5434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FB2BCFF-704B-206B-C24F-622D64333B1D}"/>
              </a:ext>
            </a:extLst>
          </p:cNvPr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651347A-5B7C-385F-CE6B-A9E6F0DD8E13}"/>
              </a:ext>
            </a:extLst>
          </p:cNvPr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38098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A"/>
          </a:solidFill>
          <a:ln w="12700">
            <a:solidFill>
              <a:srgbClr val="F2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56032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[Quad Chart Title]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01168" y="685800"/>
            <a:ext cx="434340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685800"/>
            <a:ext cx="4343400" cy="292608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92608" y="7040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[Q1 — Top-Left: e.g. Objective / Problem]</a:t>
            </a:r>
            <a:endParaRPr lang="en-US" sz="1000"/>
          </a:p>
        </p:txBody>
      </p:sp>
      <p:sp>
        <p:nvSpPr>
          <p:cNvPr id="8" name="Text 6"/>
          <p:cNvSpPr txBox="1"/>
          <p:nvPr/>
        </p:nvSpPr>
        <p:spPr>
          <a:xfrm>
            <a:off x="310896" y="1051560"/>
            <a:ext cx="41239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content, figures, bullet points, or charts here]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654296" y="685800"/>
            <a:ext cx="434340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54296" y="685800"/>
            <a:ext cx="434340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745736" y="7040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[Q2 — Top-Right: e.g. Approach / Method]</a:t>
            </a:r>
            <a:endParaRPr lang="en-US" sz="1000"/>
          </a:p>
        </p:txBody>
      </p:sp>
      <p:sp>
        <p:nvSpPr>
          <p:cNvPr id="12" name="Text 10"/>
          <p:cNvSpPr txBox="1"/>
          <p:nvPr/>
        </p:nvSpPr>
        <p:spPr>
          <a:xfrm>
            <a:off x="4764024" y="1051560"/>
            <a:ext cx="41239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content, figures, bullet points, or charts here]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01168" y="2825496"/>
            <a:ext cx="434340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2D6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1168" y="2825496"/>
            <a:ext cx="4343400" cy="292608"/>
          </a:xfrm>
          <a:prstGeom prst="rect">
            <a:avLst/>
          </a:prstGeom>
          <a:solidFill>
            <a:srgbClr val="2D6B2D"/>
          </a:solidFill>
          <a:ln w="12700">
            <a:solidFill>
              <a:srgbClr val="2D6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92608" y="28437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[Q3 — Bottom-Left: e.g. Results / Data]</a:t>
            </a:r>
            <a:endParaRPr lang="en-US" sz="1000"/>
          </a:p>
        </p:txBody>
      </p:sp>
      <p:sp>
        <p:nvSpPr>
          <p:cNvPr id="16" name="Text 14"/>
          <p:cNvSpPr txBox="1"/>
          <p:nvPr/>
        </p:nvSpPr>
        <p:spPr>
          <a:xfrm>
            <a:off x="310896" y="3191256"/>
            <a:ext cx="41239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content, figures, bullet points, or charts here]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654296" y="2825496"/>
            <a:ext cx="434340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B09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54296" y="2825496"/>
            <a:ext cx="4343400" cy="292608"/>
          </a:xfrm>
          <a:prstGeom prst="rect">
            <a:avLst/>
          </a:prstGeom>
          <a:solidFill>
            <a:srgbClr val="B09040"/>
          </a:solidFill>
          <a:ln w="12700">
            <a:solidFill>
              <a:srgbClr val="B09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745736" y="28437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[Q4 — Bottom-Right: e.g. Conclusions / Path Forward]</a:t>
            </a:r>
            <a:endParaRPr lang="en-US" sz="1000"/>
          </a:p>
        </p:txBody>
      </p:sp>
      <p:sp>
        <p:nvSpPr>
          <p:cNvPr id="20" name="Text 18"/>
          <p:cNvSpPr txBox="1"/>
          <p:nvPr/>
        </p:nvSpPr>
        <p:spPr>
          <a:xfrm>
            <a:off x="4764024" y="3191256"/>
            <a:ext cx="41239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content, figures, bullet points, or charts here]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/>
          </a:p>
        </p:txBody>
      </p:sp>
      <p:sp>
        <p:nvSpPr>
          <p:cNvPr id="23" name="Text 21"/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A"/>
          </a:solidFill>
          <a:ln w="12700">
            <a:solidFill>
              <a:srgbClr val="F2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56032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Results / Metrics]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01168" y="713232"/>
            <a:ext cx="2788920" cy="141732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10896" y="76809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</a:t>
            </a:r>
            <a:endParaRPr lang="en-US" sz="5200"/>
          </a:p>
        </p:txBody>
      </p:sp>
      <p:sp>
        <p:nvSpPr>
          <p:cNvPr id="7" name="Text 5"/>
          <p:cNvSpPr txBox="1"/>
          <p:nvPr/>
        </p:nvSpPr>
        <p:spPr>
          <a:xfrm>
            <a:off x="310896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>
          <a:xfrm>
            <a:off x="201168" y="21762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Improvement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172968" y="713232"/>
            <a:ext cx="2788920" cy="1417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282696" y="76809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[XX]</a:t>
            </a:r>
            <a:endParaRPr lang="en-US" sz="5200"/>
          </a:p>
        </p:txBody>
      </p:sp>
      <p:sp>
        <p:nvSpPr>
          <p:cNvPr id="11" name="Text 9"/>
          <p:cNvSpPr txBox="1"/>
          <p:nvPr/>
        </p:nvSpPr>
        <p:spPr>
          <a:xfrm>
            <a:off x="3282696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00"/>
          </a:p>
        </p:txBody>
      </p:sp>
      <p:sp>
        <p:nvSpPr>
          <p:cNvPr id="12" name="Text 10"/>
          <p:cNvSpPr txBox="1"/>
          <p:nvPr/>
        </p:nvSpPr>
        <p:spPr>
          <a:xfrm>
            <a:off x="3172968" y="21762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Recovery Rate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6144768" y="713232"/>
            <a:ext cx="2788920" cy="1417320"/>
          </a:xfrm>
          <a:prstGeom prst="rect">
            <a:avLst/>
          </a:prstGeom>
          <a:solidFill>
            <a:srgbClr val="2D6B2D"/>
          </a:solidFill>
          <a:ln w="12700">
            <a:solidFill>
              <a:srgbClr val="2D6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254496" y="76809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[X.X]</a:t>
            </a:r>
            <a:endParaRPr lang="en-US" sz="5200"/>
          </a:p>
        </p:txBody>
      </p:sp>
      <p:sp>
        <p:nvSpPr>
          <p:cNvPr id="15" name="Text 13"/>
          <p:cNvSpPr txBox="1"/>
          <p:nvPr/>
        </p:nvSpPr>
        <p:spPr>
          <a:xfrm>
            <a:off x="6254496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/>
          </a:p>
        </p:txBody>
      </p:sp>
      <p:sp>
        <p:nvSpPr>
          <p:cNvPr id="16" name="Text 14"/>
          <p:cNvSpPr txBox="1"/>
          <p:nvPr/>
        </p:nvSpPr>
        <p:spPr>
          <a:xfrm>
            <a:off x="6144768" y="21762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Accuracy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201168" y="2560320"/>
            <a:ext cx="873252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01168" y="3246120"/>
            <a:ext cx="873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or figure showing results]</a:t>
            </a:r>
            <a:endParaRPr lang="en-US" sz="1400"/>
          </a:p>
        </p:txBody>
      </p:sp>
      <p:sp>
        <p:nvSpPr>
          <p:cNvPr id="19" name="Text 17"/>
          <p:cNvSpPr txBox="1"/>
          <p:nvPr/>
        </p:nvSpPr>
        <p:spPr>
          <a:xfrm>
            <a:off x="201168" y="4553712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 [Caption]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/>
          </a:p>
        </p:txBody>
      </p:sp>
      <p:sp>
        <p:nvSpPr>
          <p:cNvPr id="22" name="Text 20"/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22B4C8-01ED-4CEB-854A-A995EAE4EBC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a82f169-f893-4f7b-8dee-07603a9590c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14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CCAR / Smead AES, University of Colorado Boulder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HERON UAS GNSS-R Presentation Template</dc:title>
  <dc:subject>HERON Project Presentation Template</dc:subject>
  <dc:creator>HERON Project</dc:creator>
  <cp:revision>1</cp:revision>
  <dcterms:created xsi:type="dcterms:W3CDTF">2026-08-31T04:57:37Z</dcterms:created>
  <dcterms:modified xsi:type="dcterms:W3CDTF">2026-09-01T22:21:48Z</dcterms:modified>
</cp:coreProperties>
</file>