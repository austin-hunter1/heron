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754880"/>
            <a:ext cx="8979408" cy="38862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3A6B">
              <a:alpha val="40000"/>
            </a:srgbClr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-274320"/>
            <a:ext cx="3200400" cy="3200400"/>
          </a:xfrm>
          <a:prstGeom prst="ellipse">
            <a:avLst/>
          </a:prstGeom>
          <a:solidFill>
            <a:srgbClr val="1A7A9A">
              <a:alpha val="18000"/>
            </a:srgbClr>
          </a:solidFill>
          <a:ln w="12700">
            <a:solidFill>
              <a:srgbClr val="3ABF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228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658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GNSS-R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3258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Title]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871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 / Project Phase / Milestone]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389120" cy="2286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Type — e.g., Preliminary Design Review]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478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Aerospace Engineering Sciences Dept.  ·  CCAR  ·  University of Colorado Boulder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Day, Year]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 ·  Center for Astrodynamics Research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822960"/>
            <a:ext cx="3474720" cy="3474720"/>
          </a:xfrm>
          <a:prstGeom prst="ellipse">
            <a:avLst/>
          </a:prstGeom>
          <a:solidFill>
            <a:srgbClr val="3ABFC8">
              <a:alpha val="15000"/>
            </a:srgbClr>
          </a:solidFill>
          <a:ln w="25400">
            <a:solidFill>
              <a:srgbClr val="3ABF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1280160"/>
            <a:ext cx="2560320" cy="2560320"/>
          </a:xfrm>
          <a:prstGeom prst="ellipse">
            <a:avLst/>
          </a:prstGeom>
          <a:solidFill>
            <a:srgbClr val="A8DDE2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section description or key question this section answers]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548640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640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Background &amp; Motivation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1353312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4447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86200" y="2157984"/>
            <a:ext cx="5029200" cy="658368"/>
          </a:xfrm>
          <a:prstGeom prst="rect">
            <a:avLst/>
          </a:prstGeom>
          <a:solidFill>
            <a:srgbClr val="0D2340"/>
          </a:solidFill>
          <a:ln w="19050">
            <a:solidFill>
              <a:srgbClr val="CFB87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2494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Methodology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2962656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30540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Results &amp; Analysis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3767328"/>
            <a:ext cx="5029200" cy="658368"/>
          </a:xfrm>
          <a:prstGeom prst="rect">
            <a:avLst/>
          </a:prstGeom>
          <a:solidFill>
            <a:srgbClr val="1B3A6B">
              <a:alpha val="70000"/>
            </a:srgbClr>
          </a:solidFill>
          <a:ln w="6350">
            <a:solidFill>
              <a:srgbClr val="A8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38587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Conclusions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4360"/>
            <a:ext cx="109728" cy="436168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76809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Point #1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0698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or explanation here. Add one to two sentences of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09397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Point #2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3957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or explanation here. Quantitative results preferred.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419856"/>
            <a:ext cx="54864" cy="877824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" y="34198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or Point #3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37216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here.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685800"/>
            <a:ext cx="4206240" cy="3291840"/>
          </a:xfrm>
          <a:prstGeom prst="rect">
            <a:avLst/>
          </a:prstGeom>
          <a:solidFill>
            <a:srgbClr val="D8E4ED">
              <a:alpha val="80000"/>
            </a:srgbClr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/ Image / Diagram]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041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[Caption describing the figure.  Source if applicable.]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[Comparison Slide Title]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713232"/>
            <a:ext cx="4114800" cy="38404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 Column Header]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 with relevant content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 with relevant content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four with relevant content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five with relevant content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28032" y="713232"/>
            <a:ext cx="4114800" cy="4133088"/>
          </a:xfrm>
          <a:prstGeom prst="rect">
            <a:avLst/>
          </a:prstGeom>
          <a:solidFill>
            <a:srgbClr val="FFFFFF"/>
          </a:solidFill>
          <a:ln w="19050">
            <a:solidFill>
              <a:srgbClr val="CFB8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713232"/>
            <a:ext cx="4114800" cy="384048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74336" y="740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 Column Header]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74336" y="11887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one with relevant content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974336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two with relevant content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974336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three with relevant content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974336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four with relevant content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974336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 five with relevant content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914400"/>
            <a:ext cx="182880" cy="3657600"/>
          </a:xfrm>
          <a:prstGeom prst="rect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074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[Quad Chart Title]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685800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85800"/>
            <a:ext cx="4343400" cy="29260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" y="704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 — Top-Left: e.g. Objective / Problem]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10896" y="1051560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54296" y="685800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685800"/>
            <a:ext cx="43434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45736" y="704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 — Top-Right: e.g. Approach / Method]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1051560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825496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2D6B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5496"/>
            <a:ext cx="4343400" cy="292608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" y="2843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 — Bottom-Left: e.g. Results / Data]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" y="3191256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54296" y="2825496"/>
            <a:ext cx="43434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B09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2825496"/>
            <a:ext cx="4343400" cy="292608"/>
          </a:xfrm>
          <a:prstGeom prst="rect">
            <a:avLst/>
          </a:prstGeom>
          <a:solidFill>
            <a:srgbClr val="B09040"/>
          </a:solidFill>
          <a:ln w="12700">
            <a:solidFill>
              <a:srgbClr val="B090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45736" y="2843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 — Bottom-Right: e.g. Conclusions / Path Forward]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3191256"/>
            <a:ext cx="41239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content, figures, bullet points, or charts here]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Results / Metrics]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713232"/>
            <a:ext cx="2788920" cy="14173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108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11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Improvement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713232"/>
            <a:ext cx="27889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26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[XX]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32826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713232"/>
            <a:ext cx="2788920" cy="1417320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76809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[X.X]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21762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560320"/>
            <a:ext cx="87325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" y="3246120"/>
            <a:ext cx="873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or figure showing results]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" y="455371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[Caption]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A"/>
          </a:solidFill>
          <a:ln w="12700">
            <a:solidFill>
              <a:srgbClr val="F2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6032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Timeline / Schedule]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8229600" cy="73152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596896"/>
            <a:ext cx="402336" cy="27432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20724" y="1920240"/>
            <a:ext cx="27432" cy="676656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deliverable or milestone description]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44952" y="2596896"/>
            <a:ext cx="402336" cy="27432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2801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32404" y="1920240"/>
            <a:ext cx="27432" cy="676656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deliverable or milestone description]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56632" y="2596896"/>
            <a:ext cx="402336" cy="274320"/>
          </a:xfrm>
          <a:prstGeom prst="ellipse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12801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44084" y="1920240"/>
            <a:ext cx="27432" cy="676656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deliverable or milestone description]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68312" y="2596896"/>
            <a:ext cx="402336" cy="274320"/>
          </a:xfrm>
          <a:prstGeom prst="ellipse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12801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55764" y="1920240"/>
            <a:ext cx="27432" cy="676656"/>
          </a:xfrm>
          <a:prstGeom prst="rect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deliverable or milestone description]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164592" cy="164592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4224528"/>
            <a:ext cx="164592" cy="164592"/>
          </a:xfrm>
          <a:prstGeom prst="ellipse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4028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0" y="4224528"/>
            <a:ext cx="164592" cy="164592"/>
          </a:xfrm>
          <a:prstGeom prst="ellipse">
            <a:avLst/>
          </a:prstGeom>
          <a:solidFill>
            <a:srgbClr val="D8E4ED"/>
          </a:solidFill>
          <a:ln w="12700">
            <a:solidFill>
              <a:srgbClr val="D8E4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9476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7160" y="4965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| UAS GNSS-R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965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AES · CCAR · University of Colorado Boulder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BFC8"/>
          </a:solidFill>
          <a:ln w="12700">
            <a:solidFill>
              <a:srgbClr val="3ABF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754880"/>
            <a:ext cx="8979408" cy="388620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1A7A9A">
              <a:alpha val="12000"/>
            </a:srgbClr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3ABFC8">
              <a:alpha val="10000"/>
            </a:srgbClr>
          </a:solidFill>
          <a:ln w="12700">
            <a:solidFill>
              <a:srgbClr val="3ABF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31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0" cy="36576"/>
          </a:xfrm>
          <a:prstGeom prst="rect">
            <a:avLst/>
          </a:prstGeom>
          <a:solidFill>
            <a:srgbClr val="CFB87C"/>
          </a:solidFill>
          <a:ln w="12700">
            <a:solidFill>
              <a:srgbClr val="CFB8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[email@colorado.edu]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4553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Smead Aerospace Engineering Sciences Dept.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Astrodynamics Research (CCAR)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685800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9525">
            <a:solidFill>
              <a:srgbClr val="1A7A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96849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Acknowledgments: [Funding agency, collaborators, committee members, etc.]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 ·  Center for Astrodynamics Research  ·  HERON Project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CCAR / Smead AES, University of Colorado Boulder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HERON UAS GNSS-R Presentation Template</dc:title>
  <dc:subject>HERON Project Presentation Template</dc:subject>
  <dc:creator>HERON Project</dc:creator>
  <cp:lastModifiedBy>HERON Project</cp:lastModifiedBy>
  <cp:revision>1</cp:revision>
  <dcterms:created xsi:type="dcterms:W3CDTF">2026-08-31T04:57:37Z</dcterms:created>
  <dcterms:modified xsi:type="dcterms:W3CDTF">2026-08-31T04:57:37Z</dcterms:modified>
</cp:coreProperties>
</file>